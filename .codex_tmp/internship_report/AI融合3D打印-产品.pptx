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6" r:id="rId1"/>
    <p:sldMasterId id="2147483674" r:id="rId2"/>
  </p:sldMasterIdLst>
  <p:notesMasterIdLst>
    <p:notesMasterId r:id="rId4"/>
  </p:notesMasterIdLst>
  <p:handoutMasterIdLst>
    <p:handoutMasterId r:id="rId5"/>
  </p:handoutMasterIdLst>
  <p:sldIdLst>
    <p:sldId id="2147376405" r:id="rId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 Ming" initials="CM" lastIdx="1" clrIdx="0"/>
  <p:cmAuthor id="2" name="yu xiaofeng" initials="y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000"/>
    <a:srgbClr val="FFFFFF"/>
    <a:srgbClr val="C0E498"/>
    <a:srgbClr val="C197E1"/>
    <a:srgbClr val="FFFF99"/>
    <a:srgbClr val="B0DD7F"/>
    <a:srgbClr val="B482DA"/>
    <a:srgbClr val="9751CB"/>
    <a:srgbClr val="FA82DB"/>
    <a:srgbClr val="F83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64" autoAdjust="0"/>
    <p:restoredTop sz="93683" autoAdjust="0"/>
  </p:normalViewPr>
  <p:slideViewPr>
    <p:cSldViewPr snapToGrid="0" showGuides="1">
      <p:cViewPr varScale="1">
        <p:scale>
          <a:sx n="106" d="100"/>
          <a:sy n="106" d="100"/>
        </p:scale>
        <p:origin x="84" y="144"/>
      </p:cViewPr>
      <p:guideLst>
        <p:guide orient="horz" pos="238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6" d="100"/>
        <a:sy n="14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4BDA7-C79E-4316-B71F-19A29B30F9B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8C345-316D-466B-AF63-CF1A6E7CB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4B405-3FAB-480B-9039-179D6F5BA6E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6ECB-565F-4B2E-B2BC-4D956F85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7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-38012"/>
            <a:ext cx="12192000" cy="6896012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2251" y="2228762"/>
            <a:ext cx="12191999" cy="2377458"/>
          </a:xfrm>
          <a:prstGeom prst="rect">
            <a:avLst/>
          </a:prstGeom>
          <a:solidFill>
            <a:schemeClr val="accent1"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 dirty="0">
              <a:ea typeface="方正兰亭粗黑_GBK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71" y="3068961"/>
            <a:ext cx="11069039" cy="198651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ea typeface="方正兰亭粗黑_GBK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76588" y="6401216"/>
            <a:ext cx="768085" cy="377661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2275" y="-23285"/>
            <a:ext cx="12192000" cy="6879494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851900" y="61785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C5E5DF9E-B8B4-41B6-979F-54FEDD842C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35673" y="332745"/>
            <a:ext cx="9864823" cy="1325563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ea typeface="方正兰亭粗黑_GBK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菱形 3"/>
          <p:cNvSpPr/>
          <p:nvPr userDrawn="1"/>
        </p:nvSpPr>
        <p:spPr>
          <a:xfrm>
            <a:off x="1350131" y="622304"/>
            <a:ext cx="334960" cy="334960"/>
          </a:xfrm>
          <a:prstGeom prst="diamond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sp>
        <p:nvSpPr>
          <p:cNvPr id="5" name="任意多边形: 形状 8"/>
          <p:cNvSpPr/>
          <p:nvPr userDrawn="1"/>
        </p:nvSpPr>
        <p:spPr>
          <a:xfrm>
            <a:off x="175097" y="429"/>
            <a:ext cx="2013235" cy="1079077"/>
          </a:xfrm>
          <a:custGeom>
            <a:avLst/>
            <a:gdLst>
              <a:gd name="connsiteX0" fmla="*/ 76200 w 1676402"/>
              <a:gd name="connsiteY0" fmla="*/ 0 h 914401"/>
              <a:gd name="connsiteX1" fmla="*/ 1600202 w 1676402"/>
              <a:gd name="connsiteY1" fmla="*/ 0 h 914401"/>
              <a:gd name="connsiteX2" fmla="*/ 1676402 w 1676402"/>
              <a:gd name="connsiteY2" fmla="*/ 76200 h 914401"/>
              <a:gd name="connsiteX3" fmla="*/ 838201 w 1676402"/>
              <a:gd name="connsiteY3" fmla="*/ 914401 h 914401"/>
              <a:gd name="connsiteX4" fmla="*/ 0 w 1676402"/>
              <a:gd name="connsiteY4" fmla="*/ 76200 h 914401"/>
              <a:gd name="connsiteX0-1" fmla="*/ 68269 w 1676402"/>
              <a:gd name="connsiteY0-2" fmla="*/ 15863 h 914401"/>
              <a:gd name="connsiteX1-3" fmla="*/ 1600202 w 1676402"/>
              <a:gd name="connsiteY1-4" fmla="*/ 0 h 914401"/>
              <a:gd name="connsiteX2-5" fmla="*/ 1676402 w 1676402"/>
              <a:gd name="connsiteY2-6" fmla="*/ 76200 h 914401"/>
              <a:gd name="connsiteX3-7" fmla="*/ 838201 w 1676402"/>
              <a:gd name="connsiteY3-8" fmla="*/ 914401 h 914401"/>
              <a:gd name="connsiteX4-9" fmla="*/ 0 w 1676402"/>
              <a:gd name="connsiteY4-10" fmla="*/ 76200 h 914401"/>
              <a:gd name="connsiteX5" fmla="*/ 68269 w 1676402"/>
              <a:gd name="connsiteY5" fmla="*/ 15863 h 914401"/>
              <a:gd name="connsiteX0-11" fmla="*/ 68269 w 1676402"/>
              <a:gd name="connsiteY0-12" fmla="*/ 0 h 898538"/>
              <a:gd name="connsiteX1-13" fmla="*/ 1618049 w 1676402"/>
              <a:gd name="connsiteY1-14" fmla="*/ 7932 h 898538"/>
              <a:gd name="connsiteX2-15" fmla="*/ 1676402 w 1676402"/>
              <a:gd name="connsiteY2-16" fmla="*/ 60337 h 898538"/>
              <a:gd name="connsiteX3-17" fmla="*/ 838201 w 1676402"/>
              <a:gd name="connsiteY3-18" fmla="*/ 898538 h 898538"/>
              <a:gd name="connsiteX4-19" fmla="*/ 0 w 1676402"/>
              <a:gd name="connsiteY4-20" fmla="*/ 60337 h 898538"/>
              <a:gd name="connsiteX5-21" fmla="*/ 68269 w 1676402"/>
              <a:gd name="connsiteY5-22" fmla="*/ 0 h 8985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1676402" h="898538">
                <a:moveTo>
                  <a:pt x="68269" y="0"/>
                </a:moveTo>
                <a:lnTo>
                  <a:pt x="1618049" y="7932"/>
                </a:lnTo>
                <a:lnTo>
                  <a:pt x="1676402" y="60337"/>
                </a:lnTo>
                <a:lnTo>
                  <a:pt x="838201" y="898538"/>
                </a:lnTo>
                <a:lnTo>
                  <a:pt x="0" y="60337"/>
                </a:lnTo>
                <a:cubicBezTo>
                  <a:pt x="25400" y="34937"/>
                  <a:pt x="42869" y="25400"/>
                  <a:pt x="68269" y="0"/>
                </a:cubicBez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accent1"/>
              </a:solidFill>
              <a:ea typeface="方正兰亭粗黑_GBK"/>
            </a:endParaRPr>
          </a:p>
        </p:txBody>
      </p:sp>
      <p:sp>
        <p:nvSpPr>
          <p:cNvPr id="6" name="菱形 5"/>
          <p:cNvSpPr/>
          <p:nvPr userDrawn="1"/>
        </p:nvSpPr>
        <p:spPr>
          <a:xfrm>
            <a:off x="511934" y="222634"/>
            <a:ext cx="621545" cy="621545"/>
          </a:xfrm>
          <a:prstGeom prst="diamond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grpSp>
        <p:nvGrpSpPr>
          <p:cNvPr id="88" name="组合 87"/>
          <p:cNvGrpSpPr/>
          <p:nvPr userDrawn="1"/>
        </p:nvGrpSpPr>
        <p:grpSpPr>
          <a:xfrm>
            <a:off x="890733" y="168239"/>
            <a:ext cx="618083" cy="621545"/>
            <a:chOff x="890731" y="168239"/>
            <a:chExt cx="618083" cy="621545"/>
          </a:xfrm>
          <a:solidFill>
            <a:schemeClr val="accent1"/>
          </a:solidFill>
        </p:grpSpPr>
        <p:sp>
          <p:nvSpPr>
            <p:cNvPr id="12" name="Freeform 67"/>
            <p:cNvSpPr/>
            <p:nvPr/>
          </p:nvSpPr>
          <p:spPr bwMode="auto">
            <a:xfrm>
              <a:off x="1072520" y="699755"/>
              <a:ext cx="32895" cy="45014"/>
            </a:xfrm>
            <a:custGeom>
              <a:avLst/>
              <a:gdLst>
                <a:gd name="T0" fmla="*/ 14 w 21"/>
                <a:gd name="T1" fmla="*/ 28 h 28"/>
                <a:gd name="T2" fmla="*/ 14 w 21"/>
                <a:gd name="T3" fmla="*/ 28 h 28"/>
                <a:gd name="T4" fmla="*/ 8 w 21"/>
                <a:gd name="T5" fmla="*/ 25 h 28"/>
                <a:gd name="T6" fmla="*/ 1 w 21"/>
                <a:gd name="T7" fmla="*/ 22 h 28"/>
                <a:gd name="T8" fmla="*/ 0 w 21"/>
                <a:gd name="T9" fmla="*/ 22 h 28"/>
                <a:gd name="T10" fmla="*/ 1 w 21"/>
                <a:gd name="T11" fmla="*/ 20 h 28"/>
                <a:gd name="T12" fmla="*/ 1 w 21"/>
                <a:gd name="T13" fmla="*/ 20 h 28"/>
                <a:gd name="T14" fmla="*/ 3 w 21"/>
                <a:gd name="T15" fmla="*/ 21 h 28"/>
                <a:gd name="T16" fmla="*/ 5 w 21"/>
                <a:gd name="T17" fmla="*/ 22 h 28"/>
                <a:gd name="T18" fmla="*/ 6 w 21"/>
                <a:gd name="T19" fmla="*/ 21 h 28"/>
                <a:gd name="T20" fmla="*/ 9 w 21"/>
                <a:gd name="T21" fmla="*/ 15 h 28"/>
                <a:gd name="T22" fmla="*/ 11 w 21"/>
                <a:gd name="T23" fmla="*/ 10 h 28"/>
                <a:gd name="T24" fmla="*/ 14 w 21"/>
                <a:gd name="T25" fmla="*/ 5 h 28"/>
                <a:gd name="T26" fmla="*/ 14 w 21"/>
                <a:gd name="T27" fmla="*/ 4 h 28"/>
                <a:gd name="T28" fmla="*/ 14 w 21"/>
                <a:gd name="T29" fmla="*/ 3 h 28"/>
                <a:gd name="T30" fmla="*/ 13 w 21"/>
                <a:gd name="T31" fmla="*/ 3 h 28"/>
                <a:gd name="T32" fmla="*/ 8 w 21"/>
                <a:gd name="T33" fmla="*/ 3 h 28"/>
                <a:gd name="T34" fmla="*/ 8 w 21"/>
                <a:gd name="T35" fmla="*/ 2 h 28"/>
                <a:gd name="T36" fmla="*/ 8 w 21"/>
                <a:gd name="T37" fmla="*/ 0 h 28"/>
                <a:gd name="T38" fmla="*/ 9 w 21"/>
                <a:gd name="T39" fmla="*/ 0 h 28"/>
                <a:gd name="T40" fmla="*/ 21 w 21"/>
                <a:gd name="T41" fmla="*/ 1 h 28"/>
                <a:gd name="T42" fmla="*/ 21 w 21"/>
                <a:gd name="T43" fmla="*/ 2 h 28"/>
                <a:gd name="T44" fmla="*/ 20 w 21"/>
                <a:gd name="T45" fmla="*/ 5 h 28"/>
                <a:gd name="T46" fmla="*/ 18 w 21"/>
                <a:gd name="T47" fmla="*/ 9 h 28"/>
                <a:gd name="T48" fmla="*/ 15 w 21"/>
                <a:gd name="T49" fmla="*/ 16 h 28"/>
                <a:gd name="T50" fmla="*/ 11 w 21"/>
                <a:gd name="T51" fmla="*/ 24 h 28"/>
                <a:gd name="T52" fmla="*/ 12 w 21"/>
                <a:gd name="T53" fmla="*/ 25 h 28"/>
                <a:gd name="T54" fmla="*/ 15 w 21"/>
                <a:gd name="T55" fmla="*/ 26 h 28"/>
                <a:gd name="T56" fmla="*/ 15 w 21"/>
                <a:gd name="T57" fmla="*/ 27 h 28"/>
                <a:gd name="T58" fmla="*/ 14 w 21"/>
                <a:gd name="T5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" h="28">
                  <a:moveTo>
                    <a:pt x="14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2" y="27"/>
                    <a:pt x="10" y="26"/>
                    <a:pt x="8" y="25"/>
                  </a:cubicBezTo>
                  <a:cubicBezTo>
                    <a:pt x="6" y="24"/>
                    <a:pt x="3" y="23"/>
                    <a:pt x="1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1"/>
                    <a:pt x="3" y="21"/>
                    <a:pt x="3" y="21"/>
                  </a:cubicBezTo>
                  <a:cubicBezTo>
                    <a:pt x="4" y="21"/>
                    <a:pt x="5" y="22"/>
                    <a:pt x="5" y="22"/>
                  </a:cubicBezTo>
                  <a:cubicBezTo>
                    <a:pt x="5" y="22"/>
                    <a:pt x="6" y="21"/>
                    <a:pt x="6" y="21"/>
                  </a:cubicBezTo>
                  <a:cubicBezTo>
                    <a:pt x="7" y="21"/>
                    <a:pt x="8" y="18"/>
                    <a:pt x="9" y="15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9"/>
                    <a:pt x="13" y="7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3"/>
                    <a:pt x="14" y="3"/>
                    <a:pt x="13" y="3"/>
                  </a:cubicBezTo>
                  <a:cubicBezTo>
                    <a:pt x="11" y="3"/>
                    <a:pt x="9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6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3"/>
                    <a:pt x="20" y="5"/>
                  </a:cubicBezTo>
                  <a:cubicBezTo>
                    <a:pt x="20" y="5"/>
                    <a:pt x="19" y="6"/>
                    <a:pt x="18" y="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2" y="21"/>
                    <a:pt x="11" y="23"/>
                    <a:pt x="11" y="24"/>
                  </a:cubicBezTo>
                  <a:cubicBezTo>
                    <a:pt x="11" y="24"/>
                    <a:pt x="11" y="24"/>
                    <a:pt x="12" y="25"/>
                  </a:cubicBezTo>
                  <a:cubicBezTo>
                    <a:pt x="12" y="25"/>
                    <a:pt x="13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4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3" name="Freeform 68"/>
            <p:cNvSpPr>
              <a:spLocks noEditPoints="1"/>
            </p:cNvSpPr>
            <p:nvPr/>
          </p:nvSpPr>
          <p:spPr bwMode="auto">
            <a:xfrm>
              <a:off x="1148698" y="718800"/>
              <a:ext cx="31164" cy="45014"/>
            </a:xfrm>
            <a:custGeom>
              <a:avLst/>
              <a:gdLst>
                <a:gd name="T0" fmla="*/ 16 w 20"/>
                <a:gd name="T1" fmla="*/ 7 h 28"/>
                <a:gd name="T2" fmla="*/ 15 w 20"/>
                <a:gd name="T3" fmla="*/ 4 h 28"/>
                <a:gd name="T4" fmla="*/ 12 w 20"/>
                <a:gd name="T5" fmla="*/ 2 h 28"/>
                <a:gd name="T6" fmla="*/ 8 w 20"/>
                <a:gd name="T7" fmla="*/ 3 h 28"/>
                <a:gd name="T8" fmla="*/ 7 w 20"/>
                <a:gd name="T9" fmla="*/ 5 h 28"/>
                <a:gd name="T10" fmla="*/ 8 w 20"/>
                <a:gd name="T11" fmla="*/ 8 h 28"/>
                <a:gd name="T12" fmla="*/ 10 w 20"/>
                <a:gd name="T13" fmla="*/ 10 h 28"/>
                <a:gd name="T14" fmla="*/ 12 w 20"/>
                <a:gd name="T15" fmla="*/ 11 h 28"/>
                <a:gd name="T16" fmla="*/ 13 w 20"/>
                <a:gd name="T17" fmla="*/ 11 h 28"/>
                <a:gd name="T18" fmla="*/ 16 w 20"/>
                <a:gd name="T19" fmla="*/ 7 h 28"/>
                <a:gd name="T20" fmla="*/ 14 w 20"/>
                <a:gd name="T21" fmla="*/ 22 h 28"/>
                <a:gd name="T22" fmla="*/ 12 w 20"/>
                <a:gd name="T23" fmla="*/ 17 h 28"/>
                <a:gd name="T24" fmla="*/ 8 w 20"/>
                <a:gd name="T25" fmla="*/ 15 h 28"/>
                <a:gd name="T26" fmla="*/ 8 w 20"/>
                <a:gd name="T27" fmla="*/ 14 h 28"/>
                <a:gd name="T28" fmla="*/ 4 w 20"/>
                <a:gd name="T29" fmla="*/ 19 h 28"/>
                <a:gd name="T30" fmla="*/ 4 w 20"/>
                <a:gd name="T31" fmla="*/ 22 h 28"/>
                <a:gd name="T32" fmla="*/ 9 w 20"/>
                <a:gd name="T33" fmla="*/ 26 h 28"/>
                <a:gd name="T34" fmla="*/ 12 w 20"/>
                <a:gd name="T35" fmla="*/ 25 h 28"/>
                <a:gd name="T36" fmla="*/ 14 w 20"/>
                <a:gd name="T37" fmla="*/ 22 h 28"/>
                <a:gd name="T38" fmla="*/ 19 w 20"/>
                <a:gd name="T39" fmla="*/ 20 h 28"/>
                <a:gd name="T40" fmla="*/ 18 w 20"/>
                <a:gd name="T41" fmla="*/ 24 h 28"/>
                <a:gd name="T42" fmla="*/ 12 w 20"/>
                <a:gd name="T43" fmla="*/ 28 h 28"/>
                <a:gd name="T44" fmla="*/ 8 w 20"/>
                <a:gd name="T45" fmla="*/ 28 h 28"/>
                <a:gd name="T46" fmla="*/ 0 w 20"/>
                <a:gd name="T47" fmla="*/ 23 h 28"/>
                <a:gd name="T48" fmla="*/ 0 w 20"/>
                <a:gd name="T49" fmla="*/ 19 h 28"/>
                <a:gd name="T50" fmla="*/ 3 w 20"/>
                <a:gd name="T51" fmla="*/ 15 h 28"/>
                <a:gd name="T52" fmla="*/ 6 w 20"/>
                <a:gd name="T53" fmla="*/ 13 h 28"/>
                <a:gd name="T54" fmla="*/ 2 w 20"/>
                <a:gd name="T55" fmla="*/ 7 h 28"/>
                <a:gd name="T56" fmla="*/ 8 w 20"/>
                <a:gd name="T57" fmla="*/ 1 h 28"/>
                <a:gd name="T58" fmla="*/ 12 w 20"/>
                <a:gd name="T59" fmla="*/ 0 h 28"/>
                <a:gd name="T60" fmla="*/ 18 w 20"/>
                <a:gd name="T61" fmla="*/ 3 h 28"/>
                <a:gd name="T62" fmla="*/ 20 w 20"/>
                <a:gd name="T63" fmla="*/ 7 h 28"/>
                <a:gd name="T64" fmla="*/ 15 w 20"/>
                <a:gd name="T65" fmla="*/ 12 h 28"/>
                <a:gd name="T66" fmla="*/ 19 w 20"/>
                <a:gd name="T67" fmla="*/ 16 h 28"/>
                <a:gd name="T68" fmla="*/ 19 w 20"/>
                <a:gd name="T6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" h="28">
                  <a:moveTo>
                    <a:pt x="16" y="7"/>
                  </a:moveTo>
                  <a:cubicBezTo>
                    <a:pt x="16" y="6"/>
                    <a:pt x="16" y="5"/>
                    <a:pt x="15" y="4"/>
                  </a:cubicBezTo>
                  <a:cubicBezTo>
                    <a:pt x="14" y="3"/>
                    <a:pt x="13" y="3"/>
                    <a:pt x="12" y="2"/>
                  </a:cubicBezTo>
                  <a:cubicBezTo>
                    <a:pt x="10" y="2"/>
                    <a:pt x="9" y="2"/>
                    <a:pt x="8" y="3"/>
                  </a:cubicBezTo>
                  <a:cubicBezTo>
                    <a:pt x="8" y="4"/>
                    <a:pt x="7" y="4"/>
                    <a:pt x="7" y="5"/>
                  </a:cubicBezTo>
                  <a:cubicBezTo>
                    <a:pt x="7" y="6"/>
                    <a:pt x="7" y="7"/>
                    <a:pt x="8" y="8"/>
                  </a:cubicBezTo>
                  <a:cubicBezTo>
                    <a:pt x="9" y="9"/>
                    <a:pt x="9" y="9"/>
                    <a:pt x="10" y="10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5" y="11"/>
                    <a:pt x="16" y="9"/>
                    <a:pt x="16" y="7"/>
                  </a:cubicBezTo>
                  <a:moveTo>
                    <a:pt x="14" y="22"/>
                  </a:moveTo>
                  <a:cubicBezTo>
                    <a:pt x="14" y="20"/>
                    <a:pt x="14" y="18"/>
                    <a:pt x="12" y="17"/>
                  </a:cubicBezTo>
                  <a:cubicBezTo>
                    <a:pt x="11" y="16"/>
                    <a:pt x="10" y="15"/>
                    <a:pt x="8" y="1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6"/>
                    <a:pt x="4" y="17"/>
                    <a:pt x="4" y="19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5" y="24"/>
                    <a:pt x="7" y="25"/>
                    <a:pt x="9" y="26"/>
                  </a:cubicBezTo>
                  <a:cubicBezTo>
                    <a:pt x="10" y="26"/>
                    <a:pt x="11" y="26"/>
                    <a:pt x="12" y="25"/>
                  </a:cubicBezTo>
                  <a:cubicBezTo>
                    <a:pt x="13" y="24"/>
                    <a:pt x="14" y="23"/>
                    <a:pt x="14" y="22"/>
                  </a:cubicBezTo>
                  <a:moveTo>
                    <a:pt x="19" y="20"/>
                  </a:moveTo>
                  <a:cubicBezTo>
                    <a:pt x="19" y="21"/>
                    <a:pt x="19" y="23"/>
                    <a:pt x="18" y="24"/>
                  </a:cubicBezTo>
                  <a:cubicBezTo>
                    <a:pt x="16" y="26"/>
                    <a:pt x="14" y="27"/>
                    <a:pt x="12" y="28"/>
                  </a:cubicBezTo>
                  <a:cubicBezTo>
                    <a:pt x="10" y="28"/>
                    <a:pt x="9" y="28"/>
                    <a:pt x="8" y="28"/>
                  </a:cubicBezTo>
                  <a:cubicBezTo>
                    <a:pt x="4" y="27"/>
                    <a:pt x="2" y="26"/>
                    <a:pt x="0" y="23"/>
                  </a:cubicBezTo>
                  <a:cubicBezTo>
                    <a:pt x="0" y="22"/>
                    <a:pt x="0" y="21"/>
                    <a:pt x="0" y="19"/>
                  </a:cubicBezTo>
                  <a:cubicBezTo>
                    <a:pt x="0" y="17"/>
                    <a:pt x="1" y="16"/>
                    <a:pt x="3" y="15"/>
                  </a:cubicBezTo>
                  <a:cubicBezTo>
                    <a:pt x="3" y="14"/>
                    <a:pt x="4" y="14"/>
                    <a:pt x="6" y="13"/>
                  </a:cubicBezTo>
                  <a:cubicBezTo>
                    <a:pt x="3" y="12"/>
                    <a:pt x="2" y="9"/>
                    <a:pt x="2" y="7"/>
                  </a:cubicBezTo>
                  <a:cubicBezTo>
                    <a:pt x="3" y="4"/>
                    <a:pt x="5" y="2"/>
                    <a:pt x="8" y="1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5" y="1"/>
                    <a:pt x="17" y="1"/>
                    <a:pt x="18" y="3"/>
                  </a:cubicBezTo>
                  <a:cubicBezTo>
                    <a:pt x="19" y="4"/>
                    <a:pt x="20" y="5"/>
                    <a:pt x="20" y="7"/>
                  </a:cubicBezTo>
                  <a:cubicBezTo>
                    <a:pt x="19" y="9"/>
                    <a:pt x="18" y="11"/>
                    <a:pt x="15" y="12"/>
                  </a:cubicBezTo>
                  <a:cubicBezTo>
                    <a:pt x="17" y="13"/>
                    <a:pt x="18" y="14"/>
                    <a:pt x="19" y="16"/>
                  </a:cubicBezTo>
                  <a:cubicBezTo>
                    <a:pt x="19" y="17"/>
                    <a:pt x="19" y="18"/>
                    <a:pt x="19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4" name="Freeform 69"/>
            <p:cNvSpPr>
              <a:spLocks noEditPoints="1"/>
            </p:cNvSpPr>
            <p:nvPr/>
          </p:nvSpPr>
          <p:spPr bwMode="auto">
            <a:xfrm>
              <a:off x="1217951" y="718800"/>
              <a:ext cx="32895" cy="45014"/>
            </a:xfrm>
            <a:custGeom>
              <a:avLst/>
              <a:gdLst>
                <a:gd name="T0" fmla="*/ 14 w 21"/>
                <a:gd name="T1" fmla="*/ 9 h 29"/>
                <a:gd name="T2" fmla="*/ 12 w 21"/>
                <a:gd name="T3" fmla="*/ 4 h 29"/>
                <a:gd name="T4" fmla="*/ 9 w 21"/>
                <a:gd name="T5" fmla="*/ 2 h 29"/>
                <a:gd name="T6" fmla="*/ 6 w 21"/>
                <a:gd name="T7" fmla="*/ 5 h 29"/>
                <a:gd name="T8" fmla="*/ 6 w 21"/>
                <a:gd name="T9" fmla="*/ 8 h 29"/>
                <a:gd name="T10" fmla="*/ 8 w 21"/>
                <a:gd name="T11" fmla="*/ 13 h 29"/>
                <a:gd name="T12" fmla="*/ 11 w 21"/>
                <a:gd name="T13" fmla="*/ 14 h 29"/>
                <a:gd name="T14" fmla="*/ 14 w 21"/>
                <a:gd name="T15" fmla="*/ 11 h 29"/>
                <a:gd name="T16" fmla="*/ 14 w 21"/>
                <a:gd name="T17" fmla="*/ 9 h 29"/>
                <a:gd name="T18" fmla="*/ 20 w 21"/>
                <a:gd name="T19" fmla="*/ 10 h 29"/>
                <a:gd name="T20" fmla="*/ 19 w 21"/>
                <a:gd name="T21" fmla="*/ 19 h 29"/>
                <a:gd name="T22" fmla="*/ 14 w 21"/>
                <a:gd name="T23" fmla="*/ 25 h 29"/>
                <a:gd name="T24" fmla="*/ 7 w 21"/>
                <a:gd name="T25" fmla="*/ 29 h 29"/>
                <a:gd name="T26" fmla="*/ 5 w 21"/>
                <a:gd name="T27" fmla="*/ 28 h 29"/>
                <a:gd name="T28" fmla="*/ 5 w 21"/>
                <a:gd name="T29" fmla="*/ 27 h 29"/>
                <a:gd name="T30" fmla="*/ 7 w 21"/>
                <a:gd name="T31" fmla="*/ 27 h 29"/>
                <a:gd name="T32" fmla="*/ 12 w 21"/>
                <a:gd name="T33" fmla="*/ 24 h 29"/>
                <a:gd name="T34" fmla="*/ 14 w 21"/>
                <a:gd name="T35" fmla="*/ 21 h 29"/>
                <a:gd name="T36" fmla="*/ 15 w 21"/>
                <a:gd name="T37" fmla="*/ 14 h 29"/>
                <a:gd name="T38" fmla="*/ 12 w 21"/>
                <a:gd name="T39" fmla="*/ 17 h 29"/>
                <a:gd name="T40" fmla="*/ 9 w 21"/>
                <a:gd name="T41" fmla="*/ 18 h 29"/>
                <a:gd name="T42" fmla="*/ 4 w 21"/>
                <a:gd name="T43" fmla="*/ 17 h 29"/>
                <a:gd name="T44" fmla="*/ 1 w 21"/>
                <a:gd name="T45" fmla="*/ 11 h 29"/>
                <a:gd name="T46" fmla="*/ 4 w 21"/>
                <a:gd name="T47" fmla="*/ 2 h 29"/>
                <a:gd name="T48" fmla="*/ 9 w 21"/>
                <a:gd name="T49" fmla="*/ 0 h 29"/>
                <a:gd name="T50" fmla="*/ 18 w 21"/>
                <a:gd name="T51" fmla="*/ 4 h 29"/>
                <a:gd name="T52" fmla="*/ 20 w 21"/>
                <a:gd name="T53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29">
                  <a:moveTo>
                    <a:pt x="14" y="9"/>
                  </a:move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7" y="3"/>
                    <a:pt x="6" y="3"/>
                    <a:pt x="6" y="5"/>
                  </a:cubicBezTo>
                  <a:cubicBezTo>
                    <a:pt x="6" y="6"/>
                    <a:pt x="6" y="7"/>
                    <a:pt x="6" y="8"/>
                  </a:cubicBezTo>
                  <a:cubicBezTo>
                    <a:pt x="6" y="10"/>
                    <a:pt x="7" y="12"/>
                    <a:pt x="8" y="13"/>
                  </a:cubicBezTo>
                  <a:cubicBezTo>
                    <a:pt x="9" y="14"/>
                    <a:pt x="10" y="14"/>
                    <a:pt x="11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11"/>
                    <a:pt x="14" y="10"/>
                    <a:pt x="14" y="9"/>
                  </a:cubicBezTo>
                  <a:moveTo>
                    <a:pt x="20" y="10"/>
                  </a:moveTo>
                  <a:cubicBezTo>
                    <a:pt x="21" y="13"/>
                    <a:pt x="20" y="16"/>
                    <a:pt x="19" y="19"/>
                  </a:cubicBezTo>
                  <a:cubicBezTo>
                    <a:pt x="18" y="21"/>
                    <a:pt x="17" y="24"/>
                    <a:pt x="14" y="25"/>
                  </a:cubicBezTo>
                  <a:cubicBezTo>
                    <a:pt x="12" y="27"/>
                    <a:pt x="9" y="28"/>
                    <a:pt x="7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6" y="27"/>
                    <a:pt x="7" y="27"/>
                  </a:cubicBezTo>
                  <a:cubicBezTo>
                    <a:pt x="9" y="26"/>
                    <a:pt x="11" y="25"/>
                    <a:pt x="12" y="24"/>
                  </a:cubicBezTo>
                  <a:cubicBezTo>
                    <a:pt x="13" y="23"/>
                    <a:pt x="13" y="22"/>
                    <a:pt x="14" y="21"/>
                  </a:cubicBezTo>
                  <a:cubicBezTo>
                    <a:pt x="15" y="19"/>
                    <a:pt x="15" y="17"/>
                    <a:pt x="15" y="14"/>
                  </a:cubicBezTo>
                  <a:cubicBezTo>
                    <a:pt x="13" y="16"/>
                    <a:pt x="12" y="17"/>
                    <a:pt x="12" y="17"/>
                  </a:cubicBezTo>
                  <a:cubicBezTo>
                    <a:pt x="11" y="17"/>
                    <a:pt x="10" y="18"/>
                    <a:pt x="9" y="18"/>
                  </a:cubicBezTo>
                  <a:cubicBezTo>
                    <a:pt x="7" y="18"/>
                    <a:pt x="5" y="18"/>
                    <a:pt x="4" y="17"/>
                  </a:cubicBezTo>
                  <a:cubicBezTo>
                    <a:pt x="2" y="15"/>
                    <a:pt x="1" y="14"/>
                    <a:pt x="1" y="11"/>
                  </a:cubicBezTo>
                  <a:cubicBezTo>
                    <a:pt x="0" y="7"/>
                    <a:pt x="1" y="4"/>
                    <a:pt x="4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13" y="0"/>
                    <a:pt x="16" y="1"/>
                    <a:pt x="18" y="4"/>
                  </a:cubicBezTo>
                  <a:cubicBezTo>
                    <a:pt x="19" y="5"/>
                    <a:pt x="20" y="7"/>
                    <a:pt x="2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5" name="Freeform 70"/>
            <p:cNvSpPr>
              <a:spLocks noEditPoints="1"/>
            </p:cNvSpPr>
            <p:nvPr/>
          </p:nvSpPr>
          <p:spPr bwMode="auto">
            <a:xfrm>
              <a:off x="1287204" y="698024"/>
              <a:ext cx="36358" cy="46746"/>
            </a:xfrm>
            <a:custGeom>
              <a:avLst/>
              <a:gdLst>
                <a:gd name="T0" fmla="*/ 19 w 23"/>
                <a:gd name="T1" fmla="*/ 19 h 29"/>
                <a:gd name="T2" fmla="*/ 14 w 23"/>
                <a:gd name="T3" fmla="*/ 16 h 29"/>
                <a:gd name="T4" fmla="*/ 10 w 23"/>
                <a:gd name="T5" fmla="*/ 16 h 29"/>
                <a:gd name="T6" fmla="*/ 9 w 23"/>
                <a:gd name="T7" fmla="*/ 16 h 29"/>
                <a:gd name="T8" fmla="*/ 9 w 23"/>
                <a:gd name="T9" fmla="*/ 22 h 29"/>
                <a:gd name="T10" fmla="*/ 11 w 23"/>
                <a:gd name="T11" fmla="*/ 25 h 29"/>
                <a:gd name="T12" fmla="*/ 16 w 23"/>
                <a:gd name="T13" fmla="*/ 25 h 29"/>
                <a:gd name="T14" fmla="*/ 19 w 23"/>
                <a:gd name="T15" fmla="*/ 23 h 29"/>
                <a:gd name="T16" fmla="*/ 19 w 23"/>
                <a:gd name="T17" fmla="*/ 19 h 29"/>
                <a:gd name="T18" fmla="*/ 13 w 23"/>
                <a:gd name="T19" fmla="*/ 6 h 29"/>
                <a:gd name="T20" fmla="*/ 10 w 23"/>
                <a:gd name="T21" fmla="*/ 3 h 29"/>
                <a:gd name="T22" fmla="*/ 7 w 23"/>
                <a:gd name="T23" fmla="*/ 4 h 29"/>
                <a:gd name="T24" fmla="*/ 4 w 23"/>
                <a:gd name="T25" fmla="*/ 6 h 29"/>
                <a:gd name="T26" fmla="*/ 4 w 23"/>
                <a:gd name="T27" fmla="*/ 9 h 29"/>
                <a:gd name="T28" fmla="*/ 7 w 23"/>
                <a:gd name="T29" fmla="*/ 11 h 29"/>
                <a:gd name="T30" fmla="*/ 9 w 23"/>
                <a:gd name="T31" fmla="*/ 11 h 29"/>
                <a:gd name="T32" fmla="*/ 11 w 23"/>
                <a:gd name="T33" fmla="*/ 11 h 29"/>
                <a:gd name="T34" fmla="*/ 12 w 23"/>
                <a:gd name="T35" fmla="*/ 11 h 29"/>
                <a:gd name="T36" fmla="*/ 13 w 23"/>
                <a:gd name="T37" fmla="*/ 6 h 29"/>
                <a:gd name="T38" fmla="*/ 22 w 23"/>
                <a:gd name="T39" fmla="*/ 15 h 29"/>
                <a:gd name="T40" fmla="*/ 23 w 23"/>
                <a:gd name="T41" fmla="*/ 19 h 29"/>
                <a:gd name="T42" fmla="*/ 20 w 23"/>
                <a:gd name="T43" fmla="*/ 25 h 29"/>
                <a:gd name="T44" fmla="*/ 16 w 23"/>
                <a:gd name="T45" fmla="*/ 27 h 29"/>
                <a:gd name="T46" fmla="*/ 8 w 23"/>
                <a:gd name="T47" fmla="*/ 27 h 29"/>
                <a:gd name="T48" fmla="*/ 5 w 23"/>
                <a:gd name="T49" fmla="*/ 24 h 29"/>
                <a:gd name="T50" fmla="*/ 5 w 23"/>
                <a:gd name="T51" fmla="*/ 19 h 29"/>
                <a:gd name="T52" fmla="*/ 7 w 23"/>
                <a:gd name="T53" fmla="*/ 16 h 29"/>
                <a:gd name="T54" fmla="*/ 1 w 23"/>
                <a:gd name="T55" fmla="*/ 12 h 29"/>
                <a:gd name="T56" fmla="*/ 2 w 23"/>
                <a:gd name="T57" fmla="*/ 4 h 29"/>
                <a:gd name="T58" fmla="*/ 6 w 23"/>
                <a:gd name="T59" fmla="*/ 1 h 29"/>
                <a:gd name="T60" fmla="*/ 12 w 23"/>
                <a:gd name="T61" fmla="*/ 1 h 29"/>
                <a:gd name="T62" fmla="*/ 16 w 23"/>
                <a:gd name="T63" fmla="*/ 4 h 29"/>
                <a:gd name="T64" fmla="*/ 14 w 23"/>
                <a:gd name="T65" fmla="*/ 11 h 29"/>
                <a:gd name="T66" fmla="*/ 19 w 23"/>
                <a:gd name="T67" fmla="*/ 12 h 29"/>
                <a:gd name="T68" fmla="*/ 22 w 23"/>
                <a:gd name="T6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" h="29">
                  <a:moveTo>
                    <a:pt x="19" y="19"/>
                  </a:moveTo>
                  <a:cubicBezTo>
                    <a:pt x="18" y="17"/>
                    <a:pt x="16" y="16"/>
                    <a:pt x="14" y="16"/>
                  </a:cubicBezTo>
                  <a:cubicBezTo>
                    <a:pt x="13" y="16"/>
                    <a:pt x="11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8"/>
                    <a:pt x="8" y="20"/>
                    <a:pt x="9" y="22"/>
                  </a:cubicBezTo>
                  <a:cubicBezTo>
                    <a:pt x="9" y="23"/>
                    <a:pt x="10" y="24"/>
                    <a:pt x="11" y="25"/>
                  </a:cubicBezTo>
                  <a:cubicBezTo>
                    <a:pt x="12" y="26"/>
                    <a:pt x="14" y="26"/>
                    <a:pt x="16" y="25"/>
                  </a:cubicBezTo>
                  <a:cubicBezTo>
                    <a:pt x="17" y="25"/>
                    <a:pt x="18" y="24"/>
                    <a:pt x="19" y="23"/>
                  </a:cubicBezTo>
                  <a:cubicBezTo>
                    <a:pt x="19" y="21"/>
                    <a:pt x="19" y="20"/>
                    <a:pt x="19" y="19"/>
                  </a:cubicBezTo>
                  <a:moveTo>
                    <a:pt x="13" y="6"/>
                  </a:moveTo>
                  <a:cubicBezTo>
                    <a:pt x="12" y="5"/>
                    <a:pt x="11" y="4"/>
                    <a:pt x="10" y="3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5" y="4"/>
                    <a:pt x="5" y="5"/>
                    <a:pt x="4" y="6"/>
                  </a:cubicBezTo>
                  <a:cubicBezTo>
                    <a:pt x="4" y="7"/>
                    <a:pt x="4" y="8"/>
                    <a:pt x="4" y="9"/>
                  </a:cubicBezTo>
                  <a:cubicBezTo>
                    <a:pt x="5" y="10"/>
                    <a:pt x="5" y="10"/>
                    <a:pt x="7" y="11"/>
                  </a:cubicBezTo>
                  <a:cubicBezTo>
                    <a:pt x="7" y="11"/>
                    <a:pt x="8" y="11"/>
                    <a:pt x="9" y="11"/>
                  </a:cubicBezTo>
                  <a:cubicBezTo>
                    <a:pt x="9" y="11"/>
                    <a:pt x="10" y="11"/>
                    <a:pt x="11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8"/>
                    <a:pt x="13" y="6"/>
                  </a:cubicBezTo>
                  <a:moveTo>
                    <a:pt x="22" y="15"/>
                  </a:moveTo>
                  <a:cubicBezTo>
                    <a:pt x="23" y="16"/>
                    <a:pt x="23" y="18"/>
                    <a:pt x="23" y="19"/>
                  </a:cubicBezTo>
                  <a:cubicBezTo>
                    <a:pt x="23" y="21"/>
                    <a:pt x="22" y="24"/>
                    <a:pt x="20" y="25"/>
                  </a:cubicBezTo>
                  <a:cubicBezTo>
                    <a:pt x="19" y="26"/>
                    <a:pt x="18" y="27"/>
                    <a:pt x="16" y="27"/>
                  </a:cubicBezTo>
                  <a:cubicBezTo>
                    <a:pt x="13" y="29"/>
                    <a:pt x="10" y="29"/>
                    <a:pt x="8" y="27"/>
                  </a:cubicBezTo>
                  <a:cubicBezTo>
                    <a:pt x="7" y="27"/>
                    <a:pt x="6" y="26"/>
                    <a:pt x="5" y="24"/>
                  </a:cubicBezTo>
                  <a:cubicBezTo>
                    <a:pt x="4" y="23"/>
                    <a:pt x="4" y="21"/>
                    <a:pt x="5" y="19"/>
                  </a:cubicBezTo>
                  <a:cubicBezTo>
                    <a:pt x="5" y="18"/>
                    <a:pt x="6" y="18"/>
                    <a:pt x="7" y="16"/>
                  </a:cubicBezTo>
                  <a:cubicBezTo>
                    <a:pt x="4" y="16"/>
                    <a:pt x="2" y="15"/>
                    <a:pt x="1" y="12"/>
                  </a:cubicBezTo>
                  <a:cubicBezTo>
                    <a:pt x="0" y="9"/>
                    <a:pt x="0" y="7"/>
                    <a:pt x="2" y="4"/>
                  </a:cubicBezTo>
                  <a:cubicBezTo>
                    <a:pt x="3" y="3"/>
                    <a:pt x="5" y="2"/>
                    <a:pt x="6" y="1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1"/>
                    <a:pt x="15" y="2"/>
                    <a:pt x="16" y="4"/>
                  </a:cubicBezTo>
                  <a:cubicBezTo>
                    <a:pt x="17" y="6"/>
                    <a:pt x="16" y="8"/>
                    <a:pt x="14" y="11"/>
                  </a:cubicBezTo>
                  <a:cubicBezTo>
                    <a:pt x="16" y="11"/>
                    <a:pt x="18" y="11"/>
                    <a:pt x="19" y="12"/>
                  </a:cubicBezTo>
                  <a:cubicBezTo>
                    <a:pt x="21" y="12"/>
                    <a:pt x="21" y="13"/>
                    <a:pt x="2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6" name="Freeform 71"/>
            <p:cNvSpPr>
              <a:spLocks noEditPoints="1"/>
            </p:cNvSpPr>
            <p:nvPr/>
          </p:nvSpPr>
          <p:spPr bwMode="auto">
            <a:xfrm>
              <a:off x="890731" y="168239"/>
              <a:ext cx="618083" cy="621545"/>
            </a:xfrm>
            <a:custGeom>
              <a:avLst/>
              <a:gdLst>
                <a:gd name="T0" fmla="*/ 123 w 396"/>
                <a:gd name="T1" fmla="*/ 374 h 396"/>
                <a:gd name="T2" fmla="*/ 63 w 396"/>
                <a:gd name="T3" fmla="*/ 333 h 396"/>
                <a:gd name="T4" fmla="*/ 22 w 396"/>
                <a:gd name="T5" fmla="*/ 272 h 396"/>
                <a:gd name="T6" fmla="*/ 7 w 396"/>
                <a:gd name="T7" fmla="*/ 198 h 396"/>
                <a:gd name="T8" fmla="*/ 22 w 396"/>
                <a:gd name="T9" fmla="*/ 123 h 396"/>
                <a:gd name="T10" fmla="*/ 63 w 396"/>
                <a:gd name="T11" fmla="*/ 62 h 396"/>
                <a:gd name="T12" fmla="*/ 123 w 396"/>
                <a:gd name="T13" fmla="*/ 21 h 396"/>
                <a:gd name="T14" fmla="*/ 198 w 396"/>
                <a:gd name="T15" fmla="*/ 6 h 396"/>
                <a:gd name="T16" fmla="*/ 272 w 396"/>
                <a:gd name="T17" fmla="*/ 21 h 396"/>
                <a:gd name="T18" fmla="*/ 333 w 396"/>
                <a:gd name="T19" fmla="*/ 62 h 396"/>
                <a:gd name="T20" fmla="*/ 374 w 396"/>
                <a:gd name="T21" fmla="*/ 123 h 396"/>
                <a:gd name="T22" fmla="*/ 389 w 396"/>
                <a:gd name="T23" fmla="*/ 198 h 396"/>
                <a:gd name="T24" fmla="*/ 374 w 396"/>
                <a:gd name="T25" fmla="*/ 272 h 396"/>
                <a:gd name="T26" fmla="*/ 333 w 396"/>
                <a:gd name="T27" fmla="*/ 333 h 396"/>
                <a:gd name="T28" fmla="*/ 272 w 396"/>
                <a:gd name="T29" fmla="*/ 374 h 396"/>
                <a:gd name="T30" fmla="*/ 198 w 396"/>
                <a:gd name="T31" fmla="*/ 389 h 396"/>
                <a:gd name="T32" fmla="*/ 123 w 396"/>
                <a:gd name="T33" fmla="*/ 374 h 396"/>
                <a:gd name="T34" fmla="*/ 121 w 396"/>
                <a:gd name="T35" fmla="*/ 15 h 396"/>
                <a:gd name="T36" fmla="*/ 58 w 396"/>
                <a:gd name="T37" fmla="*/ 58 h 396"/>
                <a:gd name="T38" fmla="*/ 16 w 396"/>
                <a:gd name="T39" fmla="*/ 121 h 396"/>
                <a:gd name="T40" fmla="*/ 0 w 396"/>
                <a:gd name="T41" fmla="*/ 198 h 396"/>
                <a:gd name="T42" fmla="*/ 16 w 396"/>
                <a:gd name="T43" fmla="*/ 275 h 396"/>
                <a:gd name="T44" fmla="*/ 58 w 396"/>
                <a:gd name="T45" fmla="*/ 338 h 396"/>
                <a:gd name="T46" fmla="*/ 121 w 396"/>
                <a:gd name="T47" fmla="*/ 380 h 396"/>
                <a:gd name="T48" fmla="*/ 198 w 396"/>
                <a:gd name="T49" fmla="*/ 396 h 396"/>
                <a:gd name="T50" fmla="*/ 275 w 396"/>
                <a:gd name="T51" fmla="*/ 380 h 396"/>
                <a:gd name="T52" fmla="*/ 338 w 396"/>
                <a:gd name="T53" fmla="*/ 338 h 396"/>
                <a:gd name="T54" fmla="*/ 380 w 396"/>
                <a:gd name="T55" fmla="*/ 275 h 396"/>
                <a:gd name="T56" fmla="*/ 396 w 396"/>
                <a:gd name="T57" fmla="*/ 198 h 396"/>
                <a:gd name="T58" fmla="*/ 380 w 396"/>
                <a:gd name="T59" fmla="*/ 121 h 396"/>
                <a:gd name="T60" fmla="*/ 338 w 396"/>
                <a:gd name="T61" fmla="*/ 58 h 396"/>
                <a:gd name="T62" fmla="*/ 275 w 396"/>
                <a:gd name="T63" fmla="*/ 15 h 396"/>
                <a:gd name="T64" fmla="*/ 198 w 396"/>
                <a:gd name="T65" fmla="*/ 0 h 396"/>
                <a:gd name="T66" fmla="*/ 121 w 396"/>
                <a:gd name="T67" fmla="*/ 1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6" h="396">
                  <a:moveTo>
                    <a:pt x="123" y="374"/>
                  </a:moveTo>
                  <a:cubicBezTo>
                    <a:pt x="101" y="364"/>
                    <a:pt x="80" y="351"/>
                    <a:pt x="63" y="333"/>
                  </a:cubicBezTo>
                  <a:cubicBezTo>
                    <a:pt x="45" y="315"/>
                    <a:pt x="31" y="295"/>
                    <a:pt x="22" y="272"/>
                  </a:cubicBezTo>
                  <a:cubicBezTo>
                    <a:pt x="12" y="249"/>
                    <a:pt x="7" y="224"/>
                    <a:pt x="7" y="198"/>
                  </a:cubicBezTo>
                  <a:cubicBezTo>
                    <a:pt x="7" y="172"/>
                    <a:pt x="12" y="147"/>
                    <a:pt x="22" y="123"/>
                  </a:cubicBezTo>
                  <a:cubicBezTo>
                    <a:pt x="31" y="100"/>
                    <a:pt x="45" y="80"/>
                    <a:pt x="63" y="62"/>
                  </a:cubicBezTo>
                  <a:cubicBezTo>
                    <a:pt x="80" y="45"/>
                    <a:pt x="101" y="31"/>
                    <a:pt x="123" y="21"/>
                  </a:cubicBezTo>
                  <a:cubicBezTo>
                    <a:pt x="147" y="11"/>
                    <a:pt x="172" y="6"/>
                    <a:pt x="198" y="6"/>
                  </a:cubicBezTo>
                  <a:cubicBezTo>
                    <a:pt x="224" y="6"/>
                    <a:pt x="249" y="11"/>
                    <a:pt x="272" y="21"/>
                  </a:cubicBezTo>
                  <a:cubicBezTo>
                    <a:pt x="295" y="31"/>
                    <a:pt x="315" y="45"/>
                    <a:pt x="333" y="62"/>
                  </a:cubicBezTo>
                  <a:cubicBezTo>
                    <a:pt x="351" y="80"/>
                    <a:pt x="364" y="100"/>
                    <a:pt x="374" y="123"/>
                  </a:cubicBezTo>
                  <a:cubicBezTo>
                    <a:pt x="384" y="147"/>
                    <a:pt x="389" y="172"/>
                    <a:pt x="389" y="198"/>
                  </a:cubicBezTo>
                  <a:cubicBezTo>
                    <a:pt x="389" y="224"/>
                    <a:pt x="384" y="249"/>
                    <a:pt x="374" y="272"/>
                  </a:cubicBezTo>
                  <a:cubicBezTo>
                    <a:pt x="364" y="295"/>
                    <a:pt x="351" y="315"/>
                    <a:pt x="333" y="333"/>
                  </a:cubicBezTo>
                  <a:cubicBezTo>
                    <a:pt x="315" y="351"/>
                    <a:pt x="295" y="364"/>
                    <a:pt x="272" y="374"/>
                  </a:cubicBezTo>
                  <a:cubicBezTo>
                    <a:pt x="249" y="384"/>
                    <a:pt x="224" y="389"/>
                    <a:pt x="198" y="389"/>
                  </a:cubicBezTo>
                  <a:cubicBezTo>
                    <a:pt x="172" y="389"/>
                    <a:pt x="147" y="384"/>
                    <a:pt x="123" y="374"/>
                  </a:cubicBezTo>
                  <a:moveTo>
                    <a:pt x="121" y="15"/>
                  </a:moveTo>
                  <a:cubicBezTo>
                    <a:pt x="97" y="25"/>
                    <a:pt x="76" y="40"/>
                    <a:pt x="58" y="58"/>
                  </a:cubicBezTo>
                  <a:cubicBezTo>
                    <a:pt x="40" y="76"/>
                    <a:pt x="26" y="97"/>
                    <a:pt x="16" y="121"/>
                  </a:cubicBezTo>
                  <a:cubicBezTo>
                    <a:pt x="5" y="145"/>
                    <a:pt x="0" y="171"/>
                    <a:pt x="0" y="198"/>
                  </a:cubicBezTo>
                  <a:cubicBezTo>
                    <a:pt x="0" y="224"/>
                    <a:pt x="5" y="250"/>
                    <a:pt x="16" y="275"/>
                  </a:cubicBezTo>
                  <a:cubicBezTo>
                    <a:pt x="26" y="298"/>
                    <a:pt x="40" y="319"/>
                    <a:pt x="58" y="338"/>
                  </a:cubicBezTo>
                  <a:cubicBezTo>
                    <a:pt x="76" y="356"/>
                    <a:pt x="97" y="370"/>
                    <a:pt x="121" y="380"/>
                  </a:cubicBezTo>
                  <a:cubicBezTo>
                    <a:pt x="145" y="390"/>
                    <a:pt x="171" y="396"/>
                    <a:pt x="198" y="396"/>
                  </a:cubicBezTo>
                  <a:cubicBezTo>
                    <a:pt x="225" y="396"/>
                    <a:pt x="250" y="390"/>
                    <a:pt x="275" y="380"/>
                  </a:cubicBezTo>
                  <a:cubicBezTo>
                    <a:pt x="298" y="370"/>
                    <a:pt x="320" y="356"/>
                    <a:pt x="338" y="338"/>
                  </a:cubicBezTo>
                  <a:cubicBezTo>
                    <a:pt x="356" y="319"/>
                    <a:pt x="370" y="298"/>
                    <a:pt x="380" y="275"/>
                  </a:cubicBezTo>
                  <a:cubicBezTo>
                    <a:pt x="390" y="250"/>
                    <a:pt x="396" y="224"/>
                    <a:pt x="396" y="198"/>
                  </a:cubicBezTo>
                  <a:cubicBezTo>
                    <a:pt x="396" y="171"/>
                    <a:pt x="390" y="145"/>
                    <a:pt x="380" y="121"/>
                  </a:cubicBezTo>
                  <a:cubicBezTo>
                    <a:pt x="370" y="97"/>
                    <a:pt x="356" y="76"/>
                    <a:pt x="338" y="58"/>
                  </a:cubicBezTo>
                  <a:cubicBezTo>
                    <a:pt x="320" y="40"/>
                    <a:pt x="298" y="25"/>
                    <a:pt x="275" y="15"/>
                  </a:cubicBezTo>
                  <a:cubicBezTo>
                    <a:pt x="250" y="5"/>
                    <a:pt x="225" y="0"/>
                    <a:pt x="198" y="0"/>
                  </a:cubicBezTo>
                  <a:cubicBezTo>
                    <a:pt x="171" y="0"/>
                    <a:pt x="145" y="5"/>
                    <a:pt x="121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7" name="Freeform 72"/>
            <p:cNvSpPr>
              <a:spLocks noEditPoints="1"/>
            </p:cNvSpPr>
            <p:nvPr/>
          </p:nvSpPr>
          <p:spPr bwMode="auto">
            <a:xfrm>
              <a:off x="972103" y="247880"/>
              <a:ext cx="455339" cy="460532"/>
            </a:xfrm>
            <a:custGeom>
              <a:avLst/>
              <a:gdLst>
                <a:gd name="T0" fmla="*/ 91 w 292"/>
                <a:gd name="T1" fmla="*/ 277 h 293"/>
                <a:gd name="T2" fmla="*/ 45 w 292"/>
                <a:gd name="T3" fmla="*/ 247 h 293"/>
                <a:gd name="T4" fmla="*/ 15 w 292"/>
                <a:gd name="T5" fmla="*/ 202 h 293"/>
                <a:gd name="T6" fmla="*/ 4 w 292"/>
                <a:gd name="T7" fmla="*/ 147 h 293"/>
                <a:gd name="T8" fmla="*/ 15 w 292"/>
                <a:gd name="T9" fmla="*/ 91 h 293"/>
                <a:gd name="T10" fmla="*/ 45 w 292"/>
                <a:gd name="T11" fmla="*/ 46 h 293"/>
                <a:gd name="T12" fmla="*/ 91 w 292"/>
                <a:gd name="T13" fmla="*/ 16 h 293"/>
                <a:gd name="T14" fmla="*/ 146 w 292"/>
                <a:gd name="T15" fmla="*/ 5 h 293"/>
                <a:gd name="T16" fmla="*/ 201 w 292"/>
                <a:gd name="T17" fmla="*/ 16 h 293"/>
                <a:gd name="T18" fmla="*/ 246 w 292"/>
                <a:gd name="T19" fmla="*/ 46 h 293"/>
                <a:gd name="T20" fmla="*/ 277 w 292"/>
                <a:gd name="T21" fmla="*/ 91 h 293"/>
                <a:gd name="T22" fmla="*/ 288 w 292"/>
                <a:gd name="T23" fmla="*/ 147 h 293"/>
                <a:gd name="T24" fmla="*/ 277 w 292"/>
                <a:gd name="T25" fmla="*/ 202 h 293"/>
                <a:gd name="T26" fmla="*/ 246 w 292"/>
                <a:gd name="T27" fmla="*/ 247 h 293"/>
                <a:gd name="T28" fmla="*/ 201 w 292"/>
                <a:gd name="T29" fmla="*/ 277 h 293"/>
                <a:gd name="T30" fmla="*/ 146 w 292"/>
                <a:gd name="T31" fmla="*/ 289 h 293"/>
                <a:gd name="T32" fmla="*/ 91 w 292"/>
                <a:gd name="T33" fmla="*/ 277 h 293"/>
                <a:gd name="T34" fmla="*/ 89 w 292"/>
                <a:gd name="T35" fmla="*/ 12 h 293"/>
                <a:gd name="T36" fmla="*/ 42 w 292"/>
                <a:gd name="T37" fmla="*/ 43 h 293"/>
                <a:gd name="T38" fmla="*/ 11 w 292"/>
                <a:gd name="T39" fmla="*/ 90 h 293"/>
                <a:gd name="T40" fmla="*/ 0 w 292"/>
                <a:gd name="T41" fmla="*/ 147 h 293"/>
                <a:gd name="T42" fmla="*/ 11 w 292"/>
                <a:gd name="T43" fmla="*/ 204 h 293"/>
                <a:gd name="T44" fmla="*/ 42 w 292"/>
                <a:gd name="T45" fmla="*/ 250 h 293"/>
                <a:gd name="T46" fmla="*/ 89 w 292"/>
                <a:gd name="T47" fmla="*/ 281 h 293"/>
                <a:gd name="T48" fmla="*/ 146 w 292"/>
                <a:gd name="T49" fmla="*/ 293 h 293"/>
                <a:gd name="T50" fmla="*/ 203 w 292"/>
                <a:gd name="T51" fmla="*/ 281 h 293"/>
                <a:gd name="T52" fmla="*/ 249 w 292"/>
                <a:gd name="T53" fmla="*/ 250 h 293"/>
                <a:gd name="T54" fmla="*/ 281 w 292"/>
                <a:gd name="T55" fmla="*/ 204 h 293"/>
                <a:gd name="T56" fmla="*/ 292 w 292"/>
                <a:gd name="T57" fmla="*/ 147 h 293"/>
                <a:gd name="T58" fmla="*/ 281 w 292"/>
                <a:gd name="T59" fmla="*/ 90 h 293"/>
                <a:gd name="T60" fmla="*/ 249 w 292"/>
                <a:gd name="T61" fmla="*/ 43 h 293"/>
                <a:gd name="T62" fmla="*/ 203 w 292"/>
                <a:gd name="T63" fmla="*/ 12 h 293"/>
                <a:gd name="T64" fmla="*/ 146 w 292"/>
                <a:gd name="T65" fmla="*/ 0 h 293"/>
                <a:gd name="T66" fmla="*/ 89 w 292"/>
                <a:gd name="T67" fmla="*/ 1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92" h="293">
                  <a:moveTo>
                    <a:pt x="91" y="277"/>
                  </a:moveTo>
                  <a:cubicBezTo>
                    <a:pt x="74" y="270"/>
                    <a:pt x="59" y="260"/>
                    <a:pt x="45" y="247"/>
                  </a:cubicBezTo>
                  <a:cubicBezTo>
                    <a:pt x="32" y="234"/>
                    <a:pt x="22" y="219"/>
                    <a:pt x="15" y="202"/>
                  </a:cubicBezTo>
                  <a:cubicBezTo>
                    <a:pt x="8" y="184"/>
                    <a:pt x="4" y="166"/>
                    <a:pt x="4" y="147"/>
                  </a:cubicBezTo>
                  <a:cubicBezTo>
                    <a:pt x="4" y="128"/>
                    <a:pt x="8" y="109"/>
                    <a:pt x="15" y="91"/>
                  </a:cubicBezTo>
                  <a:cubicBezTo>
                    <a:pt x="22" y="75"/>
                    <a:pt x="32" y="59"/>
                    <a:pt x="45" y="46"/>
                  </a:cubicBezTo>
                  <a:cubicBezTo>
                    <a:pt x="59" y="33"/>
                    <a:pt x="74" y="23"/>
                    <a:pt x="91" y="16"/>
                  </a:cubicBezTo>
                  <a:cubicBezTo>
                    <a:pt x="108" y="9"/>
                    <a:pt x="127" y="5"/>
                    <a:pt x="146" y="5"/>
                  </a:cubicBezTo>
                  <a:cubicBezTo>
                    <a:pt x="165" y="5"/>
                    <a:pt x="184" y="9"/>
                    <a:pt x="201" y="16"/>
                  </a:cubicBezTo>
                  <a:cubicBezTo>
                    <a:pt x="218" y="23"/>
                    <a:pt x="233" y="33"/>
                    <a:pt x="246" y="46"/>
                  </a:cubicBezTo>
                  <a:cubicBezTo>
                    <a:pt x="259" y="59"/>
                    <a:pt x="269" y="75"/>
                    <a:pt x="277" y="91"/>
                  </a:cubicBezTo>
                  <a:cubicBezTo>
                    <a:pt x="284" y="109"/>
                    <a:pt x="288" y="128"/>
                    <a:pt x="288" y="147"/>
                  </a:cubicBezTo>
                  <a:cubicBezTo>
                    <a:pt x="288" y="166"/>
                    <a:pt x="284" y="184"/>
                    <a:pt x="277" y="202"/>
                  </a:cubicBezTo>
                  <a:cubicBezTo>
                    <a:pt x="269" y="219"/>
                    <a:pt x="259" y="234"/>
                    <a:pt x="246" y="247"/>
                  </a:cubicBezTo>
                  <a:cubicBezTo>
                    <a:pt x="233" y="260"/>
                    <a:pt x="218" y="270"/>
                    <a:pt x="201" y="277"/>
                  </a:cubicBezTo>
                  <a:cubicBezTo>
                    <a:pt x="184" y="285"/>
                    <a:pt x="165" y="289"/>
                    <a:pt x="146" y="289"/>
                  </a:cubicBezTo>
                  <a:cubicBezTo>
                    <a:pt x="127" y="289"/>
                    <a:pt x="108" y="285"/>
                    <a:pt x="91" y="277"/>
                  </a:cubicBezTo>
                  <a:moveTo>
                    <a:pt x="89" y="12"/>
                  </a:moveTo>
                  <a:cubicBezTo>
                    <a:pt x="71" y="19"/>
                    <a:pt x="56" y="30"/>
                    <a:pt x="42" y="43"/>
                  </a:cubicBezTo>
                  <a:cubicBezTo>
                    <a:pt x="29" y="57"/>
                    <a:pt x="18" y="72"/>
                    <a:pt x="11" y="90"/>
                  </a:cubicBezTo>
                  <a:cubicBezTo>
                    <a:pt x="3" y="108"/>
                    <a:pt x="0" y="127"/>
                    <a:pt x="0" y="147"/>
                  </a:cubicBezTo>
                  <a:cubicBezTo>
                    <a:pt x="0" y="166"/>
                    <a:pt x="3" y="186"/>
                    <a:pt x="11" y="204"/>
                  </a:cubicBezTo>
                  <a:cubicBezTo>
                    <a:pt x="18" y="221"/>
                    <a:pt x="29" y="237"/>
                    <a:pt x="42" y="250"/>
                  </a:cubicBezTo>
                  <a:cubicBezTo>
                    <a:pt x="56" y="264"/>
                    <a:pt x="71" y="274"/>
                    <a:pt x="89" y="281"/>
                  </a:cubicBezTo>
                  <a:cubicBezTo>
                    <a:pt x="107" y="289"/>
                    <a:pt x="126" y="293"/>
                    <a:pt x="146" y="293"/>
                  </a:cubicBezTo>
                  <a:cubicBezTo>
                    <a:pt x="166" y="293"/>
                    <a:pt x="185" y="289"/>
                    <a:pt x="203" y="281"/>
                  </a:cubicBezTo>
                  <a:cubicBezTo>
                    <a:pt x="220" y="274"/>
                    <a:pt x="236" y="264"/>
                    <a:pt x="249" y="250"/>
                  </a:cubicBezTo>
                  <a:cubicBezTo>
                    <a:pt x="263" y="237"/>
                    <a:pt x="273" y="221"/>
                    <a:pt x="281" y="204"/>
                  </a:cubicBezTo>
                  <a:cubicBezTo>
                    <a:pt x="288" y="186"/>
                    <a:pt x="292" y="166"/>
                    <a:pt x="292" y="147"/>
                  </a:cubicBezTo>
                  <a:cubicBezTo>
                    <a:pt x="292" y="127"/>
                    <a:pt x="288" y="108"/>
                    <a:pt x="281" y="90"/>
                  </a:cubicBezTo>
                  <a:cubicBezTo>
                    <a:pt x="273" y="72"/>
                    <a:pt x="263" y="57"/>
                    <a:pt x="249" y="43"/>
                  </a:cubicBezTo>
                  <a:cubicBezTo>
                    <a:pt x="236" y="30"/>
                    <a:pt x="220" y="19"/>
                    <a:pt x="203" y="12"/>
                  </a:cubicBezTo>
                  <a:cubicBezTo>
                    <a:pt x="185" y="4"/>
                    <a:pt x="166" y="0"/>
                    <a:pt x="146" y="0"/>
                  </a:cubicBezTo>
                  <a:cubicBezTo>
                    <a:pt x="126" y="0"/>
                    <a:pt x="107" y="4"/>
                    <a:pt x="89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8" name="Freeform 73"/>
            <p:cNvSpPr>
              <a:spLocks noEditPoints="1"/>
            </p:cNvSpPr>
            <p:nvPr/>
          </p:nvSpPr>
          <p:spPr bwMode="auto">
            <a:xfrm>
              <a:off x="930551" y="557787"/>
              <a:ext cx="48477" cy="38089"/>
            </a:xfrm>
            <a:custGeom>
              <a:avLst/>
              <a:gdLst>
                <a:gd name="T0" fmla="*/ 7 w 31"/>
                <a:gd name="T1" fmla="*/ 7 h 25"/>
                <a:gd name="T2" fmla="*/ 4 w 31"/>
                <a:gd name="T3" fmla="*/ 9 h 25"/>
                <a:gd name="T4" fmla="*/ 4 w 31"/>
                <a:gd name="T5" fmla="*/ 14 h 25"/>
                <a:gd name="T6" fmla="*/ 5 w 31"/>
                <a:gd name="T7" fmla="*/ 15 h 25"/>
                <a:gd name="T8" fmla="*/ 15 w 31"/>
                <a:gd name="T9" fmla="*/ 11 h 25"/>
                <a:gd name="T10" fmla="*/ 15 w 31"/>
                <a:gd name="T11" fmla="*/ 10 h 25"/>
                <a:gd name="T12" fmla="*/ 12 w 31"/>
                <a:gd name="T13" fmla="*/ 7 h 25"/>
                <a:gd name="T14" fmla="*/ 7 w 31"/>
                <a:gd name="T15" fmla="*/ 7 h 25"/>
                <a:gd name="T16" fmla="*/ 4 w 31"/>
                <a:gd name="T17" fmla="*/ 0 h 25"/>
                <a:gd name="T18" fmla="*/ 8 w 31"/>
                <a:gd name="T19" fmla="*/ 0 h 25"/>
                <a:gd name="T20" fmla="*/ 11 w 31"/>
                <a:gd name="T21" fmla="*/ 1 h 25"/>
                <a:gd name="T22" fmla="*/ 14 w 31"/>
                <a:gd name="T23" fmla="*/ 4 h 25"/>
                <a:gd name="T24" fmla="*/ 16 w 31"/>
                <a:gd name="T25" fmla="*/ 8 h 25"/>
                <a:gd name="T26" fmla="*/ 17 w 31"/>
                <a:gd name="T27" fmla="*/ 10 h 25"/>
                <a:gd name="T28" fmla="*/ 24 w 31"/>
                <a:gd name="T29" fmla="*/ 8 h 25"/>
                <a:gd name="T30" fmla="*/ 25 w 31"/>
                <a:gd name="T31" fmla="*/ 7 h 25"/>
                <a:gd name="T32" fmla="*/ 25 w 31"/>
                <a:gd name="T33" fmla="*/ 6 h 25"/>
                <a:gd name="T34" fmla="*/ 25 w 31"/>
                <a:gd name="T35" fmla="*/ 5 h 25"/>
                <a:gd name="T36" fmla="*/ 25 w 31"/>
                <a:gd name="T37" fmla="*/ 3 h 25"/>
                <a:gd name="T38" fmla="*/ 26 w 31"/>
                <a:gd name="T39" fmla="*/ 3 h 25"/>
                <a:gd name="T40" fmla="*/ 31 w 31"/>
                <a:gd name="T41" fmla="*/ 16 h 25"/>
                <a:gd name="T42" fmla="*/ 30 w 31"/>
                <a:gd name="T43" fmla="*/ 17 h 25"/>
                <a:gd name="T44" fmla="*/ 29 w 31"/>
                <a:gd name="T45" fmla="*/ 15 h 25"/>
                <a:gd name="T46" fmla="*/ 28 w 31"/>
                <a:gd name="T47" fmla="*/ 14 h 25"/>
                <a:gd name="T48" fmla="*/ 27 w 31"/>
                <a:gd name="T49" fmla="*/ 14 h 25"/>
                <a:gd name="T50" fmla="*/ 26 w 31"/>
                <a:gd name="T51" fmla="*/ 14 h 25"/>
                <a:gd name="T52" fmla="*/ 9 w 31"/>
                <a:gd name="T53" fmla="*/ 20 h 25"/>
                <a:gd name="T54" fmla="*/ 8 w 31"/>
                <a:gd name="T55" fmla="*/ 21 h 25"/>
                <a:gd name="T56" fmla="*/ 8 w 31"/>
                <a:gd name="T57" fmla="*/ 22 h 25"/>
                <a:gd name="T58" fmla="*/ 8 w 31"/>
                <a:gd name="T59" fmla="*/ 24 h 25"/>
                <a:gd name="T60" fmla="*/ 8 w 31"/>
                <a:gd name="T61" fmla="*/ 25 h 25"/>
                <a:gd name="T62" fmla="*/ 7 w 31"/>
                <a:gd name="T63" fmla="*/ 25 h 25"/>
                <a:gd name="T64" fmla="*/ 2 w 31"/>
                <a:gd name="T65" fmla="*/ 12 h 25"/>
                <a:gd name="T66" fmla="*/ 0 w 31"/>
                <a:gd name="T67" fmla="*/ 4 h 25"/>
                <a:gd name="T68" fmla="*/ 4 w 31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" h="25">
                  <a:moveTo>
                    <a:pt x="7" y="7"/>
                  </a:moveTo>
                  <a:cubicBezTo>
                    <a:pt x="6" y="7"/>
                    <a:pt x="4" y="8"/>
                    <a:pt x="4" y="9"/>
                  </a:cubicBezTo>
                  <a:cubicBezTo>
                    <a:pt x="3" y="10"/>
                    <a:pt x="3" y="12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9"/>
                    <a:pt x="13" y="7"/>
                    <a:pt x="12" y="7"/>
                  </a:cubicBezTo>
                  <a:cubicBezTo>
                    <a:pt x="11" y="6"/>
                    <a:pt x="9" y="6"/>
                    <a:pt x="7" y="7"/>
                  </a:cubicBezTo>
                  <a:moveTo>
                    <a:pt x="4" y="0"/>
                  </a:moveTo>
                  <a:cubicBezTo>
                    <a:pt x="5" y="0"/>
                    <a:pt x="7" y="0"/>
                    <a:pt x="8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2" y="2"/>
                    <a:pt x="13" y="3"/>
                    <a:pt x="14" y="4"/>
                  </a:cubicBezTo>
                  <a:cubicBezTo>
                    <a:pt x="15" y="5"/>
                    <a:pt x="15" y="7"/>
                    <a:pt x="16" y="8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5" y="7"/>
                  </a:cubicBezTo>
                  <a:cubicBezTo>
                    <a:pt x="25" y="7"/>
                    <a:pt x="25" y="7"/>
                    <a:pt x="25" y="6"/>
                  </a:cubicBezTo>
                  <a:cubicBezTo>
                    <a:pt x="25" y="6"/>
                    <a:pt x="25" y="5"/>
                    <a:pt x="25" y="5"/>
                  </a:cubicBezTo>
                  <a:cubicBezTo>
                    <a:pt x="25" y="4"/>
                    <a:pt x="25" y="4"/>
                    <a:pt x="25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29" y="16"/>
                    <a:pt x="29" y="15"/>
                  </a:cubicBezTo>
                  <a:cubicBezTo>
                    <a:pt x="29" y="15"/>
                    <a:pt x="29" y="15"/>
                    <a:pt x="28" y="14"/>
                  </a:cubicBezTo>
                  <a:cubicBezTo>
                    <a:pt x="28" y="14"/>
                    <a:pt x="28" y="14"/>
                    <a:pt x="27" y="14"/>
                  </a:cubicBezTo>
                  <a:cubicBezTo>
                    <a:pt x="27" y="14"/>
                    <a:pt x="27" y="14"/>
                    <a:pt x="26" y="14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1"/>
                    <a:pt x="8" y="21"/>
                  </a:cubicBezTo>
                  <a:cubicBezTo>
                    <a:pt x="8" y="21"/>
                    <a:pt x="8" y="22"/>
                    <a:pt x="8" y="22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9"/>
                    <a:pt x="0" y="6"/>
                    <a:pt x="0" y="4"/>
                  </a:cubicBezTo>
                  <a:cubicBezTo>
                    <a:pt x="1" y="3"/>
                    <a:pt x="2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9" name="Freeform 74"/>
            <p:cNvSpPr/>
            <p:nvPr/>
          </p:nvSpPr>
          <p:spPr bwMode="auto">
            <a:xfrm>
              <a:off x="914970" y="488534"/>
              <a:ext cx="46746" cy="41552"/>
            </a:xfrm>
            <a:custGeom>
              <a:avLst/>
              <a:gdLst>
                <a:gd name="T0" fmla="*/ 7 w 29"/>
                <a:gd name="T1" fmla="*/ 3 h 27"/>
                <a:gd name="T2" fmla="*/ 7 w 29"/>
                <a:gd name="T3" fmla="*/ 5 h 27"/>
                <a:gd name="T4" fmla="*/ 4 w 29"/>
                <a:gd name="T5" fmla="*/ 7 h 27"/>
                <a:gd name="T6" fmla="*/ 3 w 29"/>
                <a:gd name="T7" fmla="*/ 10 h 27"/>
                <a:gd name="T8" fmla="*/ 3 w 29"/>
                <a:gd name="T9" fmla="*/ 11 h 27"/>
                <a:gd name="T10" fmla="*/ 3 w 29"/>
                <a:gd name="T11" fmla="*/ 13 h 27"/>
                <a:gd name="T12" fmla="*/ 4 w 29"/>
                <a:gd name="T13" fmla="*/ 17 h 27"/>
                <a:gd name="T14" fmla="*/ 14 w 29"/>
                <a:gd name="T15" fmla="*/ 15 h 27"/>
                <a:gd name="T16" fmla="*/ 13 w 29"/>
                <a:gd name="T17" fmla="*/ 13 h 27"/>
                <a:gd name="T18" fmla="*/ 13 w 29"/>
                <a:gd name="T19" fmla="*/ 11 h 27"/>
                <a:gd name="T20" fmla="*/ 12 w 29"/>
                <a:gd name="T21" fmla="*/ 10 h 27"/>
                <a:gd name="T22" fmla="*/ 10 w 29"/>
                <a:gd name="T23" fmla="*/ 9 h 27"/>
                <a:gd name="T24" fmla="*/ 8 w 29"/>
                <a:gd name="T25" fmla="*/ 9 h 27"/>
                <a:gd name="T26" fmla="*/ 8 w 29"/>
                <a:gd name="T27" fmla="*/ 7 h 27"/>
                <a:gd name="T28" fmla="*/ 19 w 29"/>
                <a:gd name="T29" fmla="*/ 6 h 27"/>
                <a:gd name="T30" fmla="*/ 19 w 29"/>
                <a:gd name="T31" fmla="*/ 7 h 27"/>
                <a:gd name="T32" fmla="*/ 17 w 29"/>
                <a:gd name="T33" fmla="*/ 8 h 27"/>
                <a:gd name="T34" fmla="*/ 16 w 29"/>
                <a:gd name="T35" fmla="*/ 9 h 27"/>
                <a:gd name="T36" fmla="*/ 15 w 29"/>
                <a:gd name="T37" fmla="*/ 11 h 27"/>
                <a:gd name="T38" fmla="*/ 15 w 29"/>
                <a:gd name="T39" fmla="*/ 13 h 27"/>
                <a:gd name="T40" fmla="*/ 15 w 29"/>
                <a:gd name="T41" fmla="*/ 15 h 27"/>
                <a:gd name="T42" fmla="*/ 23 w 29"/>
                <a:gd name="T43" fmla="*/ 14 h 27"/>
                <a:gd name="T44" fmla="*/ 25 w 29"/>
                <a:gd name="T45" fmla="*/ 14 h 27"/>
                <a:gd name="T46" fmla="*/ 26 w 29"/>
                <a:gd name="T47" fmla="*/ 13 h 27"/>
                <a:gd name="T48" fmla="*/ 26 w 29"/>
                <a:gd name="T49" fmla="*/ 12 h 27"/>
                <a:gd name="T50" fmla="*/ 26 w 29"/>
                <a:gd name="T51" fmla="*/ 10 h 27"/>
                <a:gd name="T52" fmla="*/ 26 w 29"/>
                <a:gd name="T53" fmla="*/ 8 h 27"/>
                <a:gd name="T54" fmla="*/ 25 w 29"/>
                <a:gd name="T55" fmla="*/ 7 h 27"/>
                <a:gd name="T56" fmla="*/ 25 w 29"/>
                <a:gd name="T57" fmla="*/ 5 h 27"/>
                <a:gd name="T58" fmla="*/ 24 w 29"/>
                <a:gd name="T59" fmla="*/ 4 h 27"/>
                <a:gd name="T60" fmla="*/ 21 w 29"/>
                <a:gd name="T61" fmla="*/ 3 h 27"/>
                <a:gd name="T62" fmla="*/ 18 w 29"/>
                <a:gd name="T63" fmla="*/ 2 h 27"/>
                <a:gd name="T64" fmla="*/ 18 w 29"/>
                <a:gd name="T65" fmla="*/ 0 h 27"/>
                <a:gd name="T66" fmla="*/ 26 w 29"/>
                <a:gd name="T67" fmla="*/ 0 h 27"/>
                <a:gd name="T68" fmla="*/ 29 w 29"/>
                <a:gd name="T69" fmla="*/ 24 h 27"/>
                <a:gd name="T70" fmla="*/ 28 w 29"/>
                <a:gd name="T71" fmla="*/ 24 h 27"/>
                <a:gd name="T72" fmla="*/ 27 w 29"/>
                <a:gd name="T73" fmla="*/ 23 h 27"/>
                <a:gd name="T74" fmla="*/ 27 w 29"/>
                <a:gd name="T75" fmla="*/ 22 h 27"/>
                <a:gd name="T76" fmla="*/ 26 w 29"/>
                <a:gd name="T77" fmla="*/ 21 h 27"/>
                <a:gd name="T78" fmla="*/ 25 w 29"/>
                <a:gd name="T79" fmla="*/ 21 h 27"/>
                <a:gd name="T80" fmla="*/ 7 w 29"/>
                <a:gd name="T81" fmla="*/ 23 h 27"/>
                <a:gd name="T82" fmla="*/ 6 w 29"/>
                <a:gd name="T83" fmla="*/ 23 h 27"/>
                <a:gd name="T84" fmla="*/ 5 w 29"/>
                <a:gd name="T85" fmla="*/ 24 h 27"/>
                <a:gd name="T86" fmla="*/ 5 w 29"/>
                <a:gd name="T87" fmla="*/ 26 h 27"/>
                <a:gd name="T88" fmla="*/ 5 w 29"/>
                <a:gd name="T89" fmla="*/ 27 h 27"/>
                <a:gd name="T90" fmla="*/ 3 w 29"/>
                <a:gd name="T91" fmla="*/ 27 h 27"/>
                <a:gd name="T92" fmla="*/ 0 w 29"/>
                <a:gd name="T93" fmla="*/ 4 h 27"/>
                <a:gd name="T94" fmla="*/ 7 w 29"/>
                <a:gd name="T9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" h="27">
                  <a:moveTo>
                    <a:pt x="7" y="3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5" y="6"/>
                    <a:pt x="4" y="7"/>
                  </a:cubicBezTo>
                  <a:cubicBezTo>
                    <a:pt x="4" y="8"/>
                    <a:pt x="3" y="9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1"/>
                  </a:cubicBezTo>
                  <a:cubicBezTo>
                    <a:pt x="13" y="11"/>
                    <a:pt x="12" y="10"/>
                    <a:pt x="12" y="10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9" y="9"/>
                    <a:pt x="9" y="9"/>
                    <a:pt x="8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7" y="9"/>
                    <a:pt x="16" y="9"/>
                    <a:pt x="16" y="9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2"/>
                    <a:pt x="15" y="13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4"/>
                    <a:pt x="24" y="14"/>
                    <a:pt x="25" y="14"/>
                  </a:cubicBezTo>
                  <a:cubicBezTo>
                    <a:pt x="25" y="14"/>
                    <a:pt x="25" y="14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5" y="8"/>
                    <a:pt x="25" y="7"/>
                    <a:pt x="25" y="7"/>
                  </a:cubicBezTo>
                  <a:cubicBezTo>
                    <a:pt x="25" y="6"/>
                    <a:pt x="25" y="6"/>
                    <a:pt x="25" y="5"/>
                  </a:cubicBezTo>
                  <a:cubicBezTo>
                    <a:pt x="25" y="5"/>
                    <a:pt x="24" y="5"/>
                    <a:pt x="24" y="4"/>
                  </a:cubicBezTo>
                  <a:cubicBezTo>
                    <a:pt x="23" y="4"/>
                    <a:pt x="23" y="3"/>
                    <a:pt x="21" y="3"/>
                  </a:cubicBezTo>
                  <a:cubicBezTo>
                    <a:pt x="20" y="2"/>
                    <a:pt x="19" y="2"/>
                    <a:pt x="18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4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6" y="21"/>
                    <a:pt x="26" y="21"/>
                  </a:cubicBezTo>
                  <a:cubicBezTo>
                    <a:pt x="26" y="21"/>
                    <a:pt x="25" y="21"/>
                    <a:pt x="25" y="21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4"/>
                    <a:pt x="5" y="24"/>
                  </a:cubicBezTo>
                  <a:cubicBezTo>
                    <a:pt x="5" y="25"/>
                    <a:pt x="5" y="25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0" name="Freeform 75"/>
            <p:cNvSpPr/>
            <p:nvPr/>
          </p:nvSpPr>
          <p:spPr bwMode="auto">
            <a:xfrm>
              <a:off x="914970" y="414087"/>
              <a:ext cx="48477" cy="51940"/>
            </a:xfrm>
            <a:custGeom>
              <a:avLst/>
              <a:gdLst>
                <a:gd name="T0" fmla="*/ 31 w 31"/>
                <a:gd name="T1" fmla="*/ 2 h 33"/>
                <a:gd name="T2" fmla="*/ 29 w 31"/>
                <a:gd name="T3" fmla="*/ 12 h 33"/>
                <a:gd name="T4" fmla="*/ 23 w 31"/>
                <a:gd name="T5" fmla="*/ 16 h 33"/>
                <a:gd name="T6" fmla="*/ 16 w 31"/>
                <a:gd name="T7" fmla="*/ 20 h 33"/>
                <a:gd name="T8" fmla="*/ 16 w 31"/>
                <a:gd name="T9" fmla="*/ 20 h 33"/>
                <a:gd name="T10" fmla="*/ 24 w 31"/>
                <a:gd name="T11" fmla="*/ 22 h 33"/>
                <a:gd name="T12" fmla="*/ 25 w 31"/>
                <a:gd name="T13" fmla="*/ 22 h 33"/>
                <a:gd name="T14" fmla="*/ 26 w 31"/>
                <a:gd name="T15" fmla="*/ 21 h 33"/>
                <a:gd name="T16" fmla="*/ 26 w 31"/>
                <a:gd name="T17" fmla="*/ 20 h 33"/>
                <a:gd name="T18" fmla="*/ 27 w 31"/>
                <a:gd name="T19" fmla="*/ 19 h 33"/>
                <a:gd name="T20" fmla="*/ 28 w 31"/>
                <a:gd name="T21" fmla="*/ 19 h 33"/>
                <a:gd name="T22" fmla="*/ 26 w 31"/>
                <a:gd name="T23" fmla="*/ 33 h 33"/>
                <a:gd name="T24" fmla="*/ 25 w 31"/>
                <a:gd name="T25" fmla="*/ 32 h 33"/>
                <a:gd name="T26" fmla="*/ 25 w 31"/>
                <a:gd name="T27" fmla="*/ 31 h 33"/>
                <a:gd name="T28" fmla="*/ 25 w 31"/>
                <a:gd name="T29" fmla="*/ 30 h 33"/>
                <a:gd name="T30" fmla="*/ 24 w 31"/>
                <a:gd name="T31" fmla="*/ 29 h 33"/>
                <a:gd name="T32" fmla="*/ 23 w 31"/>
                <a:gd name="T33" fmla="*/ 28 h 33"/>
                <a:gd name="T34" fmla="*/ 5 w 31"/>
                <a:gd name="T35" fmla="*/ 26 h 33"/>
                <a:gd name="T36" fmla="*/ 4 w 31"/>
                <a:gd name="T37" fmla="*/ 26 h 33"/>
                <a:gd name="T38" fmla="*/ 3 w 31"/>
                <a:gd name="T39" fmla="*/ 26 h 33"/>
                <a:gd name="T40" fmla="*/ 2 w 31"/>
                <a:gd name="T41" fmla="*/ 28 h 33"/>
                <a:gd name="T42" fmla="*/ 2 w 31"/>
                <a:gd name="T43" fmla="*/ 29 h 33"/>
                <a:gd name="T44" fmla="*/ 0 w 31"/>
                <a:gd name="T45" fmla="*/ 29 h 33"/>
                <a:gd name="T46" fmla="*/ 2 w 31"/>
                <a:gd name="T47" fmla="*/ 15 h 33"/>
                <a:gd name="T48" fmla="*/ 4 w 31"/>
                <a:gd name="T49" fmla="*/ 15 h 33"/>
                <a:gd name="T50" fmla="*/ 4 w 31"/>
                <a:gd name="T51" fmla="*/ 16 h 33"/>
                <a:gd name="T52" fmla="*/ 4 w 31"/>
                <a:gd name="T53" fmla="*/ 18 h 33"/>
                <a:gd name="T54" fmla="*/ 4 w 31"/>
                <a:gd name="T55" fmla="*/ 19 h 33"/>
                <a:gd name="T56" fmla="*/ 6 w 31"/>
                <a:gd name="T57" fmla="*/ 19 h 33"/>
                <a:gd name="T58" fmla="*/ 14 w 31"/>
                <a:gd name="T59" fmla="*/ 20 h 33"/>
                <a:gd name="T60" fmla="*/ 14 w 31"/>
                <a:gd name="T61" fmla="*/ 20 h 33"/>
                <a:gd name="T62" fmla="*/ 12 w 31"/>
                <a:gd name="T63" fmla="*/ 16 h 33"/>
                <a:gd name="T64" fmla="*/ 9 w 31"/>
                <a:gd name="T65" fmla="*/ 12 h 33"/>
                <a:gd name="T66" fmla="*/ 7 w 31"/>
                <a:gd name="T67" fmla="*/ 10 h 33"/>
                <a:gd name="T68" fmla="*/ 5 w 31"/>
                <a:gd name="T69" fmla="*/ 9 h 33"/>
                <a:gd name="T70" fmla="*/ 5 w 31"/>
                <a:gd name="T71" fmla="*/ 10 h 33"/>
                <a:gd name="T72" fmla="*/ 4 w 31"/>
                <a:gd name="T73" fmla="*/ 12 h 33"/>
                <a:gd name="T74" fmla="*/ 3 w 31"/>
                <a:gd name="T75" fmla="*/ 11 h 33"/>
                <a:gd name="T76" fmla="*/ 4 w 31"/>
                <a:gd name="T77" fmla="*/ 0 h 33"/>
                <a:gd name="T78" fmla="*/ 6 w 31"/>
                <a:gd name="T79" fmla="*/ 0 h 33"/>
                <a:gd name="T80" fmla="*/ 6 w 31"/>
                <a:gd name="T81" fmla="*/ 4 h 33"/>
                <a:gd name="T82" fmla="*/ 7 w 31"/>
                <a:gd name="T83" fmla="*/ 7 h 33"/>
                <a:gd name="T84" fmla="*/ 10 w 31"/>
                <a:gd name="T85" fmla="*/ 10 h 33"/>
                <a:gd name="T86" fmla="*/ 13 w 31"/>
                <a:gd name="T87" fmla="*/ 14 h 33"/>
                <a:gd name="T88" fmla="*/ 19 w 31"/>
                <a:gd name="T89" fmla="*/ 11 h 33"/>
                <a:gd name="T90" fmla="*/ 25 w 31"/>
                <a:gd name="T91" fmla="*/ 7 h 33"/>
                <a:gd name="T92" fmla="*/ 27 w 31"/>
                <a:gd name="T93" fmla="*/ 6 h 33"/>
                <a:gd name="T94" fmla="*/ 28 w 31"/>
                <a:gd name="T95" fmla="*/ 4 h 33"/>
                <a:gd name="T96" fmla="*/ 29 w 31"/>
                <a:gd name="T97" fmla="*/ 3 h 33"/>
                <a:gd name="T98" fmla="*/ 29 w 31"/>
                <a:gd name="T99" fmla="*/ 2 h 33"/>
                <a:gd name="T100" fmla="*/ 31 w 31"/>
                <a:gd name="T10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" h="33">
                  <a:moveTo>
                    <a:pt x="31" y="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26" y="14"/>
                    <a:pt x="24" y="15"/>
                    <a:pt x="23" y="16"/>
                  </a:cubicBezTo>
                  <a:cubicBezTo>
                    <a:pt x="21" y="17"/>
                    <a:pt x="19" y="18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5" y="22"/>
                    <a:pt x="25" y="22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6" y="21"/>
                    <a:pt x="26" y="20"/>
                    <a:pt x="26" y="20"/>
                  </a:cubicBezTo>
                  <a:cubicBezTo>
                    <a:pt x="26" y="19"/>
                    <a:pt x="27" y="19"/>
                    <a:pt x="27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5" y="29"/>
                    <a:pt x="24" y="29"/>
                  </a:cubicBezTo>
                  <a:cubicBezTo>
                    <a:pt x="24" y="28"/>
                    <a:pt x="24" y="28"/>
                    <a:pt x="23" y="28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2" y="29"/>
                    <a:pt x="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6"/>
                    <a:pt x="4" y="16"/>
                  </a:cubicBezTo>
                  <a:cubicBezTo>
                    <a:pt x="4" y="17"/>
                    <a:pt x="4" y="17"/>
                    <a:pt x="4" y="18"/>
                  </a:cubicBezTo>
                  <a:cubicBezTo>
                    <a:pt x="4" y="18"/>
                    <a:pt x="4" y="18"/>
                    <a:pt x="4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3" y="17"/>
                    <a:pt x="12" y="16"/>
                  </a:cubicBezTo>
                  <a:cubicBezTo>
                    <a:pt x="11" y="14"/>
                    <a:pt x="10" y="13"/>
                    <a:pt x="9" y="12"/>
                  </a:cubicBezTo>
                  <a:cubicBezTo>
                    <a:pt x="8" y="11"/>
                    <a:pt x="7" y="10"/>
                    <a:pt x="7" y="10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0"/>
                    <a:pt x="4" y="11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7" y="6"/>
                    <a:pt x="7" y="7"/>
                  </a:cubicBezTo>
                  <a:cubicBezTo>
                    <a:pt x="8" y="8"/>
                    <a:pt x="9" y="10"/>
                    <a:pt x="10" y="10"/>
                  </a:cubicBezTo>
                  <a:cubicBezTo>
                    <a:pt x="11" y="11"/>
                    <a:pt x="12" y="13"/>
                    <a:pt x="13" y="14"/>
                  </a:cubicBezTo>
                  <a:cubicBezTo>
                    <a:pt x="14" y="13"/>
                    <a:pt x="16" y="12"/>
                    <a:pt x="19" y="11"/>
                  </a:cubicBezTo>
                  <a:cubicBezTo>
                    <a:pt x="21" y="9"/>
                    <a:pt x="23" y="8"/>
                    <a:pt x="25" y="7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9" y="4"/>
                    <a:pt x="29" y="3"/>
                    <a:pt x="29" y="3"/>
                  </a:cubicBezTo>
                  <a:cubicBezTo>
                    <a:pt x="29" y="3"/>
                    <a:pt x="29" y="2"/>
                    <a:pt x="29" y="2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1" name="Freeform 76"/>
            <p:cNvSpPr/>
            <p:nvPr/>
          </p:nvSpPr>
          <p:spPr bwMode="auto">
            <a:xfrm>
              <a:off x="932283" y="362147"/>
              <a:ext cx="46746" cy="36358"/>
            </a:xfrm>
            <a:custGeom>
              <a:avLst/>
              <a:gdLst>
                <a:gd name="T0" fmla="*/ 29 w 29"/>
                <a:gd name="T1" fmla="*/ 9 h 23"/>
                <a:gd name="T2" fmla="*/ 24 w 29"/>
                <a:gd name="T3" fmla="*/ 23 h 23"/>
                <a:gd name="T4" fmla="*/ 23 w 29"/>
                <a:gd name="T5" fmla="*/ 22 h 23"/>
                <a:gd name="T6" fmla="*/ 23 w 29"/>
                <a:gd name="T7" fmla="*/ 21 h 23"/>
                <a:gd name="T8" fmla="*/ 23 w 29"/>
                <a:gd name="T9" fmla="*/ 20 h 23"/>
                <a:gd name="T10" fmla="*/ 23 w 29"/>
                <a:gd name="T11" fmla="*/ 18 h 23"/>
                <a:gd name="T12" fmla="*/ 22 w 29"/>
                <a:gd name="T13" fmla="*/ 18 h 23"/>
                <a:gd name="T14" fmla="*/ 5 w 29"/>
                <a:gd name="T15" fmla="*/ 11 h 23"/>
                <a:gd name="T16" fmla="*/ 4 w 29"/>
                <a:gd name="T17" fmla="*/ 11 h 23"/>
                <a:gd name="T18" fmla="*/ 3 w 29"/>
                <a:gd name="T19" fmla="*/ 11 h 23"/>
                <a:gd name="T20" fmla="*/ 2 w 29"/>
                <a:gd name="T21" fmla="*/ 12 h 23"/>
                <a:gd name="T22" fmla="*/ 1 w 29"/>
                <a:gd name="T23" fmla="*/ 14 h 23"/>
                <a:gd name="T24" fmla="*/ 0 w 29"/>
                <a:gd name="T25" fmla="*/ 13 h 23"/>
                <a:gd name="T26" fmla="*/ 5 w 29"/>
                <a:gd name="T27" fmla="*/ 0 h 23"/>
                <a:gd name="T28" fmla="*/ 6 w 29"/>
                <a:gd name="T29" fmla="*/ 0 h 23"/>
                <a:gd name="T30" fmla="*/ 6 w 29"/>
                <a:gd name="T31" fmla="*/ 1 h 23"/>
                <a:gd name="T32" fmla="*/ 6 w 29"/>
                <a:gd name="T33" fmla="*/ 3 h 23"/>
                <a:gd name="T34" fmla="*/ 6 w 29"/>
                <a:gd name="T35" fmla="*/ 4 h 23"/>
                <a:gd name="T36" fmla="*/ 7 w 29"/>
                <a:gd name="T37" fmla="*/ 5 h 23"/>
                <a:gd name="T38" fmla="*/ 24 w 29"/>
                <a:gd name="T39" fmla="*/ 12 h 23"/>
                <a:gd name="T40" fmla="*/ 25 w 29"/>
                <a:gd name="T41" fmla="*/ 12 h 23"/>
                <a:gd name="T42" fmla="*/ 27 w 29"/>
                <a:gd name="T43" fmla="*/ 11 h 23"/>
                <a:gd name="T44" fmla="*/ 27 w 29"/>
                <a:gd name="T45" fmla="*/ 10 h 23"/>
                <a:gd name="T46" fmla="*/ 28 w 29"/>
                <a:gd name="T47" fmla="*/ 9 h 23"/>
                <a:gd name="T48" fmla="*/ 29 w 29"/>
                <a:gd name="T4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23">
                  <a:moveTo>
                    <a:pt x="29" y="9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19"/>
                    <a:pt x="23" y="19"/>
                    <a:pt x="23" y="18"/>
                  </a:cubicBezTo>
                  <a:cubicBezTo>
                    <a:pt x="23" y="18"/>
                    <a:pt x="23" y="18"/>
                    <a:pt x="22" y="18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2"/>
                    <a:pt x="2" y="12"/>
                  </a:cubicBezTo>
                  <a:cubicBezTo>
                    <a:pt x="2" y="13"/>
                    <a:pt x="1" y="13"/>
                    <a:pt x="1" y="1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7" y="5"/>
                    <a:pt x="7" y="5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12"/>
                    <a:pt x="26" y="12"/>
                    <a:pt x="27" y="11"/>
                  </a:cubicBezTo>
                  <a:cubicBezTo>
                    <a:pt x="27" y="11"/>
                    <a:pt x="27" y="11"/>
                    <a:pt x="27" y="10"/>
                  </a:cubicBezTo>
                  <a:cubicBezTo>
                    <a:pt x="28" y="10"/>
                    <a:pt x="28" y="9"/>
                    <a:pt x="28" y="9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2" name="Freeform 77"/>
            <p:cNvSpPr/>
            <p:nvPr/>
          </p:nvSpPr>
          <p:spPr bwMode="auto">
            <a:xfrm>
              <a:off x="956521" y="292894"/>
              <a:ext cx="55402" cy="64059"/>
            </a:xfrm>
            <a:custGeom>
              <a:avLst/>
              <a:gdLst>
                <a:gd name="T0" fmla="*/ 19 w 36"/>
                <a:gd name="T1" fmla="*/ 0 h 40"/>
                <a:gd name="T2" fmla="*/ 18 w 36"/>
                <a:gd name="T3" fmla="*/ 2 h 40"/>
                <a:gd name="T4" fmla="*/ 17 w 36"/>
                <a:gd name="T5" fmla="*/ 3 h 40"/>
                <a:gd name="T6" fmla="*/ 18 w 36"/>
                <a:gd name="T7" fmla="*/ 5 h 40"/>
                <a:gd name="T8" fmla="*/ 21 w 36"/>
                <a:gd name="T9" fmla="*/ 8 h 40"/>
                <a:gd name="T10" fmla="*/ 36 w 36"/>
                <a:gd name="T11" fmla="*/ 18 h 40"/>
                <a:gd name="T12" fmla="*/ 34 w 36"/>
                <a:gd name="T13" fmla="*/ 21 h 40"/>
                <a:gd name="T14" fmla="*/ 8 w 36"/>
                <a:gd name="T15" fmla="*/ 23 h 40"/>
                <a:gd name="T16" fmla="*/ 18 w 36"/>
                <a:gd name="T17" fmla="*/ 30 h 40"/>
                <a:gd name="T18" fmla="*/ 21 w 36"/>
                <a:gd name="T19" fmla="*/ 31 h 40"/>
                <a:gd name="T20" fmla="*/ 23 w 36"/>
                <a:gd name="T21" fmla="*/ 32 h 40"/>
                <a:gd name="T22" fmla="*/ 25 w 36"/>
                <a:gd name="T23" fmla="*/ 31 h 40"/>
                <a:gd name="T24" fmla="*/ 26 w 36"/>
                <a:gd name="T25" fmla="*/ 30 h 40"/>
                <a:gd name="T26" fmla="*/ 27 w 36"/>
                <a:gd name="T27" fmla="*/ 30 h 40"/>
                <a:gd name="T28" fmla="*/ 21 w 36"/>
                <a:gd name="T29" fmla="*/ 40 h 40"/>
                <a:gd name="T30" fmla="*/ 20 w 36"/>
                <a:gd name="T31" fmla="*/ 39 h 40"/>
                <a:gd name="T32" fmla="*/ 20 w 36"/>
                <a:gd name="T33" fmla="*/ 37 h 40"/>
                <a:gd name="T34" fmla="*/ 21 w 36"/>
                <a:gd name="T35" fmla="*/ 36 h 40"/>
                <a:gd name="T36" fmla="*/ 20 w 36"/>
                <a:gd name="T37" fmla="*/ 34 h 40"/>
                <a:gd name="T38" fmla="*/ 17 w 36"/>
                <a:gd name="T39" fmla="*/ 32 h 40"/>
                <a:gd name="T40" fmla="*/ 7 w 36"/>
                <a:gd name="T41" fmla="*/ 24 h 40"/>
                <a:gd name="T42" fmla="*/ 6 w 36"/>
                <a:gd name="T43" fmla="*/ 24 h 40"/>
                <a:gd name="T44" fmla="*/ 4 w 36"/>
                <a:gd name="T45" fmla="*/ 23 h 40"/>
                <a:gd name="T46" fmla="*/ 2 w 36"/>
                <a:gd name="T47" fmla="*/ 24 h 40"/>
                <a:gd name="T48" fmla="*/ 1 w 36"/>
                <a:gd name="T49" fmla="*/ 25 h 40"/>
                <a:gd name="T50" fmla="*/ 0 w 36"/>
                <a:gd name="T51" fmla="*/ 24 h 40"/>
                <a:gd name="T52" fmla="*/ 5 w 36"/>
                <a:gd name="T53" fmla="*/ 16 h 40"/>
                <a:gd name="T54" fmla="*/ 28 w 36"/>
                <a:gd name="T55" fmla="*/ 15 h 40"/>
                <a:gd name="T56" fmla="*/ 20 w 36"/>
                <a:gd name="T57" fmla="*/ 9 h 40"/>
                <a:gd name="T58" fmla="*/ 17 w 36"/>
                <a:gd name="T59" fmla="*/ 8 h 40"/>
                <a:gd name="T60" fmla="*/ 15 w 36"/>
                <a:gd name="T61" fmla="*/ 7 h 40"/>
                <a:gd name="T62" fmla="*/ 13 w 36"/>
                <a:gd name="T63" fmla="*/ 8 h 40"/>
                <a:gd name="T64" fmla="*/ 12 w 36"/>
                <a:gd name="T65" fmla="*/ 9 h 40"/>
                <a:gd name="T66" fmla="*/ 11 w 36"/>
                <a:gd name="T67" fmla="*/ 9 h 40"/>
                <a:gd name="T68" fmla="*/ 17 w 36"/>
                <a:gd name="T69" fmla="*/ 0 h 40"/>
                <a:gd name="T70" fmla="*/ 19 w 36"/>
                <a:gd name="T7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" h="40">
                  <a:moveTo>
                    <a:pt x="19" y="0"/>
                  </a:moveTo>
                  <a:cubicBezTo>
                    <a:pt x="18" y="1"/>
                    <a:pt x="18" y="1"/>
                    <a:pt x="18" y="2"/>
                  </a:cubicBezTo>
                  <a:cubicBezTo>
                    <a:pt x="18" y="2"/>
                    <a:pt x="17" y="3"/>
                    <a:pt x="17" y="3"/>
                  </a:cubicBezTo>
                  <a:cubicBezTo>
                    <a:pt x="17" y="4"/>
                    <a:pt x="18" y="5"/>
                    <a:pt x="18" y="5"/>
                  </a:cubicBezTo>
                  <a:cubicBezTo>
                    <a:pt x="19" y="6"/>
                    <a:pt x="20" y="7"/>
                    <a:pt x="21" y="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0" y="31"/>
                    <a:pt x="21" y="31"/>
                    <a:pt x="21" y="31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2"/>
                    <a:pt x="24" y="31"/>
                    <a:pt x="25" y="31"/>
                  </a:cubicBezTo>
                  <a:cubicBezTo>
                    <a:pt x="25" y="30"/>
                    <a:pt x="26" y="30"/>
                    <a:pt x="26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7"/>
                  </a:cubicBezTo>
                  <a:cubicBezTo>
                    <a:pt x="21" y="37"/>
                    <a:pt x="21" y="36"/>
                    <a:pt x="21" y="36"/>
                  </a:cubicBezTo>
                  <a:cubicBezTo>
                    <a:pt x="21" y="35"/>
                    <a:pt x="20" y="34"/>
                    <a:pt x="20" y="34"/>
                  </a:cubicBezTo>
                  <a:cubicBezTo>
                    <a:pt x="20" y="33"/>
                    <a:pt x="19" y="33"/>
                    <a:pt x="17" y="32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6" y="24"/>
                    <a:pt x="6" y="24"/>
                  </a:cubicBezTo>
                  <a:cubicBezTo>
                    <a:pt x="5" y="23"/>
                    <a:pt x="4" y="23"/>
                    <a:pt x="4" y="23"/>
                  </a:cubicBezTo>
                  <a:cubicBezTo>
                    <a:pt x="3" y="24"/>
                    <a:pt x="3" y="24"/>
                    <a:pt x="2" y="24"/>
                  </a:cubicBezTo>
                  <a:cubicBezTo>
                    <a:pt x="2" y="24"/>
                    <a:pt x="1" y="25"/>
                    <a:pt x="1" y="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7"/>
                    <a:pt x="15" y="7"/>
                    <a:pt x="15" y="7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9"/>
                    <a:pt x="12" y="9"/>
                    <a:pt x="12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3" name="Freeform 78"/>
            <p:cNvSpPr/>
            <p:nvPr/>
          </p:nvSpPr>
          <p:spPr bwMode="auto">
            <a:xfrm>
              <a:off x="1011924" y="246149"/>
              <a:ext cx="46746" cy="48477"/>
            </a:xfrm>
            <a:custGeom>
              <a:avLst/>
              <a:gdLst>
                <a:gd name="T0" fmla="*/ 28 w 30"/>
                <a:gd name="T1" fmla="*/ 9 h 31"/>
                <a:gd name="T2" fmla="*/ 27 w 30"/>
                <a:gd name="T3" fmla="*/ 10 h 31"/>
                <a:gd name="T4" fmla="*/ 26 w 30"/>
                <a:gd name="T5" fmla="*/ 11 h 31"/>
                <a:gd name="T6" fmla="*/ 26 w 30"/>
                <a:gd name="T7" fmla="*/ 12 h 31"/>
                <a:gd name="T8" fmla="*/ 27 w 30"/>
                <a:gd name="T9" fmla="*/ 13 h 31"/>
                <a:gd name="T10" fmla="*/ 29 w 30"/>
                <a:gd name="T11" fmla="*/ 15 h 31"/>
                <a:gd name="T12" fmla="*/ 29 w 30"/>
                <a:gd name="T13" fmla="*/ 16 h 31"/>
                <a:gd name="T14" fmla="*/ 30 w 30"/>
                <a:gd name="T15" fmla="*/ 17 h 31"/>
                <a:gd name="T16" fmla="*/ 27 w 30"/>
                <a:gd name="T17" fmla="*/ 22 h 31"/>
                <a:gd name="T18" fmla="*/ 23 w 30"/>
                <a:gd name="T19" fmla="*/ 27 h 31"/>
                <a:gd name="T20" fmla="*/ 18 w 30"/>
                <a:gd name="T21" fmla="*/ 30 h 31"/>
                <a:gd name="T22" fmla="*/ 13 w 30"/>
                <a:gd name="T23" fmla="*/ 31 h 31"/>
                <a:gd name="T24" fmla="*/ 8 w 30"/>
                <a:gd name="T25" fmla="*/ 29 h 31"/>
                <a:gd name="T26" fmla="*/ 4 w 30"/>
                <a:gd name="T27" fmla="*/ 25 h 31"/>
                <a:gd name="T28" fmla="*/ 1 w 30"/>
                <a:gd name="T29" fmla="*/ 20 h 31"/>
                <a:gd name="T30" fmla="*/ 1 w 30"/>
                <a:gd name="T31" fmla="*/ 15 h 31"/>
                <a:gd name="T32" fmla="*/ 2 w 30"/>
                <a:gd name="T33" fmla="*/ 10 h 31"/>
                <a:gd name="T34" fmla="*/ 6 w 30"/>
                <a:gd name="T35" fmla="*/ 5 h 31"/>
                <a:gd name="T36" fmla="*/ 10 w 30"/>
                <a:gd name="T37" fmla="*/ 3 h 31"/>
                <a:gd name="T38" fmla="*/ 13 w 30"/>
                <a:gd name="T39" fmla="*/ 2 h 31"/>
                <a:gd name="T40" fmla="*/ 13 w 30"/>
                <a:gd name="T41" fmla="*/ 1 h 31"/>
                <a:gd name="T42" fmla="*/ 15 w 30"/>
                <a:gd name="T43" fmla="*/ 0 h 31"/>
                <a:gd name="T44" fmla="*/ 21 w 30"/>
                <a:gd name="T45" fmla="*/ 7 h 31"/>
                <a:gd name="T46" fmla="*/ 19 w 30"/>
                <a:gd name="T47" fmla="*/ 8 h 31"/>
                <a:gd name="T48" fmla="*/ 13 w 30"/>
                <a:gd name="T49" fmla="*/ 5 h 31"/>
                <a:gd name="T50" fmla="*/ 8 w 30"/>
                <a:gd name="T51" fmla="*/ 7 h 31"/>
                <a:gd name="T52" fmla="*/ 5 w 30"/>
                <a:gd name="T53" fmla="*/ 12 h 31"/>
                <a:gd name="T54" fmla="*/ 9 w 30"/>
                <a:gd name="T55" fmla="*/ 20 h 31"/>
                <a:gd name="T56" fmla="*/ 16 w 30"/>
                <a:gd name="T57" fmla="*/ 26 h 31"/>
                <a:gd name="T58" fmla="*/ 22 w 30"/>
                <a:gd name="T59" fmla="*/ 25 h 31"/>
                <a:gd name="T60" fmla="*/ 24 w 30"/>
                <a:gd name="T61" fmla="*/ 23 h 31"/>
                <a:gd name="T62" fmla="*/ 25 w 30"/>
                <a:gd name="T63" fmla="*/ 21 h 31"/>
                <a:gd name="T64" fmla="*/ 22 w 30"/>
                <a:gd name="T65" fmla="*/ 17 h 31"/>
                <a:gd name="T66" fmla="*/ 21 w 30"/>
                <a:gd name="T67" fmla="*/ 16 h 31"/>
                <a:gd name="T68" fmla="*/ 20 w 30"/>
                <a:gd name="T69" fmla="*/ 16 h 31"/>
                <a:gd name="T70" fmla="*/ 18 w 30"/>
                <a:gd name="T71" fmla="*/ 17 h 31"/>
                <a:gd name="T72" fmla="*/ 17 w 30"/>
                <a:gd name="T73" fmla="*/ 17 h 31"/>
                <a:gd name="T74" fmla="*/ 16 w 30"/>
                <a:gd name="T75" fmla="*/ 16 h 31"/>
                <a:gd name="T76" fmla="*/ 27 w 30"/>
                <a:gd name="T77" fmla="*/ 8 h 31"/>
                <a:gd name="T78" fmla="*/ 28 w 30"/>
                <a:gd name="T79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0" h="31">
                  <a:moveTo>
                    <a:pt x="28" y="9"/>
                  </a:moveTo>
                  <a:cubicBezTo>
                    <a:pt x="27" y="9"/>
                    <a:pt x="27" y="9"/>
                    <a:pt x="27" y="10"/>
                  </a:cubicBezTo>
                  <a:cubicBezTo>
                    <a:pt x="27" y="10"/>
                    <a:pt x="27" y="10"/>
                    <a:pt x="26" y="11"/>
                  </a:cubicBezTo>
                  <a:cubicBezTo>
                    <a:pt x="26" y="11"/>
                    <a:pt x="26" y="11"/>
                    <a:pt x="26" y="12"/>
                  </a:cubicBezTo>
                  <a:cubicBezTo>
                    <a:pt x="26" y="12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9"/>
                    <a:pt x="29" y="20"/>
                    <a:pt x="27" y="22"/>
                  </a:cubicBezTo>
                  <a:cubicBezTo>
                    <a:pt x="26" y="24"/>
                    <a:pt x="24" y="26"/>
                    <a:pt x="23" y="27"/>
                  </a:cubicBezTo>
                  <a:cubicBezTo>
                    <a:pt x="21" y="29"/>
                    <a:pt x="20" y="29"/>
                    <a:pt x="18" y="30"/>
                  </a:cubicBezTo>
                  <a:cubicBezTo>
                    <a:pt x="17" y="31"/>
                    <a:pt x="15" y="31"/>
                    <a:pt x="13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7" y="28"/>
                    <a:pt x="5" y="27"/>
                    <a:pt x="4" y="25"/>
                  </a:cubicBezTo>
                  <a:cubicBezTo>
                    <a:pt x="3" y="24"/>
                    <a:pt x="2" y="22"/>
                    <a:pt x="1" y="20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" y="13"/>
                    <a:pt x="1" y="12"/>
                    <a:pt x="2" y="10"/>
                  </a:cubicBezTo>
                  <a:cubicBezTo>
                    <a:pt x="3" y="8"/>
                    <a:pt x="5" y="7"/>
                    <a:pt x="6" y="5"/>
                  </a:cubicBezTo>
                  <a:cubicBezTo>
                    <a:pt x="7" y="5"/>
                    <a:pt x="9" y="4"/>
                    <a:pt x="10" y="3"/>
                  </a:cubicBezTo>
                  <a:cubicBezTo>
                    <a:pt x="11" y="3"/>
                    <a:pt x="12" y="2"/>
                    <a:pt x="13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7" y="6"/>
                    <a:pt x="15" y="5"/>
                    <a:pt x="13" y="5"/>
                  </a:cubicBezTo>
                  <a:cubicBezTo>
                    <a:pt x="11" y="5"/>
                    <a:pt x="9" y="5"/>
                    <a:pt x="8" y="7"/>
                  </a:cubicBezTo>
                  <a:cubicBezTo>
                    <a:pt x="6" y="8"/>
                    <a:pt x="5" y="10"/>
                    <a:pt x="5" y="12"/>
                  </a:cubicBezTo>
                  <a:cubicBezTo>
                    <a:pt x="6" y="15"/>
                    <a:pt x="7" y="17"/>
                    <a:pt x="9" y="20"/>
                  </a:cubicBezTo>
                  <a:cubicBezTo>
                    <a:pt x="12" y="23"/>
                    <a:pt x="14" y="25"/>
                    <a:pt x="16" y="26"/>
                  </a:cubicBezTo>
                  <a:cubicBezTo>
                    <a:pt x="19" y="27"/>
                    <a:pt x="21" y="27"/>
                    <a:pt x="22" y="25"/>
                  </a:cubicBezTo>
                  <a:cubicBezTo>
                    <a:pt x="23" y="25"/>
                    <a:pt x="24" y="24"/>
                    <a:pt x="24" y="23"/>
                  </a:cubicBezTo>
                  <a:cubicBezTo>
                    <a:pt x="25" y="22"/>
                    <a:pt x="25" y="22"/>
                    <a:pt x="25" y="21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1" y="16"/>
                    <a:pt x="21" y="16"/>
                  </a:cubicBezTo>
                  <a:cubicBezTo>
                    <a:pt x="21" y="16"/>
                    <a:pt x="20" y="16"/>
                    <a:pt x="20" y="16"/>
                  </a:cubicBezTo>
                  <a:cubicBezTo>
                    <a:pt x="19" y="16"/>
                    <a:pt x="19" y="16"/>
                    <a:pt x="18" y="17"/>
                  </a:cubicBezTo>
                  <a:cubicBezTo>
                    <a:pt x="18" y="17"/>
                    <a:pt x="17" y="17"/>
                    <a:pt x="17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7" y="8"/>
                    <a:pt x="27" y="8"/>
                    <a:pt x="27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4" name="Freeform 79"/>
            <p:cNvSpPr/>
            <p:nvPr/>
          </p:nvSpPr>
          <p:spPr bwMode="auto">
            <a:xfrm>
              <a:off x="1105415" y="195940"/>
              <a:ext cx="46746" cy="48477"/>
            </a:xfrm>
            <a:custGeom>
              <a:avLst/>
              <a:gdLst>
                <a:gd name="T0" fmla="*/ 29 w 30"/>
                <a:gd name="T1" fmla="*/ 2 h 31"/>
                <a:gd name="T2" fmla="*/ 28 w 30"/>
                <a:gd name="T3" fmla="*/ 3 h 31"/>
                <a:gd name="T4" fmla="*/ 27 w 30"/>
                <a:gd name="T5" fmla="*/ 4 h 31"/>
                <a:gd name="T6" fmla="*/ 26 w 30"/>
                <a:gd name="T7" fmla="*/ 5 h 31"/>
                <a:gd name="T8" fmla="*/ 27 w 30"/>
                <a:gd name="T9" fmla="*/ 9 h 31"/>
                <a:gd name="T10" fmla="*/ 29 w 30"/>
                <a:gd name="T11" fmla="*/ 18 h 31"/>
                <a:gd name="T12" fmla="*/ 28 w 30"/>
                <a:gd name="T13" fmla="*/ 26 h 31"/>
                <a:gd name="T14" fmla="*/ 21 w 30"/>
                <a:gd name="T15" fmla="*/ 30 h 31"/>
                <a:gd name="T16" fmla="*/ 12 w 30"/>
                <a:gd name="T17" fmla="*/ 30 h 31"/>
                <a:gd name="T18" fmla="*/ 8 w 30"/>
                <a:gd name="T19" fmla="*/ 24 h 31"/>
                <a:gd name="T20" fmla="*/ 4 w 30"/>
                <a:gd name="T21" fmla="*/ 11 h 31"/>
                <a:gd name="T22" fmla="*/ 4 w 30"/>
                <a:gd name="T23" fmla="*/ 10 h 31"/>
                <a:gd name="T24" fmla="*/ 3 w 30"/>
                <a:gd name="T25" fmla="*/ 10 h 31"/>
                <a:gd name="T26" fmla="*/ 1 w 30"/>
                <a:gd name="T27" fmla="*/ 10 h 31"/>
                <a:gd name="T28" fmla="*/ 0 w 30"/>
                <a:gd name="T29" fmla="*/ 10 h 31"/>
                <a:gd name="T30" fmla="*/ 0 w 30"/>
                <a:gd name="T31" fmla="*/ 8 h 31"/>
                <a:gd name="T32" fmla="*/ 13 w 30"/>
                <a:gd name="T33" fmla="*/ 5 h 31"/>
                <a:gd name="T34" fmla="*/ 13 w 30"/>
                <a:gd name="T35" fmla="*/ 6 h 31"/>
                <a:gd name="T36" fmla="*/ 12 w 30"/>
                <a:gd name="T37" fmla="*/ 7 h 31"/>
                <a:gd name="T38" fmla="*/ 11 w 30"/>
                <a:gd name="T39" fmla="*/ 7 h 31"/>
                <a:gd name="T40" fmla="*/ 10 w 30"/>
                <a:gd name="T41" fmla="*/ 8 h 31"/>
                <a:gd name="T42" fmla="*/ 10 w 30"/>
                <a:gd name="T43" fmla="*/ 9 h 31"/>
                <a:gd name="T44" fmla="*/ 14 w 30"/>
                <a:gd name="T45" fmla="*/ 22 h 31"/>
                <a:gd name="T46" fmla="*/ 17 w 30"/>
                <a:gd name="T47" fmla="*/ 27 h 31"/>
                <a:gd name="T48" fmla="*/ 22 w 30"/>
                <a:gd name="T49" fmla="*/ 27 h 31"/>
                <a:gd name="T50" fmla="*/ 27 w 30"/>
                <a:gd name="T51" fmla="*/ 24 h 31"/>
                <a:gd name="T52" fmla="*/ 27 w 30"/>
                <a:gd name="T53" fmla="*/ 18 h 31"/>
                <a:gd name="T54" fmla="*/ 25 w 30"/>
                <a:gd name="T55" fmla="*/ 10 h 31"/>
                <a:gd name="T56" fmla="*/ 23 w 30"/>
                <a:gd name="T57" fmla="*/ 6 h 31"/>
                <a:gd name="T58" fmla="*/ 22 w 30"/>
                <a:gd name="T59" fmla="*/ 5 h 31"/>
                <a:gd name="T60" fmla="*/ 20 w 30"/>
                <a:gd name="T61" fmla="*/ 5 h 31"/>
                <a:gd name="T62" fmla="*/ 19 w 30"/>
                <a:gd name="T63" fmla="*/ 5 h 31"/>
                <a:gd name="T64" fmla="*/ 18 w 30"/>
                <a:gd name="T65" fmla="*/ 3 h 31"/>
                <a:gd name="T66" fmla="*/ 29 w 30"/>
                <a:gd name="T67" fmla="*/ 0 h 31"/>
                <a:gd name="T68" fmla="*/ 29 w 30"/>
                <a:gd name="T69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31">
                  <a:moveTo>
                    <a:pt x="29" y="2"/>
                  </a:moveTo>
                  <a:cubicBezTo>
                    <a:pt x="29" y="2"/>
                    <a:pt x="29" y="2"/>
                    <a:pt x="28" y="3"/>
                  </a:cubicBezTo>
                  <a:cubicBezTo>
                    <a:pt x="27" y="3"/>
                    <a:pt x="27" y="3"/>
                    <a:pt x="27" y="4"/>
                  </a:cubicBezTo>
                  <a:cubicBezTo>
                    <a:pt x="26" y="4"/>
                    <a:pt x="26" y="5"/>
                    <a:pt x="26" y="5"/>
                  </a:cubicBezTo>
                  <a:cubicBezTo>
                    <a:pt x="26" y="6"/>
                    <a:pt x="26" y="7"/>
                    <a:pt x="27" y="9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0" y="21"/>
                    <a:pt x="30" y="24"/>
                    <a:pt x="28" y="26"/>
                  </a:cubicBezTo>
                  <a:cubicBezTo>
                    <a:pt x="27" y="28"/>
                    <a:pt x="24" y="29"/>
                    <a:pt x="21" y="30"/>
                  </a:cubicBezTo>
                  <a:cubicBezTo>
                    <a:pt x="18" y="31"/>
                    <a:pt x="15" y="31"/>
                    <a:pt x="12" y="30"/>
                  </a:cubicBezTo>
                  <a:cubicBezTo>
                    <a:pt x="10" y="29"/>
                    <a:pt x="8" y="27"/>
                    <a:pt x="8" y="2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0"/>
                    <a:pt x="4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1" y="10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7"/>
                  </a:cubicBezTo>
                  <a:cubicBezTo>
                    <a:pt x="12" y="7"/>
                    <a:pt x="12" y="7"/>
                    <a:pt x="11" y="7"/>
                  </a:cubicBezTo>
                  <a:cubicBezTo>
                    <a:pt x="11" y="7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8" y="28"/>
                    <a:pt x="20" y="28"/>
                    <a:pt x="22" y="27"/>
                  </a:cubicBezTo>
                  <a:cubicBezTo>
                    <a:pt x="24" y="27"/>
                    <a:pt x="26" y="26"/>
                    <a:pt x="27" y="24"/>
                  </a:cubicBezTo>
                  <a:cubicBezTo>
                    <a:pt x="27" y="23"/>
                    <a:pt x="28" y="21"/>
                    <a:pt x="27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8"/>
                    <a:pt x="24" y="7"/>
                    <a:pt x="23" y="6"/>
                  </a:cubicBezTo>
                  <a:cubicBezTo>
                    <a:pt x="23" y="6"/>
                    <a:pt x="23" y="5"/>
                    <a:pt x="22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5" name="Freeform 80"/>
            <p:cNvSpPr/>
            <p:nvPr/>
          </p:nvSpPr>
          <p:spPr bwMode="auto">
            <a:xfrm>
              <a:off x="1179862" y="192478"/>
              <a:ext cx="48477" cy="43283"/>
            </a:xfrm>
            <a:custGeom>
              <a:avLst/>
              <a:gdLst>
                <a:gd name="T0" fmla="*/ 31 w 31"/>
                <a:gd name="T1" fmla="*/ 2 h 27"/>
                <a:gd name="T2" fmla="*/ 29 w 31"/>
                <a:gd name="T3" fmla="*/ 2 h 27"/>
                <a:gd name="T4" fmla="*/ 28 w 31"/>
                <a:gd name="T5" fmla="*/ 3 h 27"/>
                <a:gd name="T6" fmla="*/ 27 w 31"/>
                <a:gd name="T7" fmla="*/ 5 h 27"/>
                <a:gd name="T8" fmla="*/ 26 w 31"/>
                <a:gd name="T9" fmla="*/ 8 h 27"/>
                <a:gd name="T10" fmla="*/ 26 w 31"/>
                <a:gd name="T11" fmla="*/ 27 h 27"/>
                <a:gd name="T12" fmla="*/ 23 w 31"/>
                <a:gd name="T13" fmla="*/ 27 h 27"/>
                <a:gd name="T14" fmla="*/ 7 w 31"/>
                <a:gd name="T15" fmla="*/ 6 h 27"/>
                <a:gd name="T16" fmla="*/ 7 w 31"/>
                <a:gd name="T17" fmla="*/ 19 h 27"/>
                <a:gd name="T18" fmla="*/ 7 w 31"/>
                <a:gd name="T19" fmla="*/ 22 h 27"/>
                <a:gd name="T20" fmla="*/ 8 w 31"/>
                <a:gd name="T21" fmla="*/ 24 h 27"/>
                <a:gd name="T22" fmla="*/ 9 w 31"/>
                <a:gd name="T23" fmla="*/ 25 h 27"/>
                <a:gd name="T24" fmla="*/ 11 w 31"/>
                <a:gd name="T25" fmla="*/ 25 h 27"/>
                <a:gd name="T26" fmla="*/ 11 w 31"/>
                <a:gd name="T27" fmla="*/ 26 h 27"/>
                <a:gd name="T28" fmla="*/ 0 w 31"/>
                <a:gd name="T29" fmla="*/ 26 h 27"/>
                <a:gd name="T30" fmla="*/ 0 w 31"/>
                <a:gd name="T31" fmla="*/ 25 h 27"/>
                <a:gd name="T32" fmla="*/ 2 w 31"/>
                <a:gd name="T33" fmla="*/ 25 h 27"/>
                <a:gd name="T34" fmla="*/ 3 w 31"/>
                <a:gd name="T35" fmla="*/ 24 h 27"/>
                <a:gd name="T36" fmla="*/ 4 w 31"/>
                <a:gd name="T37" fmla="*/ 22 h 27"/>
                <a:gd name="T38" fmla="*/ 4 w 31"/>
                <a:gd name="T39" fmla="*/ 19 h 27"/>
                <a:gd name="T40" fmla="*/ 5 w 31"/>
                <a:gd name="T41" fmla="*/ 6 h 27"/>
                <a:gd name="T42" fmla="*/ 4 w 31"/>
                <a:gd name="T43" fmla="*/ 5 h 27"/>
                <a:gd name="T44" fmla="*/ 3 w 31"/>
                <a:gd name="T45" fmla="*/ 3 h 27"/>
                <a:gd name="T46" fmla="*/ 2 w 31"/>
                <a:gd name="T47" fmla="*/ 2 h 27"/>
                <a:gd name="T48" fmla="*/ 0 w 31"/>
                <a:gd name="T49" fmla="*/ 2 h 27"/>
                <a:gd name="T50" fmla="*/ 0 w 31"/>
                <a:gd name="T51" fmla="*/ 0 h 27"/>
                <a:gd name="T52" fmla="*/ 10 w 31"/>
                <a:gd name="T53" fmla="*/ 0 h 27"/>
                <a:gd name="T54" fmla="*/ 24 w 31"/>
                <a:gd name="T55" fmla="*/ 18 h 27"/>
                <a:gd name="T56" fmla="*/ 24 w 31"/>
                <a:gd name="T57" fmla="*/ 8 h 27"/>
                <a:gd name="T58" fmla="*/ 24 w 31"/>
                <a:gd name="T59" fmla="*/ 5 h 27"/>
                <a:gd name="T60" fmla="*/ 23 w 31"/>
                <a:gd name="T61" fmla="*/ 3 h 27"/>
                <a:gd name="T62" fmla="*/ 21 w 31"/>
                <a:gd name="T63" fmla="*/ 2 h 27"/>
                <a:gd name="T64" fmla="*/ 20 w 31"/>
                <a:gd name="T65" fmla="*/ 2 h 27"/>
                <a:gd name="T66" fmla="*/ 20 w 31"/>
                <a:gd name="T67" fmla="*/ 0 h 27"/>
                <a:gd name="T68" fmla="*/ 31 w 31"/>
                <a:gd name="T69" fmla="*/ 1 h 27"/>
                <a:gd name="T70" fmla="*/ 31 w 31"/>
                <a:gd name="T7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" h="27">
                  <a:moveTo>
                    <a:pt x="31" y="2"/>
                  </a:moveTo>
                  <a:cubicBezTo>
                    <a:pt x="30" y="2"/>
                    <a:pt x="30" y="2"/>
                    <a:pt x="29" y="2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7" y="3"/>
                    <a:pt x="27" y="4"/>
                    <a:pt x="27" y="5"/>
                  </a:cubicBezTo>
                  <a:cubicBezTo>
                    <a:pt x="26" y="5"/>
                    <a:pt x="26" y="7"/>
                    <a:pt x="26" y="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1"/>
                    <a:pt x="7" y="22"/>
                  </a:cubicBezTo>
                  <a:cubicBezTo>
                    <a:pt x="7" y="23"/>
                    <a:pt x="7" y="23"/>
                    <a:pt x="8" y="24"/>
                  </a:cubicBezTo>
                  <a:cubicBezTo>
                    <a:pt x="8" y="24"/>
                    <a:pt x="9" y="24"/>
                    <a:pt x="9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1" y="25"/>
                    <a:pt x="2" y="25"/>
                  </a:cubicBezTo>
                  <a:cubicBezTo>
                    <a:pt x="2" y="24"/>
                    <a:pt x="3" y="24"/>
                    <a:pt x="3" y="24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4" y="22"/>
                    <a:pt x="4" y="20"/>
                    <a:pt x="4" y="1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5"/>
                    <a:pt x="4" y="5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7"/>
                    <a:pt x="24" y="6"/>
                    <a:pt x="24" y="5"/>
                  </a:cubicBezTo>
                  <a:cubicBezTo>
                    <a:pt x="24" y="4"/>
                    <a:pt x="23" y="3"/>
                    <a:pt x="23" y="3"/>
                  </a:cubicBezTo>
                  <a:cubicBezTo>
                    <a:pt x="22" y="3"/>
                    <a:pt x="22" y="3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1"/>
                    <a:pt x="31" y="1"/>
                    <a:pt x="31" y="1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6" name="Freeform 81"/>
            <p:cNvSpPr/>
            <p:nvPr/>
          </p:nvSpPr>
          <p:spPr bwMode="auto">
            <a:xfrm>
              <a:off x="1249115" y="199403"/>
              <a:ext cx="31164" cy="45014"/>
            </a:xfrm>
            <a:custGeom>
              <a:avLst/>
              <a:gdLst>
                <a:gd name="T0" fmla="*/ 14 w 20"/>
                <a:gd name="T1" fmla="*/ 29 h 29"/>
                <a:gd name="T2" fmla="*/ 0 w 20"/>
                <a:gd name="T3" fmla="*/ 26 h 29"/>
                <a:gd name="T4" fmla="*/ 0 w 20"/>
                <a:gd name="T5" fmla="*/ 24 h 29"/>
                <a:gd name="T6" fmla="*/ 2 w 20"/>
                <a:gd name="T7" fmla="*/ 24 h 29"/>
                <a:gd name="T8" fmla="*/ 3 w 20"/>
                <a:gd name="T9" fmla="*/ 25 h 29"/>
                <a:gd name="T10" fmla="*/ 4 w 20"/>
                <a:gd name="T11" fmla="*/ 24 h 29"/>
                <a:gd name="T12" fmla="*/ 5 w 20"/>
                <a:gd name="T13" fmla="*/ 23 h 29"/>
                <a:gd name="T14" fmla="*/ 9 w 20"/>
                <a:gd name="T15" fmla="*/ 5 h 29"/>
                <a:gd name="T16" fmla="*/ 9 w 20"/>
                <a:gd name="T17" fmla="*/ 4 h 29"/>
                <a:gd name="T18" fmla="*/ 9 w 20"/>
                <a:gd name="T19" fmla="*/ 3 h 29"/>
                <a:gd name="T20" fmla="*/ 7 w 20"/>
                <a:gd name="T21" fmla="*/ 2 h 29"/>
                <a:gd name="T22" fmla="*/ 6 w 20"/>
                <a:gd name="T23" fmla="*/ 2 h 29"/>
                <a:gd name="T24" fmla="*/ 6 w 20"/>
                <a:gd name="T25" fmla="*/ 0 h 29"/>
                <a:gd name="T26" fmla="*/ 20 w 20"/>
                <a:gd name="T27" fmla="*/ 4 h 29"/>
                <a:gd name="T28" fmla="*/ 20 w 20"/>
                <a:gd name="T29" fmla="*/ 5 h 29"/>
                <a:gd name="T30" fmla="*/ 19 w 20"/>
                <a:gd name="T31" fmla="*/ 5 h 29"/>
                <a:gd name="T32" fmla="*/ 17 w 20"/>
                <a:gd name="T33" fmla="*/ 5 h 29"/>
                <a:gd name="T34" fmla="*/ 16 w 20"/>
                <a:gd name="T35" fmla="*/ 6 h 29"/>
                <a:gd name="T36" fmla="*/ 16 w 20"/>
                <a:gd name="T37" fmla="*/ 7 h 29"/>
                <a:gd name="T38" fmla="*/ 11 w 20"/>
                <a:gd name="T39" fmla="*/ 25 h 29"/>
                <a:gd name="T40" fmla="*/ 11 w 20"/>
                <a:gd name="T41" fmla="*/ 26 h 29"/>
                <a:gd name="T42" fmla="*/ 12 w 20"/>
                <a:gd name="T43" fmla="*/ 27 h 29"/>
                <a:gd name="T44" fmla="*/ 13 w 20"/>
                <a:gd name="T45" fmla="*/ 27 h 29"/>
                <a:gd name="T46" fmla="*/ 14 w 20"/>
                <a:gd name="T47" fmla="*/ 28 h 29"/>
                <a:gd name="T48" fmla="*/ 14 w 20"/>
                <a:gd name="T4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29">
                  <a:moveTo>
                    <a:pt x="14" y="29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2" y="25"/>
                    <a:pt x="3" y="25"/>
                    <a:pt x="3" y="25"/>
                  </a:cubicBezTo>
                  <a:cubicBezTo>
                    <a:pt x="3" y="25"/>
                    <a:pt x="4" y="24"/>
                    <a:pt x="4" y="24"/>
                  </a:cubicBezTo>
                  <a:cubicBezTo>
                    <a:pt x="4" y="24"/>
                    <a:pt x="4" y="24"/>
                    <a:pt x="5" y="2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4"/>
                    <a:pt x="9" y="4"/>
                  </a:cubicBezTo>
                  <a:cubicBezTo>
                    <a:pt x="9" y="4"/>
                    <a:pt x="9" y="3"/>
                    <a:pt x="9" y="3"/>
                  </a:cubicBezTo>
                  <a:cubicBezTo>
                    <a:pt x="8" y="3"/>
                    <a:pt x="8" y="3"/>
                    <a:pt x="7" y="2"/>
                  </a:cubicBezTo>
                  <a:cubicBezTo>
                    <a:pt x="7" y="2"/>
                    <a:pt x="6" y="2"/>
                    <a:pt x="6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19" y="5"/>
                    <a:pt x="19" y="5"/>
                  </a:cubicBezTo>
                  <a:cubicBezTo>
                    <a:pt x="18" y="5"/>
                    <a:pt x="18" y="5"/>
                    <a:pt x="17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6"/>
                  </a:cubicBezTo>
                  <a:cubicBezTo>
                    <a:pt x="11" y="26"/>
                    <a:pt x="11" y="26"/>
                    <a:pt x="12" y="27"/>
                  </a:cubicBezTo>
                  <a:cubicBezTo>
                    <a:pt x="12" y="27"/>
                    <a:pt x="12" y="27"/>
                    <a:pt x="13" y="27"/>
                  </a:cubicBezTo>
                  <a:cubicBezTo>
                    <a:pt x="13" y="28"/>
                    <a:pt x="14" y="28"/>
                    <a:pt x="14" y="28"/>
                  </a:cubicBez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7" name="Freeform 82"/>
            <p:cNvSpPr/>
            <p:nvPr/>
          </p:nvSpPr>
          <p:spPr bwMode="auto">
            <a:xfrm>
              <a:off x="1309712" y="214985"/>
              <a:ext cx="43283" cy="48477"/>
            </a:xfrm>
            <a:custGeom>
              <a:avLst/>
              <a:gdLst>
                <a:gd name="T0" fmla="*/ 27 w 28"/>
                <a:gd name="T1" fmla="*/ 16 h 31"/>
                <a:gd name="T2" fmla="*/ 26 w 28"/>
                <a:gd name="T3" fmla="*/ 15 h 31"/>
                <a:gd name="T4" fmla="*/ 25 w 28"/>
                <a:gd name="T5" fmla="*/ 15 h 31"/>
                <a:gd name="T6" fmla="*/ 23 w 28"/>
                <a:gd name="T7" fmla="*/ 16 h 31"/>
                <a:gd name="T8" fmla="*/ 22 w 28"/>
                <a:gd name="T9" fmla="*/ 16 h 31"/>
                <a:gd name="T10" fmla="*/ 19 w 28"/>
                <a:gd name="T11" fmla="*/ 19 h 31"/>
                <a:gd name="T12" fmla="*/ 14 w 28"/>
                <a:gd name="T13" fmla="*/ 23 h 31"/>
                <a:gd name="T14" fmla="*/ 9 w 28"/>
                <a:gd name="T15" fmla="*/ 27 h 31"/>
                <a:gd name="T16" fmla="*/ 4 w 28"/>
                <a:gd name="T17" fmla="*/ 31 h 31"/>
                <a:gd name="T18" fmla="*/ 0 w 28"/>
                <a:gd name="T19" fmla="*/ 30 h 31"/>
                <a:gd name="T20" fmla="*/ 2 w 28"/>
                <a:gd name="T21" fmla="*/ 16 h 31"/>
                <a:gd name="T22" fmla="*/ 3 w 28"/>
                <a:gd name="T23" fmla="*/ 6 h 31"/>
                <a:gd name="T24" fmla="*/ 3 w 28"/>
                <a:gd name="T25" fmla="*/ 5 h 31"/>
                <a:gd name="T26" fmla="*/ 2 w 28"/>
                <a:gd name="T27" fmla="*/ 3 h 31"/>
                <a:gd name="T28" fmla="*/ 1 w 28"/>
                <a:gd name="T29" fmla="*/ 2 h 31"/>
                <a:gd name="T30" fmla="*/ 0 w 28"/>
                <a:gd name="T31" fmla="*/ 1 h 31"/>
                <a:gd name="T32" fmla="*/ 1 w 28"/>
                <a:gd name="T33" fmla="*/ 0 h 31"/>
                <a:gd name="T34" fmla="*/ 13 w 28"/>
                <a:gd name="T35" fmla="*/ 7 h 31"/>
                <a:gd name="T36" fmla="*/ 13 w 28"/>
                <a:gd name="T37" fmla="*/ 8 h 31"/>
                <a:gd name="T38" fmla="*/ 10 w 28"/>
                <a:gd name="T39" fmla="*/ 7 h 31"/>
                <a:gd name="T40" fmla="*/ 9 w 28"/>
                <a:gd name="T41" fmla="*/ 7 h 31"/>
                <a:gd name="T42" fmla="*/ 9 w 28"/>
                <a:gd name="T43" fmla="*/ 8 h 31"/>
                <a:gd name="T44" fmla="*/ 9 w 28"/>
                <a:gd name="T45" fmla="*/ 8 h 31"/>
                <a:gd name="T46" fmla="*/ 8 w 28"/>
                <a:gd name="T47" fmla="*/ 14 h 31"/>
                <a:gd name="T48" fmla="*/ 7 w 28"/>
                <a:gd name="T49" fmla="*/ 26 h 31"/>
                <a:gd name="T50" fmla="*/ 13 w 28"/>
                <a:gd name="T51" fmla="*/ 21 h 31"/>
                <a:gd name="T52" fmla="*/ 18 w 28"/>
                <a:gd name="T53" fmla="*/ 17 h 31"/>
                <a:gd name="T54" fmla="*/ 20 w 28"/>
                <a:gd name="T55" fmla="*/ 15 h 31"/>
                <a:gd name="T56" fmla="*/ 21 w 28"/>
                <a:gd name="T57" fmla="*/ 14 h 31"/>
                <a:gd name="T58" fmla="*/ 20 w 28"/>
                <a:gd name="T59" fmla="*/ 13 h 31"/>
                <a:gd name="T60" fmla="*/ 18 w 28"/>
                <a:gd name="T61" fmla="*/ 11 h 31"/>
                <a:gd name="T62" fmla="*/ 19 w 28"/>
                <a:gd name="T63" fmla="*/ 10 h 31"/>
                <a:gd name="T64" fmla="*/ 28 w 28"/>
                <a:gd name="T65" fmla="*/ 14 h 31"/>
                <a:gd name="T66" fmla="*/ 27 w 28"/>
                <a:gd name="T6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31">
                  <a:moveTo>
                    <a:pt x="27" y="16"/>
                  </a:moveTo>
                  <a:cubicBezTo>
                    <a:pt x="27" y="16"/>
                    <a:pt x="26" y="15"/>
                    <a:pt x="26" y="15"/>
                  </a:cubicBezTo>
                  <a:cubicBezTo>
                    <a:pt x="26" y="15"/>
                    <a:pt x="25" y="15"/>
                    <a:pt x="25" y="15"/>
                  </a:cubicBezTo>
                  <a:cubicBezTo>
                    <a:pt x="24" y="15"/>
                    <a:pt x="24" y="15"/>
                    <a:pt x="23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1" y="17"/>
                    <a:pt x="20" y="18"/>
                    <a:pt x="19" y="19"/>
                  </a:cubicBezTo>
                  <a:cubicBezTo>
                    <a:pt x="17" y="20"/>
                    <a:pt x="16" y="21"/>
                    <a:pt x="14" y="23"/>
                  </a:cubicBezTo>
                  <a:cubicBezTo>
                    <a:pt x="12" y="24"/>
                    <a:pt x="11" y="25"/>
                    <a:pt x="9" y="27"/>
                  </a:cubicBezTo>
                  <a:cubicBezTo>
                    <a:pt x="7" y="29"/>
                    <a:pt x="5" y="30"/>
                    <a:pt x="4" y="3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25"/>
                    <a:pt x="1" y="21"/>
                    <a:pt x="2" y="16"/>
                  </a:cubicBezTo>
                  <a:cubicBezTo>
                    <a:pt x="2" y="11"/>
                    <a:pt x="3" y="8"/>
                    <a:pt x="3" y="6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3" y="4"/>
                    <a:pt x="2" y="4"/>
                    <a:pt x="2" y="3"/>
                  </a:cubicBezTo>
                  <a:cubicBezTo>
                    <a:pt x="2" y="3"/>
                    <a:pt x="1" y="2"/>
                    <a:pt x="1" y="2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0" y="7"/>
                    <a:pt x="9" y="7"/>
                    <a:pt x="9" y="7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10"/>
                    <a:pt x="8" y="11"/>
                    <a:pt x="8" y="14"/>
                  </a:cubicBezTo>
                  <a:cubicBezTo>
                    <a:pt x="8" y="17"/>
                    <a:pt x="8" y="21"/>
                    <a:pt x="7" y="26"/>
                  </a:cubicBezTo>
                  <a:cubicBezTo>
                    <a:pt x="10" y="24"/>
                    <a:pt x="12" y="22"/>
                    <a:pt x="13" y="21"/>
                  </a:cubicBezTo>
                  <a:cubicBezTo>
                    <a:pt x="15" y="19"/>
                    <a:pt x="17" y="18"/>
                    <a:pt x="18" y="17"/>
                  </a:cubicBezTo>
                  <a:cubicBezTo>
                    <a:pt x="19" y="16"/>
                    <a:pt x="19" y="16"/>
                    <a:pt x="20" y="15"/>
                  </a:cubicBezTo>
                  <a:cubicBezTo>
                    <a:pt x="20" y="15"/>
                    <a:pt x="21" y="14"/>
                    <a:pt x="21" y="14"/>
                  </a:cubicBezTo>
                  <a:cubicBezTo>
                    <a:pt x="21" y="14"/>
                    <a:pt x="21" y="13"/>
                    <a:pt x="20" y="13"/>
                  </a:cubicBezTo>
                  <a:cubicBezTo>
                    <a:pt x="20" y="12"/>
                    <a:pt x="19" y="12"/>
                    <a:pt x="18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28" y="14"/>
                    <a:pt x="28" y="14"/>
                    <a:pt x="28" y="14"/>
                  </a:cubicBezTo>
                  <a:lnTo>
                    <a:pt x="2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8" name="Freeform 83"/>
            <p:cNvSpPr/>
            <p:nvPr/>
          </p:nvSpPr>
          <p:spPr bwMode="auto">
            <a:xfrm>
              <a:off x="1347801" y="256536"/>
              <a:ext cx="55402" cy="53671"/>
            </a:xfrm>
            <a:custGeom>
              <a:avLst/>
              <a:gdLst>
                <a:gd name="T0" fmla="*/ 31 w 35"/>
                <a:gd name="T1" fmla="*/ 20 h 35"/>
                <a:gd name="T2" fmla="*/ 30 w 35"/>
                <a:gd name="T3" fmla="*/ 19 h 35"/>
                <a:gd name="T4" fmla="*/ 30 w 35"/>
                <a:gd name="T5" fmla="*/ 16 h 35"/>
                <a:gd name="T6" fmla="*/ 30 w 35"/>
                <a:gd name="T7" fmla="*/ 13 h 35"/>
                <a:gd name="T8" fmla="*/ 29 w 35"/>
                <a:gd name="T9" fmla="*/ 11 h 35"/>
                <a:gd name="T10" fmla="*/ 27 w 35"/>
                <a:gd name="T11" fmla="*/ 10 h 35"/>
                <a:gd name="T12" fmla="*/ 25 w 35"/>
                <a:gd name="T13" fmla="*/ 8 h 35"/>
                <a:gd name="T14" fmla="*/ 18 w 35"/>
                <a:gd name="T15" fmla="*/ 15 h 35"/>
                <a:gd name="T16" fmla="*/ 20 w 35"/>
                <a:gd name="T17" fmla="*/ 17 h 35"/>
                <a:gd name="T18" fmla="*/ 21 w 35"/>
                <a:gd name="T19" fmla="*/ 18 h 35"/>
                <a:gd name="T20" fmla="*/ 23 w 35"/>
                <a:gd name="T21" fmla="*/ 18 h 35"/>
                <a:gd name="T22" fmla="*/ 25 w 35"/>
                <a:gd name="T23" fmla="*/ 18 h 35"/>
                <a:gd name="T24" fmla="*/ 26 w 35"/>
                <a:gd name="T25" fmla="*/ 17 h 35"/>
                <a:gd name="T26" fmla="*/ 27 w 35"/>
                <a:gd name="T27" fmla="*/ 18 h 35"/>
                <a:gd name="T28" fmla="*/ 20 w 35"/>
                <a:gd name="T29" fmla="*/ 26 h 35"/>
                <a:gd name="T30" fmla="*/ 19 w 35"/>
                <a:gd name="T31" fmla="*/ 25 h 35"/>
                <a:gd name="T32" fmla="*/ 20 w 35"/>
                <a:gd name="T33" fmla="*/ 23 h 35"/>
                <a:gd name="T34" fmla="*/ 20 w 35"/>
                <a:gd name="T35" fmla="*/ 21 h 35"/>
                <a:gd name="T36" fmla="*/ 20 w 35"/>
                <a:gd name="T37" fmla="*/ 20 h 35"/>
                <a:gd name="T38" fmla="*/ 19 w 35"/>
                <a:gd name="T39" fmla="*/ 18 h 35"/>
                <a:gd name="T40" fmla="*/ 17 w 35"/>
                <a:gd name="T41" fmla="*/ 16 h 35"/>
                <a:gd name="T42" fmla="*/ 12 w 35"/>
                <a:gd name="T43" fmla="*/ 22 h 35"/>
                <a:gd name="T44" fmla="*/ 10 w 35"/>
                <a:gd name="T45" fmla="*/ 23 h 35"/>
                <a:gd name="T46" fmla="*/ 10 w 35"/>
                <a:gd name="T47" fmla="*/ 25 h 35"/>
                <a:gd name="T48" fmla="*/ 11 w 35"/>
                <a:gd name="T49" fmla="*/ 26 h 35"/>
                <a:gd name="T50" fmla="*/ 12 w 35"/>
                <a:gd name="T51" fmla="*/ 27 h 35"/>
                <a:gd name="T52" fmla="*/ 14 w 35"/>
                <a:gd name="T53" fmla="*/ 28 h 35"/>
                <a:gd name="T54" fmla="*/ 15 w 35"/>
                <a:gd name="T55" fmla="*/ 29 h 35"/>
                <a:gd name="T56" fmla="*/ 16 w 35"/>
                <a:gd name="T57" fmla="*/ 30 h 35"/>
                <a:gd name="T58" fmla="*/ 17 w 35"/>
                <a:gd name="T59" fmla="*/ 30 h 35"/>
                <a:gd name="T60" fmla="*/ 20 w 35"/>
                <a:gd name="T61" fmla="*/ 30 h 35"/>
                <a:gd name="T62" fmla="*/ 23 w 35"/>
                <a:gd name="T63" fmla="*/ 29 h 35"/>
                <a:gd name="T64" fmla="*/ 24 w 35"/>
                <a:gd name="T65" fmla="*/ 30 h 35"/>
                <a:gd name="T66" fmla="*/ 18 w 35"/>
                <a:gd name="T67" fmla="*/ 35 h 35"/>
                <a:gd name="T68" fmla="*/ 0 w 35"/>
                <a:gd name="T69" fmla="*/ 19 h 35"/>
                <a:gd name="T70" fmla="*/ 1 w 35"/>
                <a:gd name="T71" fmla="*/ 18 h 35"/>
                <a:gd name="T72" fmla="*/ 3 w 35"/>
                <a:gd name="T73" fmla="*/ 19 h 35"/>
                <a:gd name="T74" fmla="*/ 4 w 35"/>
                <a:gd name="T75" fmla="*/ 19 h 35"/>
                <a:gd name="T76" fmla="*/ 5 w 35"/>
                <a:gd name="T77" fmla="*/ 19 h 35"/>
                <a:gd name="T78" fmla="*/ 6 w 35"/>
                <a:gd name="T79" fmla="*/ 19 h 35"/>
                <a:gd name="T80" fmla="*/ 18 w 35"/>
                <a:gd name="T81" fmla="*/ 5 h 35"/>
                <a:gd name="T82" fmla="*/ 19 w 35"/>
                <a:gd name="T83" fmla="*/ 4 h 35"/>
                <a:gd name="T84" fmla="*/ 19 w 35"/>
                <a:gd name="T85" fmla="*/ 3 h 35"/>
                <a:gd name="T86" fmla="*/ 18 w 35"/>
                <a:gd name="T87" fmla="*/ 2 h 35"/>
                <a:gd name="T88" fmla="*/ 17 w 35"/>
                <a:gd name="T89" fmla="*/ 1 h 35"/>
                <a:gd name="T90" fmla="*/ 18 w 35"/>
                <a:gd name="T91" fmla="*/ 0 h 35"/>
                <a:gd name="T92" fmla="*/ 35 w 35"/>
                <a:gd name="T93" fmla="*/ 15 h 35"/>
                <a:gd name="T94" fmla="*/ 31 w 35"/>
                <a:gd name="T95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" h="35">
                  <a:moveTo>
                    <a:pt x="31" y="20"/>
                  </a:moveTo>
                  <a:cubicBezTo>
                    <a:pt x="30" y="19"/>
                    <a:pt x="30" y="19"/>
                    <a:pt x="30" y="19"/>
                  </a:cubicBezTo>
                  <a:cubicBezTo>
                    <a:pt x="30" y="18"/>
                    <a:pt x="30" y="17"/>
                    <a:pt x="30" y="16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29" y="12"/>
                    <a:pt x="29" y="12"/>
                    <a:pt x="29" y="11"/>
                  </a:cubicBezTo>
                  <a:cubicBezTo>
                    <a:pt x="28" y="11"/>
                    <a:pt x="28" y="11"/>
                    <a:pt x="27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1" y="18"/>
                    <a:pt x="21" y="18"/>
                  </a:cubicBezTo>
                  <a:cubicBezTo>
                    <a:pt x="22" y="18"/>
                    <a:pt x="22" y="18"/>
                    <a:pt x="23" y="18"/>
                  </a:cubicBezTo>
                  <a:cubicBezTo>
                    <a:pt x="23" y="18"/>
                    <a:pt x="24" y="18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4"/>
                    <a:pt x="20" y="24"/>
                    <a:pt x="20" y="23"/>
                  </a:cubicBezTo>
                  <a:cubicBezTo>
                    <a:pt x="20" y="22"/>
                    <a:pt x="20" y="22"/>
                    <a:pt x="20" y="21"/>
                  </a:cubicBezTo>
                  <a:cubicBezTo>
                    <a:pt x="20" y="21"/>
                    <a:pt x="20" y="20"/>
                    <a:pt x="20" y="20"/>
                  </a:cubicBezTo>
                  <a:cubicBezTo>
                    <a:pt x="20" y="19"/>
                    <a:pt x="19" y="19"/>
                    <a:pt x="19" y="18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3"/>
                    <a:pt x="11" y="23"/>
                    <a:pt x="10" y="23"/>
                  </a:cubicBezTo>
                  <a:cubicBezTo>
                    <a:pt x="10" y="24"/>
                    <a:pt x="10" y="24"/>
                    <a:pt x="10" y="25"/>
                  </a:cubicBezTo>
                  <a:cubicBezTo>
                    <a:pt x="10" y="25"/>
                    <a:pt x="10" y="25"/>
                    <a:pt x="11" y="26"/>
                  </a:cubicBezTo>
                  <a:cubicBezTo>
                    <a:pt x="11" y="26"/>
                    <a:pt x="12" y="27"/>
                    <a:pt x="12" y="27"/>
                  </a:cubicBezTo>
                  <a:cubicBezTo>
                    <a:pt x="13" y="28"/>
                    <a:pt x="13" y="28"/>
                    <a:pt x="14" y="28"/>
                  </a:cubicBezTo>
                  <a:cubicBezTo>
                    <a:pt x="14" y="29"/>
                    <a:pt x="14" y="29"/>
                    <a:pt x="15" y="29"/>
                  </a:cubicBezTo>
                  <a:cubicBezTo>
                    <a:pt x="15" y="30"/>
                    <a:pt x="16" y="30"/>
                    <a:pt x="16" y="30"/>
                  </a:cubicBezTo>
                  <a:cubicBezTo>
                    <a:pt x="16" y="30"/>
                    <a:pt x="17" y="31"/>
                    <a:pt x="17" y="30"/>
                  </a:cubicBezTo>
                  <a:cubicBezTo>
                    <a:pt x="18" y="30"/>
                    <a:pt x="19" y="30"/>
                    <a:pt x="20" y="30"/>
                  </a:cubicBezTo>
                  <a:cubicBezTo>
                    <a:pt x="22" y="29"/>
                    <a:pt x="23" y="29"/>
                    <a:pt x="23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2" y="18"/>
                    <a:pt x="2" y="18"/>
                    <a:pt x="3" y="19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4" y="19"/>
                    <a:pt x="5" y="19"/>
                    <a:pt x="5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5" y="15"/>
                    <a:pt x="35" y="15"/>
                    <a:pt x="35" y="15"/>
                  </a:cubicBezTo>
                  <a:lnTo>
                    <a:pt x="3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9" name="Freeform 84"/>
            <p:cNvSpPr>
              <a:spLocks noEditPoints="1"/>
            </p:cNvSpPr>
            <p:nvPr/>
          </p:nvSpPr>
          <p:spPr bwMode="auto">
            <a:xfrm>
              <a:off x="1391084" y="306745"/>
              <a:ext cx="51940" cy="60596"/>
            </a:xfrm>
            <a:custGeom>
              <a:avLst/>
              <a:gdLst>
                <a:gd name="T0" fmla="*/ 26 w 33"/>
                <a:gd name="T1" fmla="*/ 18 h 39"/>
                <a:gd name="T2" fmla="*/ 28 w 33"/>
                <a:gd name="T3" fmla="*/ 15 h 39"/>
                <a:gd name="T4" fmla="*/ 27 w 33"/>
                <a:gd name="T5" fmla="*/ 11 h 39"/>
                <a:gd name="T6" fmla="*/ 26 w 33"/>
                <a:gd name="T7" fmla="*/ 10 h 39"/>
                <a:gd name="T8" fmla="*/ 17 w 33"/>
                <a:gd name="T9" fmla="*/ 16 h 39"/>
                <a:gd name="T10" fmla="*/ 18 w 33"/>
                <a:gd name="T11" fmla="*/ 17 h 39"/>
                <a:gd name="T12" fmla="*/ 21 w 33"/>
                <a:gd name="T13" fmla="*/ 19 h 39"/>
                <a:gd name="T14" fmla="*/ 26 w 33"/>
                <a:gd name="T15" fmla="*/ 18 h 39"/>
                <a:gd name="T16" fmla="*/ 16 w 33"/>
                <a:gd name="T17" fmla="*/ 39 h 39"/>
                <a:gd name="T18" fmla="*/ 11 w 33"/>
                <a:gd name="T19" fmla="*/ 31 h 39"/>
                <a:gd name="T20" fmla="*/ 14 w 33"/>
                <a:gd name="T21" fmla="*/ 24 h 39"/>
                <a:gd name="T22" fmla="*/ 16 w 33"/>
                <a:gd name="T23" fmla="*/ 17 h 39"/>
                <a:gd name="T24" fmla="*/ 15 w 33"/>
                <a:gd name="T25" fmla="*/ 16 h 39"/>
                <a:gd name="T26" fmla="*/ 9 w 33"/>
                <a:gd name="T27" fmla="*/ 21 h 39"/>
                <a:gd name="T28" fmla="*/ 8 w 33"/>
                <a:gd name="T29" fmla="*/ 22 h 39"/>
                <a:gd name="T30" fmla="*/ 8 w 33"/>
                <a:gd name="T31" fmla="*/ 23 h 39"/>
                <a:gd name="T32" fmla="*/ 8 w 33"/>
                <a:gd name="T33" fmla="*/ 24 h 39"/>
                <a:gd name="T34" fmla="*/ 9 w 33"/>
                <a:gd name="T35" fmla="*/ 25 h 39"/>
                <a:gd name="T36" fmla="*/ 7 w 33"/>
                <a:gd name="T37" fmla="*/ 26 h 39"/>
                <a:gd name="T38" fmla="*/ 0 w 33"/>
                <a:gd name="T39" fmla="*/ 14 h 39"/>
                <a:gd name="T40" fmla="*/ 1 w 33"/>
                <a:gd name="T41" fmla="*/ 13 h 39"/>
                <a:gd name="T42" fmla="*/ 2 w 33"/>
                <a:gd name="T43" fmla="*/ 14 h 39"/>
                <a:gd name="T44" fmla="*/ 3 w 33"/>
                <a:gd name="T45" fmla="*/ 15 h 39"/>
                <a:gd name="T46" fmla="*/ 4 w 33"/>
                <a:gd name="T47" fmla="*/ 16 h 39"/>
                <a:gd name="T48" fmla="*/ 5 w 33"/>
                <a:gd name="T49" fmla="*/ 15 h 39"/>
                <a:gd name="T50" fmla="*/ 21 w 33"/>
                <a:gd name="T51" fmla="*/ 5 h 39"/>
                <a:gd name="T52" fmla="*/ 21 w 33"/>
                <a:gd name="T53" fmla="*/ 5 h 39"/>
                <a:gd name="T54" fmla="*/ 22 w 33"/>
                <a:gd name="T55" fmla="*/ 3 h 39"/>
                <a:gd name="T56" fmla="*/ 21 w 33"/>
                <a:gd name="T57" fmla="*/ 2 h 39"/>
                <a:gd name="T58" fmla="*/ 21 w 33"/>
                <a:gd name="T59" fmla="*/ 1 h 39"/>
                <a:gd name="T60" fmla="*/ 22 w 33"/>
                <a:gd name="T61" fmla="*/ 0 h 39"/>
                <a:gd name="T62" fmla="*/ 30 w 33"/>
                <a:gd name="T63" fmla="*/ 12 h 39"/>
                <a:gd name="T64" fmla="*/ 32 w 33"/>
                <a:gd name="T65" fmla="*/ 19 h 39"/>
                <a:gd name="T66" fmla="*/ 30 w 33"/>
                <a:gd name="T67" fmla="*/ 24 h 39"/>
                <a:gd name="T68" fmla="*/ 25 w 33"/>
                <a:gd name="T69" fmla="*/ 25 h 39"/>
                <a:gd name="T70" fmla="*/ 21 w 33"/>
                <a:gd name="T71" fmla="*/ 22 h 39"/>
                <a:gd name="T72" fmla="*/ 19 w 33"/>
                <a:gd name="T73" fmla="*/ 27 h 39"/>
                <a:gd name="T74" fmla="*/ 17 w 33"/>
                <a:gd name="T75" fmla="*/ 32 h 39"/>
                <a:gd name="T76" fmla="*/ 17 w 33"/>
                <a:gd name="T77" fmla="*/ 34 h 39"/>
                <a:gd name="T78" fmla="*/ 17 w 33"/>
                <a:gd name="T79" fmla="*/ 37 h 39"/>
                <a:gd name="T80" fmla="*/ 17 w 33"/>
                <a:gd name="T81" fmla="*/ 38 h 39"/>
                <a:gd name="T82" fmla="*/ 17 w 33"/>
                <a:gd name="T83" fmla="*/ 38 h 39"/>
                <a:gd name="T84" fmla="*/ 16 w 33"/>
                <a:gd name="T8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39">
                  <a:moveTo>
                    <a:pt x="26" y="18"/>
                  </a:moveTo>
                  <a:cubicBezTo>
                    <a:pt x="27" y="17"/>
                    <a:pt x="28" y="16"/>
                    <a:pt x="28" y="15"/>
                  </a:cubicBezTo>
                  <a:cubicBezTo>
                    <a:pt x="28" y="14"/>
                    <a:pt x="28" y="12"/>
                    <a:pt x="27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8"/>
                    <a:pt x="20" y="19"/>
                    <a:pt x="21" y="19"/>
                  </a:cubicBezTo>
                  <a:cubicBezTo>
                    <a:pt x="22" y="20"/>
                    <a:pt x="24" y="19"/>
                    <a:pt x="26" y="18"/>
                  </a:cubicBezTo>
                  <a:moveTo>
                    <a:pt x="16" y="39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12" y="28"/>
                    <a:pt x="13" y="26"/>
                    <a:pt x="14" y="24"/>
                  </a:cubicBezTo>
                  <a:cubicBezTo>
                    <a:pt x="14" y="22"/>
                    <a:pt x="15" y="20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2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9" y="25"/>
                    <a:pt x="9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2" y="15"/>
                    <a:pt x="3" y="15"/>
                    <a:pt x="3" y="15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4" y="16"/>
                    <a:pt x="5" y="16"/>
                    <a:pt x="5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1" y="3"/>
                    <a:pt x="21" y="2"/>
                    <a:pt x="21" y="2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2" y="15"/>
                    <a:pt x="32" y="17"/>
                    <a:pt x="32" y="19"/>
                  </a:cubicBezTo>
                  <a:cubicBezTo>
                    <a:pt x="33" y="21"/>
                    <a:pt x="32" y="23"/>
                    <a:pt x="30" y="24"/>
                  </a:cubicBezTo>
                  <a:cubicBezTo>
                    <a:pt x="28" y="25"/>
                    <a:pt x="27" y="25"/>
                    <a:pt x="25" y="25"/>
                  </a:cubicBezTo>
                  <a:cubicBezTo>
                    <a:pt x="24" y="25"/>
                    <a:pt x="22" y="24"/>
                    <a:pt x="21" y="22"/>
                  </a:cubicBezTo>
                  <a:cubicBezTo>
                    <a:pt x="20" y="24"/>
                    <a:pt x="20" y="25"/>
                    <a:pt x="19" y="27"/>
                  </a:cubicBezTo>
                  <a:cubicBezTo>
                    <a:pt x="18" y="29"/>
                    <a:pt x="18" y="30"/>
                    <a:pt x="17" y="32"/>
                  </a:cubicBezTo>
                  <a:cubicBezTo>
                    <a:pt x="17" y="33"/>
                    <a:pt x="17" y="34"/>
                    <a:pt x="17" y="34"/>
                  </a:cubicBezTo>
                  <a:cubicBezTo>
                    <a:pt x="16" y="35"/>
                    <a:pt x="16" y="36"/>
                    <a:pt x="17" y="37"/>
                  </a:cubicBezTo>
                  <a:cubicBezTo>
                    <a:pt x="17" y="37"/>
                    <a:pt x="17" y="37"/>
                    <a:pt x="17" y="38"/>
                  </a:cubicBezTo>
                  <a:cubicBezTo>
                    <a:pt x="17" y="38"/>
                    <a:pt x="17" y="38"/>
                    <a:pt x="17" y="38"/>
                  </a:cubicBez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0" name="Freeform 85"/>
            <p:cNvSpPr/>
            <p:nvPr/>
          </p:nvSpPr>
          <p:spPr bwMode="auto">
            <a:xfrm>
              <a:off x="1423979" y="375998"/>
              <a:ext cx="48477" cy="38089"/>
            </a:xfrm>
            <a:custGeom>
              <a:avLst/>
              <a:gdLst>
                <a:gd name="T0" fmla="*/ 2 w 31"/>
                <a:gd name="T1" fmla="*/ 17 h 25"/>
                <a:gd name="T2" fmla="*/ 2 w 31"/>
                <a:gd name="T3" fmla="*/ 12 h 25"/>
                <a:gd name="T4" fmla="*/ 2 w 31"/>
                <a:gd name="T5" fmla="*/ 8 h 25"/>
                <a:gd name="T6" fmla="*/ 0 w 31"/>
                <a:gd name="T7" fmla="*/ 8 h 25"/>
                <a:gd name="T8" fmla="*/ 0 w 31"/>
                <a:gd name="T9" fmla="*/ 6 h 25"/>
                <a:gd name="T10" fmla="*/ 9 w 31"/>
                <a:gd name="T11" fmla="*/ 3 h 25"/>
                <a:gd name="T12" fmla="*/ 9 w 31"/>
                <a:gd name="T13" fmla="*/ 5 h 25"/>
                <a:gd name="T14" fmla="*/ 7 w 31"/>
                <a:gd name="T15" fmla="*/ 7 h 25"/>
                <a:gd name="T16" fmla="*/ 5 w 31"/>
                <a:gd name="T17" fmla="*/ 9 h 25"/>
                <a:gd name="T18" fmla="*/ 4 w 31"/>
                <a:gd name="T19" fmla="*/ 12 h 25"/>
                <a:gd name="T20" fmla="*/ 4 w 31"/>
                <a:gd name="T21" fmla="*/ 16 h 25"/>
                <a:gd name="T22" fmla="*/ 6 w 31"/>
                <a:gd name="T23" fmla="*/ 19 h 25"/>
                <a:gd name="T24" fmla="*/ 10 w 31"/>
                <a:gd name="T25" fmla="*/ 19 h 25"/>
                <a:gd name="T26" fmla="*/ 12 w 31"/>
                <a:gd name="T27" fmla="*/ 17 h 25"/>
                <a:gd name="T28" fmla="*/ 12 w 31"/>
                <a:gd name="T29" fmla="*/ 13 h 25"/>
                <a:gd name="T30" fmla="*/ 12 w 31"/>
                <a:gd name="T31" fmla="*/ 10 h 25"/>
                <a:gd name="T32" fmla="*/ 12 w 31"/>
                <a:gd name="T33" fmla="*/ 8 h 25"/>
                <a:gd name="T34" fmla="*/ 14 w 31"/>
                <a:gd name="T35" fmla="*/ 3 h 25"/>
                <a:gd name="T36" fmla="*/ 18 w 31"/>
                <a:gd name="T37" fmla="*/ 1 h 25"/>
                <a:gd name="T38" fmla="*/ 21 w 31"/>
                <a:gd name="T39" fmla="*/ 0 h 25"/>
                <a:gd name="T40" fmla="*/ 24 w 31"/>
                <a:gd name="T41" fmla="*/ 1 h 25"/>
                <a:gd name="T42" fmla="*/ 26 w 31"/>
                <a:gd name="T43" fmla="*/ 4 h 25"/>
                <a:gd name="T44" fmla="*/ 28 w 31"/>
                <a:gd name="T45" fmla="*/ 7 h 25"/>
                <a:gd name="T46" fmla="*/ 29 w 31"/>
                <a:gd name="T47" fmla="*/ 12 h 25"/>
                <a:gd name="T48" fmla="*/ 29 w 31"/>
                <a:gd name="T49" fmla="*/ 15 h 25"/>
                <a:gd name="T50" fmla="*/ 30 w 31"/>
                <a:gd name="T51" fmla="*/ 15 h 25"/>
                <a:gd name="T52" fmla="*/ 31 w 31"/>
                <a:gd name="T53" fmla="*/ 17 h 25"/>
                <a:gd name="T54" fmla="*/ 22 w 31"/>
                <a:gd name="T55" fmla="*/ 20 h 25"/>
                <a:gd name="T56" fmla="*/ 22 w 31"/>
                <a:gd name="T57" fmla="*/ 18 h 25"/>
                <a:gd name="T58" fmla="*/ 24 w 31"/>
                <a:gd name="T59" fmla="*/ 16 h 25"/>
                <a:gd name="T60" fmla="*/ 26 w 31"/>
                <a:gd name="T61" fmla="*/ 14 h 25"/>
                <a:gd name="T62" fmla="*/ 27 w 31"/>
                <a:gd name="T63" fmla="*/ 11 h 25"/>
                <a:gd name="T64" fmla="*/ 27 w 31"/>
                <a:gd name="T65" fmla="*/ 9 h 25"/>
                <a:gd name="T66" fmla="*/ 25 w 31"/>
                <a:gd name="T67" fmla="*/ 6 h 25"/>
                <a:gd name="T68" fmla="*/ 22 w 31"/>
                <a:gd name="T69" fmla="*/ 6 h 25"/>
                <a:gd name="T70" fmla="*/ 20 w 31"/>
                <a:gd name="T71" fmla="*/ 7 h 25"/>
                <a:gd name="T72" fmla="*/ 19 w 31"/>
                <a:gd name="T73" fmla="*/ 11 h 25"/>
                <a:gd name="T74" fmla="*/ 19 w 31"/>
                <a:gd name="T75" fmla="*/ 14 h 25"/>
                <a:gd name="T76" fmla="*/ 19 w 31"/>
                <a:gd name="T77" fmla="*/ 17 h 25"/>
                <a:gd name="T78" fmla="*/ 18 w 31"/>
                <a:gd name="T79" fmla="*/ 22 h 25"/>
                <a:gd name="T80" fmla="*/ 14 w 31"/>
                <a:gd name="T81" fmla="*/ 24 h 25"/>
                <a:gd name="T82" fmla="*/ 10 w 31"/>
                <a:gd name="T83" fmla="*/ 25 h 25"/>
                <a:gd name="T84" fmla="*/ 7 w 31"/>
                <a:gd name="T85" fmla="*/ 23 h 25"/>
                <a:gd name="T86" fmla="*/ 4 w 31"/>
                <a:gd name="T87" fmla="*/ 21 h 25"/>
                <a:gd name="T88" fmla="*/ 2 w 31"/>
                <a:gd name="T89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" h="25">
                  <a:moveTo>
                    <a:pt x="2" y="17"/>
                  </a:moveTo>
                  <a:cubicBezTo>
                    <a:pt x="2" y="15"/>
                    <a:pt x="2" y="14"/>
                    <a:pt x="2" y="12"/>
                  </a:cubicBezTo>
                  <a:cubicBezTo>
                    <a:pt x="1" y="11"/>
                    <a:pt x="2" y="10"/>
                    <a:pt x="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6"/>
                    <a:pt x="7" y="7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10"/>
                    <a:pt x="4" y="11"/>
                    <a:pt x="4" y="12"/>
                  </a:cubicBezTo>
                  <a:cubicBezTo>
                    <a:pt x="4" y="13"/>
                    <a:pt x="4" y="15"/>
                    <a:pt x="4" y="16"/>
                  </a:cubicBezTo>
                  <a:cubicBezTo>
                    <a:pt x="5" y="17"/>
                    <a:pt x="5" y="18"/>
                    <a:pt x="6" y="19"/>
                  </a:cubicBezTo>
                  <a:cubicBezTo>
                    <a:pt x="7" y="20"/>
                    <a:pt x="9" y="20"/>
                    <a:pt x="10" y="19"/>
                  </a:cubicBezTo>
                  <a:cubicBezTo>
                    <a:pt x="11" y="19"/>
                    <a:pt x="11" y="18"/>
                    <a:pt x="12" y="17"/>
                  </a:cubicBezTo>
                  <a:cubicBezTo>
                    <a:pt x="12" y="16"/>
                    <a:pt x="12" y="15"/>
                    <a:pt x="12" y="13"/>
                  </a:cubicBezTo>
                  <a:cubicBezTo>
                    <a:pt x="12" y="12"/>
                    <a:pt x="12" y="11"/>
                    <a:pt x="12" y="10"/>
                  </a:cubicBezTo>
                  <a:cubicBezTo>
                    <a:pt x="12" y="10"/>
                    <a:pt x="12" y="9"/>
                    <a:pt x="12" y="8"/>
                  </a:cubicBezTo>
                  <a:cubicBezTo>
                    <a:pt x="13" y="6"/>
                    <a:pt x="13" y="4"/>
                    <a:pt x="14" y="3"/>
                  </a:cubicBezTo>
                  <a:cubicBezTo>
                    <a:pt x="15" y="2"/>
                    <a:pt x="16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2" y="0"/>
                    <a:pt x="23" y="1"/>
                    <a:pt x="24" y="1"/>
                  </a:cubicBezTo>
                  <a:cubicBezTo>
                    <a:pt x="25" y="2"/>
                    <a:pt x="26" y="3"/>
                    <a:pt x="26" y="4"/>
                  </a:cubicBezTo>
                  <a:cubicBezTo>
                    <a:pt x="27" y="5"/>
                    <a:pt x="28" y="6"/>
                    <a:pt x="28" y="7"/>
                  </a:cubicBezTo>
                  <a:cubicBezTo>
                    <a:pt x="29" y="9"/>
                    <a:pt x="29" y="10"/>
                    <a:pt x="29" y="12"/>
                  </a:cubicBezTo>
                  <a:cubicBezTo>
                    <a:pt x="29" y="13"/>
                    <a:pt x="29" y="14"/>
                    <a:pt x="29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8"/>
                    <a:pt x="23" y="17"/>
                    <a:pt x="24" y="16"/>
                  </a:cubicBezTo>
                  <a:cubicBezTo>
                    <a:pt x="25" y="15"/>
                    <a:pt x="26" y="15"/>
                    <a:pt x="26" y="14"/>
                  </a:cubicBezTo>
                  <a:cubicBezTo>
                    <a:pt x="27" y="13"/>
                    <a:pt x="27" y="12"/>
                    <a:pt x="27" y="11"/>
                  </a:cubicBezTo>
                  <a:cubicBezTo>
                    <a:pt x="27" y="11"/>
                    <a:pt x="27" y="10"/>
                    <a:pt x="27" y="9"/>
                  </a:cubicBezTo>
                  <a:cubicBezTo>
                    <a:pt x="26" y="7"/>
                    <a:pt x="26" y="6"/>
                    <a:pt x="25" y="6"/>
                  </a:cubicBezTo>
                  <a:cubicBezTo>
                    <a:pt x="24" y="5"/>
                    <a:pt x="23" y="5"/>
                    <a:pt x="22" y="6"/>
                  </a:cubicBezTo>
                  <a:cubicBezTo>
                    <a:pt x="21" y="6"/>
                    <a:pt x="20" y="7"/>
                    <a:pt x="20" y="7"/>
                  </a:cubicBezTo>
                  <a:cubicBezTo>
                    <a:pt x="19" y="8"/>
                    <a:pt x="19" y="10"/>
                    <a:pt x="19" y="11"/>
                  </a:cubicBezTo>
                  <a:cubicBezTo>
                    <a:pt x="19" y="12"/>
                    <a:pt x="19" y="13"/>
                    <a:pt x="19" y="14"/>
                  </a:cubicBezTo>
                  <a:cubicBezTo>
                    <a:pt x="19" y="15"/>
                    <a:pt x="19" y="16"/>
                    <a:pt x="19" y="17"/>
                  </a:cubicBezTo>
                  <a:cubicBezTo>
                    <a:pt x="19" y="19"/>
                    <a:pt x="18" y="20"/>
                    <a:pt x="18" y="22"/>
                  </a:cubicBezTo>
                  <a:cubicBezTo>
                    <a:pt x="17" y="23"/>
                    <a:pt x="15" y="24"/>
                    <a:pt x="14" y="24"/>
                  </a:cubicBezTo>
                  <a:cubicBezTo>
                    <a:pt x="13" y="25"/>
                    <a:pt x="12" y="25"/>
                    <a:pt x="10" y="25"/>
                  </a:cubicBezTo>
                  <a:cubicBezTo>
                    <a:pt x="9" y="24"/>
                    <a:pt x="8" y="24"/>
                    <a:pt x="7" y="23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4" y="20"/>
                    <a:pt x="3" y="18"/>
                    <a:pt x="2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1" name="Freeform 86"/>
            <p:cNvSpPr/>
            <p:nvPr/>
          </p:nvSpPr>
          <p:spPr bwMode="auto">
            <a:xfrm>
              <a:off x="1437830" y="438325"/>
              <a:ext cx="45014" cy="25970"/>
            </a:xfrm>
            <a:custGeom>
              <a:avLst/>
              <a:gdLst>
                <a:gd name="T0" fmla="*/ 2 w 28"/>
                <a:gd name="T1" fmla="*/ 17 h 17"/>
                <a:gd name="T2" fmla="*/ 0 w 28"/>
                <a:gd name="T3" fmla="*/ 2 h 17"/>
                <a:gd name="T4" fmla="*/ 2 w 28"/>
                <a:gd name="T5" fmla="*/ 2 h 17"/>
                <a:gd name="T6" fmla="*/ 2 w 28"/>
                <a:gd name="T7" fmla="*/ 4 h 17"/>
                <a:gd name="T8" fmla="*/ 3 w 28"/>
                <a:gd name="T9" fmla="*/ 5 h 17"/>
                <a:gd name="T10" fmla="*/ 3 w 28"/>
                <a:gd name="T11" fmla="*/ 6 h 17"/>
                <a:gd name="T12" fmla="*/ 4 w 28"/>
                <a:gd name="T13" fmla="*/ 6 h 17"/>
                <a:gd name="T14" fmla="*/ 23 w 28"/>
                <a:gd name="T15" fmla="*/ 4 h 17"/>
                <a:gd name="T16" fmla="*/ 24 w 28"/>
                <a:gd name="T17" fmla="*/ 4 h 17"/>
                <a:gd name="T18" fmla="*/ 25 w 28"/>
                <a:gd name="T19" fmla="*/ 3 h 17"/>
                <a:gd name="T20" fmla="*/ 25 w 28"/>
                <a:gd name="T21" fmla="*/ 1 h 17"/>
                <a:gd name="T22" fmla="*/ 25 w 28"/>
                <a:gd name="T23" fmla="*/ 0 h 17"/>
                <a:gd name="T24" fmla="*/ 26 w 28"/>
                <a:gd name="T25" fmla="*/ 0 h 17"/>
                <a:gd name="T26" fmla="*/ 28 w 28"/>
                <a:gd name="T27" fmla="*/ 14 h 17"/>
                <a:gd name="T28" fmla="*/ 26 w 28"/>
                <a:gd name="T29" fmla="*/ 14 h 17"/>
                <a:gd name="T30" fmla="*/ 26 w 28"/>
                <a:gd name="T31" fmla="*/ 13 h 17"/>
                <a:gd name="T32" fmla="*/ 26 w 28"/>
                <a:gd name="T33" fmla="*/ 12 h 17"/>
                <a:gd name="T34" fmla="*/ 25 w 28"/>
                <a:gd name="T35" fmla="*/ 11 h 17"/>
                <a:gd name="T36" fmla="*/ 24 w 28"/>
                <a:gd name="T37" fmla="*/ 11 h 17"/>
                <a:gd name="T38" fmla="*/ 5 w 28"/>
                <a:gd name="T39" fmla="*/ 12 h 17"/>
                <a:gd name="T40" fmla="*/ 4 w 28"/>
                <a:gd name="T41" fmla="*/ 13 h 17"/>
                <a:gd name="T42" fmla="*/ 4 w 28"/>
                <a:gd name="T43" fmla="*/ 14 h 17"/>
                <a:gd name="T44" fmla="*/ 3 w 28"/>
                <a:gd name="T45" fmla="*/ 15 h 17"/>
                <a:gd name="T46" fmla="*/ 3 w 28"/>
                <a:gd name="T47" fmla="*/ 17 h 17"/>
                <a:gd name="T48" fmla="*/ 2 w 28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17">
                  <a:moveTo>
                    <a:pt x="2" y="17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4" y="4"/>
                    <a:pt x="24" y="4"/>
                  </a:cubicBezTo>
                  <a:cubicBezTo>
                    <a:pt x="24" y="3"/>
                    <a:pt x="25" y="3"/>
                    <a:pt x="25" y="3"/>
                  </a:cubicBezTo>
                  <a:cubicBezTo>
                    <a:pt x="25" y="2"/>
                    <a:pt x="25" y="2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3"/>
                    <a:pt x="26" y="13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1"/>
                    <a:pt x="25" y="11"/>
                    <a:pt x="25" y="11"/>
                  </a:cubicBezTo>
                  <a:cubicBezTo>
                    <a:pt x="25" y="11"/>
                    <a:pt x="24" y="10"/>
                    <a:pt x="24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3"/>
                    <a:pt x="4" y="13"/>
                  </a:cubicBezTo>
                  <a:cubicBezTo>
                    <a:pt x="4" y="13"/>
                    <a:pt x="4" y="13"/>
                    <a:pt x="4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3" y="16"/>
                    <a:pt x="3" y="16"/>
                    <a:pt x="3" y="17"/>
                  </a:cubicBezTo>
                  <a:lnTo>
                    <a:pt x="2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2" name="Freeform 87"/>
            <p:cNvSpPr/>
            <p:nvPr/>
          </p:nvSpPr>
          <p:spPr bwMode="auto">
            <a:xfrm>
              <a:off x="1437830" y="491996"/>
              <a:ext cx="45014" cy="39820"/>
            </a:xfrm>
            <a:custGeom>
              <a:avLst/>
              <a:gdLst>
                <a:gd name="T0" fmla="*/ 18 w 28"/>
                <a:gd name="T1" fmla="*/ 25 h 26"/>
                <a:gd name="T2" fmla="*/ 18 w 28"/>
                <a:gd name="T3" fmla="*/ 23 h 26"/>
                <a:gd name="T4" fmla="*/ 22 w 28"/>
                <a:gd name="T5" fmla="*/ 22 h 26"/>
                <a:gd name="T6" fmla="*/ 24 w 28"/>
                <a:gd name="T7" fmla="*/ 20 h 26"/>
                <a:gd name="T8" fmla="*/ 24 w 28"/>
                <a:gd name="T9" fmla="*/ 19 h 26"/>
                <a:gd name="T10" fmla="*/ 25 w 28"/>
                <a:gd name="T11" fmla="*/ 17 h 26"/>
                <a:gd name="T12" fmla="*/ 25 w 28"/>
                <a:gd name="T13" fmla="*/ 16 h 26"/>
                <a:gd name="T14" fmla="*/ 5 w 28"/>
                <a:gd name="T15" fmla="*/ 14 h 26"/>
                <a:gd name="T16" fmla="*/ 3 w 28"/>
                <a:gd name="T17" fmla="*/ 14 h 26"/>
                <a:gd name="T18" fmla="*/ 2 w 28"/>
                <a:gd name="T19" fmla="*/ 15 h 26"/>
                <a:gd name="T20" fmla="*/ 2 w 28"/>
                <a:gd name="T21" fmla="*/ 16 h 26"/>
                <a:gd name="T22" fmla="*/ 2 w 28"/>
                <a:gd name="T23" fmla="*/ 18 h 26"/>
                <a:gd name="T24" fmla="*/ 0 w 28"/>
                <a:gd name="T25" fmla="*/ 17 h 26"/>
                <a:gd name="T26" fmla="*/ 2 w 28"/>
                <a:gd name="T27" fmla="*/ 3 h 26"/>
                <a:gd name="T28" fmla="*/ 3 w 28"/>
                <a:gd name="T29" fmla="*/ 3 h 26"/>
                <a:gd name="T30" fmla="*/ 3 w 28"/>
                <a:gd name="T31" fmla="*/ 5 h 26"/>
                <a:gd name="T32" fmla="*/ 3 w 28"/>
                <a:gd name="T33" fmla="*/ 6 h 26"/>
                <a:gd name="T34" fmla="*/ 4 w 28"/>
                <a:gd name="T35" fmla="*/ 7 h 26"/>
                <a:gd name="T36" fmla="*/ 5 w 28"/>
                <a:gd name="T37" fmla="*/ 7 h 26"/>
                <a:gd name="T38" fmla="*/ 26 w 28"/>
                <a:gd name="T39" fmla="*/ 10 h 26"/>
                <a:gd name="T40" fmla="*/ 26 w 28"/>
                <a:gd name="T41" fmla="*/ 9 h 26"/>
                <a:gd name="T42" fmla="*/ 26 w 28"/>
                <a:gd name="T43" fmla="*/ 7 h 26"/>
                <a:gd name="T44" fmla="*/ 26 w 28"/>
                <a:gd name="T45" fmla="*/ 6 h 26"/>
                <a:gd name="T46" fmla="*/ 24 w 28"/>
                <a:gd name="T47" fmla="*/ 3 h 26"/>
                <a:gd name="T48" fmla="*/ 21 w 28"/>
                <a:gd name="T49" fmla="*/ 1 h 26"/>
                <a:gd name="T50" fmla="*/ 21 w 28"/>
                <a:gd name="T51" fmla="*/ 0 h 26"/>
                <a:gd name="T52" fmla="*/ 28 w 28"/>
                <a:gd name="T53" fmla="*/ 1 h 26"/>
                <a:gd name="T54" fmla="*/ 25 w 28"/>
                <a:gd name="T55" fmla="*/ 26 h 26"/>
                <a:gd name="T56" fmla="*/ 18 w 28"/>
                <a:gd name="T5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26">
                  <a:moveTo>
                    <a:pt x="18" y="25"/>
                  </a:moveTo>
                  <a:cubicBezTo>
                    <a:pt x="18" y="23"/>
                    <a:pt x="18" y="23"/>
                    <a:pt x="18" y="23"/>
                  </a:cubicBezTo>
                  <a:cubicBezTo>
                    <a:pt x="19" y="23"/>
                    <a:pt x="21" y="23"/>
                    <a:pt x="22" y="22"/>
                  </a:cubicBezTo>
                  <a:cubicBezTo>
                    <a:pt x="23" y="21"/>
                    <a:pt x="24" y="21"/>
                    <a:pt x="24" y="20"/>
                  </a:cubicBezTo>
                  <a:cubicBezTo>
                    <a:pt x="24" y="20"/>
                    <a:pt x="24" y="19"/>
                    <a:pt x="24" y="19"/>
                  </a:cubicBezTo>
                  <a:cubicBezTo>
                    <a:pt x="25" y="18"/>
                    <a:pt x="25" y="18"/>
                    <a:pt x="25" y="17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4" y="14"/>
                    <a:pt x="3" y="14"/>
                  </a:cubicBezTo>
                  <a:cubicBezTo>
                    <a:pt x="3" y="14"/>
                    <a:pt x="3" y="14"/>
                    <a:pt x="2" y="15"/>
                  </a:cubicBezTo>
                  <a:cubicBezTo>
                    <a:pt x="2" y="15"/>
                    <a:pt x="2" y="16"/>
                    <a:pt x="2" y="16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4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8"/>
                    <a:pt x="26" y="7"/>
                  </a:cubicBezTo>
                  <a:cubicBezTo>
                    <a:pt x="26" y="7"/>
                    <a:pt x="26" y="6"/>
                    <a:pt x="26" y="6"/>
                  </a:cubicBezTo>
                  <a:cubicBezTo>
                    <a:pt x="26" y="5"/>
                    <a:pt x="25" y="4"/>
                    <a:pt x="24" y="3"/>
                  </a:cubicBezTo>
                  <a:cubicBezTo>
                    <a:pt x="23" y="2"/>
                    <a:pt x="22" y="2"/>
                    <a:pt x="21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5" y="26"/>
                    <a:pt x="25" y="26"/>
                    <a:pt x="25" y="26"/>
                  </a:cubicBezTo>
                  <a:lnTo>
                    <a:pt x="18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3" name="Freeform 88"/>
            <p:cNvSpPr/>
            <p:nvPr/>
          </p:nvSpPr>
          <p:spPr bwMode="auto">
            <a:xfrm>
              <a:off x="1420517" y="554324"/>
              <a:ext cx="50208" cy="48477"/>
            </a:xfrm>
            <a:custGeom>
              <a:avLst/>
              <a:gdLst>
                <a:gd name="T0" fmla="*/ 20 w 32"/>
                <a:gd name="T1" fmla="*/ 30 h 31"/>
                <a:gd name="T2" fmla="*/ 21 w 32"/>
                <a:gd name="T3" fmla="*/ 29 h 31"/>
                <a:gd name="T4" fmla="*/ 21 w 32"/>
                <a:gd name="T5" fmla="*/ 28 h 31"/>
                <a:gd name="T6" fmla="*/ 20 w 32"/>
                <a:gd name="T7" fmla="*/ 26 h 31"/>
                <a:gd name="T8" fmla="*/ 19 w 32"/>
                <a:gd name="T9" fmla="*/ 24 h 31"/>
                <a:gd name="T10" fmla="*/ 16 w 32"/>
                <a:gd name="T11" fmla="*/ 21 h 31"/>
                <a:gd name="T12" fmla="*/ 13 w 32"/>
                <a:gd name="T13" fmla="*/ 16 h 31"/>
                <a:gd name="T14" fmla="*/ 11 w 32"/>
                <a:gd name="T15" fmla="*/ 14 h 31"/>
                <a:gd name="T16" fmla="*/ 9 w 32"/>
                <a:gd name="T17" fmla="*/ 13 h 31"/>
                <a:gd name="T18" fmla="*/ 5 w 32"/>
                <a:gd name="T19" fmla="*/ 12 h 31"/>
                <a:gd name="T20" fmla="*/ 4 w 32"/>
                <a:gd name="T21" fmla="*/ 12 h 31"/>
                <a:gd name="T22" fmla="*/ 3 w 32"/>
                <a:gd name="T23" fmla="*/ 12 h 31"/>
                <a:gd name="T24" fmla="*/ 2 w 32"/>
                <a:gd name="T25" fmla="*/ 13 h 31"/>
                <a:gd name="T26" fmla="*/ 2 w 32"/>
                <a:gd name="T27" fmla="*/ 15 h 31"/>
                <a:gd name="T28" fmla="*/ 0 w 32"/>
                <a:gd name="T29" fmla="*/ 14 h 31"/>
                <a:gd name="T30" fmla="*/ 5 w 32"/>
                <a:gd name="T31" fmla="*/ 0 h 31"/>
                <a:gd name="T32" fmla="*/ 7 w 32"/>
                <a:gd name="T33" fmla="*/ 1 h 31"/>
                <a:gd name="T34" fmla="*/ 6 w 32"/>
                <a:gd name="T35" fmla="*/ 2 h 31"/>
                <a:gd name="T36" fmla="*/ 6 w 32"/>
                <a:gd name="T37" fmla="*/ 4 h 31"/>
                <a:gd name="T38" fmla="*/ 6 w 32"/>
                <a:gd name="T39" fmla="*/ 5 h 31"/>
                <a:gd name="T40" fmla="*/ 8 w 32"/>
                <a:gd name="T41" fmla="*/ 6 h 31"/>
                <a:gd name="T42" fmla="*/ 12 w 32"/>
                <a:gd name="T43" fmla="*/ 7 h 31"/>
                <a:gd name="T44" fmla="*/ 13 w 32"/>
                <a:gd name="T45" fmla="*/ 8 h 31"/>
                <a:gd name="T46" fmla="*/ 14 w 32"/>
                <a:gd name="T47" fmla="*/ 8 h 31"/>
                <a:gd name="T48" fmla="*/ 15 w 32"/>
                <a:gd name="T49" fmla="*/ 8 h 31"/>
                <a:gd name="T50" fmla="*/ 16 w 32"/>
                <a:gd name="T51" fmla="*/ 7 h 31"/>
                <a:gd name="T52" fmla="*/ 22 w 32"/>
                <a:gd name="T53" fmla="*/ 7 h 31"/>
                <a:gd name="T54" fmla="*/ 26 w 32"/>
                <a:gd name="T55" fmla="*/ 6 h 31"/>
                <a:gd name="T56" fmla="*/ 28 w 32"/>
                <a:gd name="T57" fmla="*/ 5 h 31"/>
                <a:gd name="T58" fmla="*/ 30 w 32"/>
                <a:gd name="T59" fmla="*/ 4 h 31"/>
                <a:gd name="T60" fmla="*/ 31 w 32"/>
                <a:gd name="T61" fmla="*/ 3 h 31"/>
                <a:gd name="T62" fmla="*/ 31 w 32"/>
                <a:gd name="T63" fmla="*/ 2 h 31"/>
                <a:gd name="T64" fmla="*/ 32 w 32"/>
                <a:gd name="T65" fmla="*/ 3 h 31"/>
                <a:gd name="T66" fmla="*/ 27 w 32"/>
                <a:gd name="T67" fmla="*/ 17 h 31"/>
                <a:gd name="T68" fmla="*/ 26 w 32"/>
                <a:gd name="T69" fmla="*/ 16 h 31"/>
                <a:gd name="T70" fmla="*/ 27 w 32"/>
                <a:gd name="T71" fmla="*/ 13 h 31"/>
                <a:gd name="T72" fmla="*/ 26 w 32"/>
                <a:gd name="T73" fmla="*/ 13 h 31"/>
                <a:gd name="T74" fmla="*/ 25 w 32"/>
                <a:gd name="T75" fmla="*/ 12 h 31"/>
                <a:gd name="T76" fmla="*/ 23 w 32"/>
                <a:gd name="T77" fmla="*/ 13 h 31"/>
                <a:gd name="T78" fmla="*/ 20 w 32"/>
                <a:gd name="T79" fmla="*/ 13 h 31"/>
                <a:gd name="T80" fmla="*/ 14 w 32"/>
                <a:gd name="T81" fmla="*/ 14 h 31"/>
                <a:gd name="T82" fmla="*/ 19 w 32"/>
                <a:gd name="T83" fmla="*/ 21 h 31"/>
                <a:gd name="T84" fmla="*/ 21 w 32"/>
                <a:gd name="T85" fmla="*/ 24 h 31"/>
                <a:gd name="T86" fmla="*/ 23 w 32"/>
                <a:gd name="T87" fmla="*/ 23 h 31"/>
                <a:gd name="T88" fmla="*/ 24 w 32"/>
                <a:gd name="T89" fmla="*/ 21 h 31"/>
                <a:gd name="T90" fmla="*/ 25 w 32"/>
                <a:gd name="T91" fmla="*/ 22 h 31"/>
                <a:gd name="T92" fmla="*/ 22 w 32"/>
                <a:gd name="T93" fmla="*/ 31 h 31"/>
                <a:gd name="T94" fmla="*/ 20 w 32"/>
                <a:gd name="T9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" h="31">
                  <a:moveTo>
                    <a:pt x="20" y="30"/>
                  </a:moveTo>
                  <a:cubicBezTo>
                    <a:pt x="21" y="30"/>
                    <a:pt x="21" y="29"/>
                    <a:pt x="21" y="2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0" y="27"/>
                    <a:pt x="20" y="26"/>
                  </a:cubicBezTo>
                  <a:cubicBezTo>
                    <a:pt x="20" y="25"/>
                    <a:pt x="19" y="25"/>
                    <a:pt x="19" y="24"/>
                  </a:cubicBezTo>
                  <a:cubicBezTo>
                    <a:pt x="18" y="23"/>
                    <a:pt x="17" y="22"/>
                    <a:pt x="16" y="21"/>
                  </a:cubicBezTo>
                  <a:cubicBezTo>
                    <a:pt x="15" y="19"/>
                    <a:pt x="14" y="18"/>
                    <a:pt x="13" y="16"/>
                  </a:cubicBezTo>
                  <a:cubicBezTo>
                    <a:pt x="12" y="15"/>
                    <a:pt x="12" y="15"/>
                    <a:pt x="11" y="14"/>
                  </a:cubicBezTo>
                  <a:cubicBezTo>
                    <a:pt x="11" y="14"/>
                    <a:pt x="10" y="14"/>
                    <a:pt x="9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3" y="12"/>
                    <a:pt x="3" y="13"/>
                    <a:pt x="2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6" y="2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7" y="5"/>
                    <a:pt x="7" y="5"/>
                    <a:pt x="8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7"/>
                    <a:pt x="13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6" y="8"/>
                    <a:pt x="16" y="7"/>
                  </a:cubicBezTo>
                  <a:cubicBezTo>
                    <a:pt x="18" y="7"/>
                    <a:pt x="20" y="7"/>
                    <a:pt x="22" y="7"/>
                  </a:cubicBezTo>
                  <a:cubicBezTo>
                    <a:pt x="23" y="6"/>
                    <a:pt x="25" y="6"/>
                    <a:pt x="26" y="6"/>
                  </a:cubicBezTo>
                  <a:cubicBezTo>
                    <a:pt x="27" y="6"/>
                    <a:pt x="28" y="5"/>
                    <a:pt x="28" y="5"/>
                  </a:cubicBezTo>
                  <a:cubicBezTo>
                    <a:pt x="29" y="5"/>
                    <a:pt x="29" y="5"/>
                    <a:pt x="30" y="4"/>
                  </a:cubicBezTo>
                  <a:cubicBezTo>
                    <a:pt x="30" y="4"/>
                    <a:pt x="30" y="4"/>
                    <a:pt x="31" y="3"/>
                  </a:cubicBezTo>
                  <a:cubicBezTo>
                    <a:pt x="31" y="3"/>
                    <a:pt x="31" y="3"/>
                    <a:pt x="31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5"/>
                    <a:pt x="26" y="14"/>
                    <a:pt x="27" y="13"/>
                  </a:cubicBezTo>
                  <a:cubicBezTo>
                    <a:pt x="27" y="13"/>
                    <a:pt x="26" y="13"/>
                    <a:pt x="26" y="13"/>
                  </a:cubicBezTo>
                  <a:cubicBezTo>
                    <a:pt x="26" y="12"/>
                    <a:pt x="26" y="12"/>
                    <a:pt x="25" y="12"/>
                  </a:cubicBezTo>
                  <a:cubicBezTo>
                    <a:pt x="25" y="12"/>
                    <a:pt x="24" y="13"/>
                    <a:pt x="23" y="13"/>
                  </a:cubicBezTo>
                  <a:cubicBezTo>
                    <a:pt x="22" y="13"/>
                    <a:pt x="21" y="13"/>
                    <a:pt x="20" y="13"/>
                  </a:cubicBezTo>
                  <a:cubicBezTo>
                    <a:pt x="18" y="13"/>
                    <a:pt x="16" y="14"/>
                    <a:pt x="14" y="14"/>
                  </a:cubicBezTo>
                  <a:cubicBezTo>
                    <a:pt x="17" y="18"/>
                    <a:pt x="18" y="20"/>
                    <a:pt x="19" y="21"/>
                  </a:cubicBezTo>
                  <a:cubicBezTo>
                    <a:pt x="20" y="23"/>
                    <a:pt x="21" y="23"/>
                    <a:pt x="21" y="24"/>
                  </a:cubicBezTo>
                  <a:cubicBezTo>
                    <a:pt x="22" y="24"/>
                    <a:pt x="22" y="24"/>
                    <a:pt x="23" y="23"/>
                  </a:cubicBezTo>
                  <a:cubicBezTo>
                    <a:pt x="23" y="23"/>
                    <a:pt x="23" y="22"/>
                    <a:pt x="24" y="21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4" name="Freeform 89"/>
            <p:cNvSpPr>
              <a:spLocks noEditPoints="1"/>
            </p:cNvSpPr>
            <p:nvPr/>
          </p:nvSpPr>
          <p:spPr bwMode="auto">
            <a:xfrm>
              <a:off x="989417" y="266924"/>
              <a:ext cx="418981" cy="422443"/>
            </a:xfrm>
            <a:custGeom>
              <a:avLst/>
              <a:gdLst>
                <a:gd name="T0" fmla="*/ 203 w 269"/>
                <a:gd name="T1" fmla="*/ 175 h 269"/>
                <a:gd name="T2" fmla="*/ 162 w 269"/>
                <a:gd name="T3" fmla="*/ 135 h 269"/>
                <a:gd name="T4" fmla="*/ 145 w 269"/>
                <a:gd name="T5" fmla="*/ 124 h 269"/>
                <a:gd name="T6" fmla="*/ 124 w 269"/>
                <a:gd name="T7" fmla="*/ 124 h 269"/>
                <a:gd name="T8" fmla="*/ 108 w 269"/>
                <a:gd name="T9" fmla="*/ 135 h 269"/>
                <a:gd name="T10" fmla="*/ 66 w 269"/>
                <a:gd name="T11" fmla="*/ 175 h 269"/>
                <a:gd name="T12" fmla="*/ 57 w 269"/>
                <a:gd name="T13" fmla="*/ 217 h 269"/>
                <a:gd name="T14" fmla="*/ 99 w 269"/>
                <a:gd name="T15" fmla="*/ 166 h 269"/>
                <a:gd name="T16" fmla="*/ 124 w 269"/>
                <a:gd name="T17" fmla="*/ 168 h 269"/>
                <a:gd name="T18" fmla="*/ 115 w 269"/>
                <a:gd name="T19" fmla="*/ 179 h 269"/>
                <a:gd name="T20" fmla="*/ 86 w 269"/>
                <a:gd name="T21" fmla="*/ 228 h 269"/>
                <a:gd name="T22" fmla="*/ 106 w 269"/>
                <a:gd name="T23" fmla="*/ 233 h 269"/>
                <a:gd name="T24" fmla="*/ 135 w 269"/>
                <a:gd name="T25" fmla="*/ 193 h 269"/>
                <a:gd name="T26" fmla="*/ 164 w 269"/>
                <a:gd name="T27" fmla="*/ 233 h 269"/>
                <a:gd name="T28" fmla="*/ 184 w 269"/>
                <a:gd name="T29" fmla="*/ 228 h 269"/>
                <a:gd name="T30" fmla="*/ 154 w 269"/>
                <a:gd name="T31" fmla="*/ 179 h 269"/>
                <a:gd name="T32" fmla="*/ 145 w 269"/>
                <a:gd name="T33" fmla="*/ 168 h 269"/>
                <a:gd name="T34" fmla="*/ 170 w 269"/>
                <a:gd name="T35" fmla="*/ 166 h 269"/>
                <a:gd name="T36" fmla="*/ 213 w 269"/>
                <a:gd name="T37" fmla="*/ 217 h 269"/>
                <a:gd name="T38" fmla="*/ 144 w 269"/>
                <a:gd name="T39" fmla="*/ 33 h 269"/>
                <a:gd name="T40" fmla="*/ 144 w 269"/>
                <a:gd name="T41" fmla="*/ 94 h 269"/>
                <a:gd name="T42" fmla="*/ 152 w 269"/>
                <a:gd name="T43" fmla="*/ 109 h 269"/>
                <a:gd name="T44" fmla="*/ 226 w 269"/>
                <a:gd name="T45" fmla="*/ 169 h 269"/>
                <a:gd name="T46" fmla="*/ 245 w 269"/>
                <a:gd name="T47" fmla="*/ 164 h 269"/>
                <a:gd name="T48" fmla="*/ 204 w 269"/>
                <a:gd name="T49" fmla="*/ 113 h 269"/>
                <a:gd name="T50" fmla="*/ 165 w 269"/>
                <a:gd name="T51" fmla="*/ 68 h 269"/>
                <a:gd name="T52" fmla="*/ 236 w 269"/>
                <a:gd name="T53" fmla="*/ 97 h 269"/>
                <a:gd name="T54" fmla="*/ 199 w 269"/>
                <a:gd name="T55" fmla="*/ 59 h 269"/>
                <a:gd name="T56" fmla="*/ 165 w 269"/>
                <a:gd name="T57" fmla="*/ 33 h 269"/>
                <a:gd name="T58" fmla="*/ 144 w 269"/>
                <a:gd name="T59" fmla="*/ 33 h 269"/>
                <a:gd name="T60" fmla="*/ 104 w 269"/>
                <a:gd name="T61" fmla="*/ 33 h 269"/>
                <a:gd name="T62" fmla="*/ 71 w 269"/>
                <a:gd name="T63" fmla="*/ 59 h 269"/>
                <a:gd name="T64" fmla="*/ 33 w 269"/>
                <a:gd name="T65" fmla="*/ 97 h 269"/>
                <a:gd name="T66" fmla="*/ 104 w 269"/>
                <a:gd name="T67" fmla="*/ 68 h 269"/>
                <a:gd name="T68" fmla="*/ 65 w 269"/>
                <a:gd name="T69" fmla="*/ 113 h 269"/>
                <a:gd name="T70" fmla="*/ 25 w 269"/>
                <a:gd name="T71" fmla="*/ 164 h 269"/>
                <a:gd name="T72" fmla="*/ 44 w 269"/>
                <a:gd name="T73" fmla="*/ 169 h 269"/>
                <a:gd name="T74" fmla="*/ 118 w 269"/>
                <a:gd name="T75" fmla="*/ 109 h 269"/>
                <a:gd name="T76" fmla="*/ 126 w 269"/>
                <a:gd name="T77" fmla="*/ 94 h 269"/>
                <a:gd name="T78" fmla="*/ 126 w 269"/>
                <a:gd name="T79" fmla="*/ 33 h 269"/>
                <a:gd name="T80" fmla="*/ 269 w 269"/>
                <a:gd name="T81" fmla="*/ 135 h 269"/>
                <a:gd name="T82" fmla="*/ 0 w 269"/>
                <a:gd name="T83" fmla="*/ 135 h 269"/>
                <a:gd name="T84" fmla="*/ 269 w 269"/>
                <a:gd name="T85" fmla="*/ 135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9" h="269">
                  <a:moveTo>
                    <a:pt x="218" y="203"/>
                  </a:moveTo>
                  <a:cubicBezTo>
                    <a:pt x="214" y="193"/>
                    <a:pt x="209" y="183"/>
                    <a:pt x="203" y="175"/>
                  </a:cubicBezTo>
                  <a:cubicBezTo>
                    <a:pt x="198" y="166"/>
                    <a:pt x="191" y="158"/>
                    <a:pt x="184" y="151"/>
                  </a:cubicBezTo>
                  <a:cubicBezTo>
                    <a:pt x="177" y="144"/>
                    <a:pt x="170" y="139"/>
                    <a:pt x="162" y="135"/>
                  </a:cubicBezTo>
                  <a:cubicBezTo>
                    <a:pt x="156" y="133"/>
                    <a:pt x="151" y="131"/>
                    <a:pt x="145" y="130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5" y="118"/>
                    <a:pt x="141" y="114"/>
                    <a:pt x="135" y="114"/>
                  </a:cubicBezTo>
                  <a:cubicBezTo>
                    <a:pt x="129" y="114"/>
                    <a:pt x="124" y="118"/>
                    <a:pt x="124" y="124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19" y="131"/>
                    <a:pt x="113" y="133"/>
                    <a:pt x="108" y="135"/>
                  </a:cubicBezTo>
                  <a:cubicBezTo>
                    <a:pt x="100" y="139"/>
                    <a:pt x="92" y="144"/>
                    <a:pt x="85" y="151"/>
                  </a:cubicBezTo>
                  <a:cubicBezTo>
                    <a:pt x="78" y="158"/>
                    <a:pt x="72" y="166"/>
                    <a:pt x="66" y="175"/>
                  </a:cubicBezTo>
                  <a:cubicBezTo>
                    <a:pt x="61" y="183"/>
                    <a:pt x="56" y="193"/>
                    <a:pt x="51" y="203"/>
                  </a:cubicBezTo>
                  <a:cubicBezTo>
                    <a:pt x="49" y="208"/>
                    <a:pt x="51" y="214"/>
                    <a:pt x="57" y="217"/>
                  </a:cubicBezTo>
                  <a:cubicBezTo>
                    <a:pt x="62" y="219"/>
                    <a:pt x="68" y="216"/>
                    <a:pt x="70" y="211"/>
                  </a:cubicBezTo>
                  <a:cubicBezTo>
                    <a:pt x="78" y="192"/>
                    <a:pt x="88" y="177"/>
                    <a:pt x="99" y="166"/>
                  </a:cubicBezTo>
                  <a:cubicBezTo>
                    <a:pt x="107" y="159"/>
                    <a:pt x="116" y="154"/>
                    <a:pt x="124" y="151"/>
                  </a:cubicBezTo>
                  <a:cubicBezTo>
                    <a:pt x="124" y="168"/>
                    <a:pt x="124" y="168"/>
                    <a:pt x="124" y="168"/>
                  </a:cubicBezTo>
                  <a:cubicBezTo>
                    <a:pt x="124" y="174"/>
                    <a:pt x="120" y="176"/>
                    <a:pt x="118" y="177"/>
                  </a:cubicBezTo>
                  <a:cubicBezTo>
                    <a:pt x="117" y="178"/>
                    <a:pt x="116" y="179"/>
                    <a:pt x="115" y="179"/>
                  </a:cubicBezTo>
                  <a:cubicBezTo>
                    <a:pt x="111" y="181"/>
                    <a:pt x="107" y="185"/>
                    <a:pt x="103" y="191"/>
                  </a:cubicBezTo>
                  <a:cubicBezTo>
                    <a:pt x="95" y="201"/>
                    <a:pt x="89" y="214"/>
                    <a:pt x="86" y="228"/>
                  </a:cubicBezTo>
                  <a:cubicBezTo>
                    <a:pt x="85" y="234"/>
                    <a:pt x="88" y="240"/>
                    <a:pt x="94" y="241"/>
                  </a:cubicBezTo>
                  <a:cubicBezTo>
                    <a:pt x="99" y="242"/>
                    <a:pt x="105" y="238"/>
                    <a:pt x="106" y="233"/>
                  </a:cubicBezTo>
                  <a:cubicBezTo>
                    <a:pt x="109" y="221"/>
                    <a:pt x="113" y="211"/>
                    <a:pt x="119" y="203"/>
                  </a:cubicBezTo>
                  <a:cubicBezTo>
                    <a:pt x="122" y="200"/>
                    <a:pt x="128" y="193"/>
                    <a:pt x="135" y="193"/>
                  </a:cubicBezTo>
                  <a:cubicBezTo>
                    <a:pt x="142" y="193"/>
                    <a:pt x="148" y="200"/>
                    <a:pt x="151" y="203"/>
                  </a:cubicBezTo>
                  <a:cubicBezTo>
                    <a:pt x="157" y="211"/>
                    <a:pt x="161" y="221"/>
                    <a:pt x="164" y="233"/>
                  </a:cubicBezTo>
                  <a:cubicBezTo>
                    <a:pt x="165" y="238"/>
                    <a:pt x="170" y="242"/>
                    <a:pt x="176" y="241"/>
                  </a:cubicBezTo>
                  <a:cubicBezTo>
                    <a:pt x="181" y="240"/>
                    <a:pt x="185" y="234"/>
                    <a:pt x="184" y="228"/>
                  </a:cubicBezTo>
                  <a:cubicBezTo>
                    <a:pt x="181" y="214"/>
                    <a:pt x="175" y="201"/>
                    <a:pt x="167" y="191"/>
                  </a:cubicBezTo>
                  <a:cubicBezTo>
                    <a:pt x="163" y="185"/>
                    <a:pt x="158" y="181"/>
                    <a:pt x="154" y="179"/>
                  </a:cubicBezTo>
                  <a:cubicBezTo>
                    <a:pt x="154" y="179"/>
                    <a:pt x="152" y="178"/>
                    <a:pt x="152" y="177"/>
                  </a:cubicBezTo>
                  <a:cubicBezTo>
                    <a:pt x="150" y="176"/>
                    <a:pt x="145" y="174"/>
                    <a:pt x="145" y="168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4" y="154"/>
                    <a:pt x="162" y="159"/>
                    <a:pt x="170" y="166"/>
                  </a:cubicBezTo>
                  <a:cubicBezTo>
                    <a:pt x="181" y="177"/>
                    <a:pt x="191" y="192"/>
                    <a:pt x="200" y="211"/>
                  </a:cubicBezTo>
                  <a:cubicBezTo>
                    <a:pt x="202" y="216"/>
                    <a:pt x="208" y="219"/>
                    <a:pt x="213" y="217"/>
                  </a:cubicBezTo>
                  <a:cubicBezTo>
                    <a:pt x="218" y="214"/>
                    <a:pt x="221" y="208"/>
                    <a:pt x="218" y="203"/>
                  </a:cubicBezTo>
                  <a:moveTo>
                    <a:pt x="144" y="33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144" y="99"/>
                    <a:pt x="144" y="99"/>
                    <a:pt x="144" y="99"/>
                  </a:cubicBezTo>
                  <a:cubicBezTo>
                    <a:pt x="144" y="103"/>
                    <a:pt x="146" y="108"/>
                    <a:pt x="152" y="109"/>
                  </a:cubicBezTo>
                  <a:cubicBezTo>
                    <a:pt x="164" y="111"/>
                    <a:pt x="178" y="119"/>
                    <a:pt x="191" y="129"/>
                  </a:cubicBezTo>
                  <a:cubicBezTo>
                    <a:pt x="204" y="139"/>
                    <a:pt x="215" y="153"/>
                    <a:pt x="226" y="169"/>
                  </a:cubicBezTo>
                  <a:cubicBezTo>
                    <a:pt x="229" y="174"/>
                    <a:pt x="235" y="175"/>
                    <a:pt x="240" y="172"/>
                  </a:cubicBezTo>
                  <a:cubicBezTo>
                    <a:pt x="243" y="170"/>
                    <a:pt x="245" y="167"/>
                    <a:pt x="245" y="164"/>
                  </a:cubicBezTo>
                  <a:cubicBezTo>
                    <a:pt x="245" y="162"/>
                    <a:pt x="244" y="160"/>
                    <a:pt x="243" y="158"/>
                  </a:cubicBezTo>
                  <a:cubicBezTo>
                    <a:pt x="231" y="140"/>
                    <a:pt x="218" y="125"/>
                    <a:pt x="204" y="113"/>
                  </a:cubicBezTo>
                  <a:cubicBezTo>
                    <a:pt x="192" y="103"/>
                    <a:pt x="179" y="95"/>
                    <a:pt x="165" y="91"/>
                  </a:cubicBezTo>
                  <a:cubicBezTo>
                    <a:pt x="165" y="68"/>
                    <a:pt x="165" y="68"/>
                    <a:pt x="165" y="68"/>
                  </a:cubicBezTo>
                  <a:cubicBezTo>
                    <a:pt x="184" y="73"/>
                    <a:pt x="205" y="84"/>
                    <a:pt x="222" y="99"/>
                  </a:cubicBezTo>
                  <a:cubicBezTo>
                    <a:pt x="226" y="102"/>
                    <a:pt x="233" y="102"/>
                    <a:pt x="236" y="97"/>
                  </a:cubicBezTo>
                  <a:cubicBezTo>
                    <a:pt x="240" y="93"/>
                    <a:pt x="240" y="87"/>
                    <a:pt x="235" y="83"/>
                  </a:cubicBezTo>
                  <a:cubicBezTo>
                    <a:pt x="224" y="74"/>
                    <a:pt x="212" y="65"/>
                    <a:pt x="199" y="59"/>
                  </a:cubicBezTo>
                  <a:cubicBezTo>
                    <a:pt x="188" y="53"/>
                    <a:pt x="176" y="49"/>
                    <a:pt x="165" y="46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7"/>
                    <a:pt x="160" y="22"/>
                    <a:pt x="155" y="22"/>
                  </a:cubicBezTo>
                  <a:cubicBezTo>
                    <a:pt x="149" y="22"/>
                    <a:pt x="144" y="27"/>
                    <a:pt x="144" y="33"/>
                  </a:cubicBezTo>
                  <a:moveTo>
                    <a:pt x="115" y="22"/>
                  </a:moveTo>
                  <a:cubicBezTo>
                    <a:pt x="109" y="22"/>
                    <a:pt x="104" y="27"/>
                    <a:pt x="104" y="33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93" y="49"/>
                    <a:pt x="82" y="53"/>
                    <a:pt x="71" y="59"/>
                  </a:cubicBezTo>
                  <a:cubicBezTo>
                    <a:pt x="58" y="65"/>
                    <a:pt x="45" y="74"/>
                    <a:pt x="34" y="83"/>
                  </a:cubicBezTo>
                  <a:cubicBezTo>
                    <a:pt x="30" y="87"/>
                    <a:pt x="30" y="93"/>
                    <a:pt x="33" y="97"/>
                  </a:cubicBezTo>
                  <a:cubicBezTo>
                    <a:pt x="37" y="102"/>
                    <a:pt x="43" y="102"/>
                    <a:pt x="48" y="99"/>
                  </a:cubicBezTo>
                  <a:cubicBezTo>
                    <a:pt x="65" y="84"/>
                    <a:pt x="85" y="73"/>
                    <a:pt x="104" y="68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91" y="95"/>
                    <a:pt x="78" y="103"/>
                    <a:pt x="65" y="113"/>
                  </a:cubicBezTo>
                  <a:cubicBezTo>
                    <a:pt x="51" y="125"/>
                    <a:pt x="38" y="140"/>
                    <a:pt x="26" y="158"/>
                  </a:cubicBezTo>
                  <a:cubicBezTo>
                    <a:pt x="25" y="160"/>
                    <a:pt x="25" y="162"/>
                    <a:pt x="25" y="164"/>
                  </a:cubicBezTo>
                  <a:cubicBezTo>
                    <a:pt x="25" y="167"/>
                    <a:pt x="26" y="170"/>
                    <a:pt x="29" y="172"/>
                  </a:cubicBezTo>
                  <a:cubicBezTo>
                    <a:pt x="34" y="175"/>
                    <a:pt x="41" y="174"/>
                    <a:pt x="44" y="169"/>
                  </a:cubicBezTo>
                  <a:cubicBezTo>
                    <a:pt x="54" y="153"/>
                    <a:pt x="66" y="139"/>
                    <a:pt x="79" y="129"/>
                  </a:cubicBezTo>
                  <a:cubicBezTo>
                    <a:pt x="91" y="119"/>
                    <a:pt x="105" y="111"/>
                    <a:pt x="118" y="109"/>
                  </a:cubicBezTo>
                  <a:cubicBezTo>
                    <a:pt x="123" y="108"/>
                    <a:pt x="126" y="103"/>
                    <a:pt x="126" y="9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27"/>
                    <a:pt x="121" y="22"/>
                    <a:pt x="115" y="22"/>
                  </a:cubicBezTo>
                  <a:moveTo>
                    <a:pt x="269" y="135"/>
                  </a:moveTo>
                  <a:cubicBezTo>
                    <a:pt x="269" y="209"/>
                    <a:pt x="209" y="269"/>
                    <a:pt x="135" y="269"/>
                  </a:cubicBezTo>
                  <a:cubicBezTo>
                    <a:pt x="61" y="269"/>
                    <a:pt x="0" y="209"/>
                    <a:pt x="0" y="135"/>
                  </a:cubicBezTo>
                  <a:cubicBezTo>
                    <a:pt x="0" y="60"/>
                    <a:pt x="61" y="0"/>
                    <a:pt x="135" y="0"/>
                  </a:cubicBezTo>
                  <a:cubicBezTo>
                    <a:pt x="209" y="0"/>
                    <a:pt x="269" y="60"/>
                    <a:pt x="269" y="1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</p:grpSp>
      <p:sp>
        <p:nvSpPr>
          <p:cNvPr id="90" name="矩形 89"/>
          <p:cNvSpPr/>
          <p:nvPr userDrawn="1"/>
        </p:nvSpPr>
        <p:spPr>
          <a:xfrm>
            <a:off x="1" y="6"/>
            <a:ext cx="12192000" cy="7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sp>
        <p:nvSpPr>
          <p:cNvPr id="91" name="矩形 90"/>
          <p:cNvSpPr/>
          <p:nvPr userDrawn="1"/>
        </p:nvSpPr>
        <p:spPr>
          <a:xfrm>
            <a:off x="1" y="6778883"/>
            <a:ext cx="12192000" cy="7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pic>
        <p:nvPicPr>
          <p:cNvPr id="4" name="图片 3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1484838"/>
            <a:ext cx="12192000" cy="54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grpSp>
        <p:nvGrpSpPr>
          <p:cNvPr id="6" name="Group 66"/>
          <p:cNvGrpSpPr>
            <a:grpSpLocks noChangeAspect="1"/>
          </p:cNvGrpSpPr>
          <p:nvPr userDrawn="1"/>
        </p:nvGrpSpPr>
        <p:grpSpPr bwMode="auto">
          <a:xfrm>
            <a:off x="7376073" y="226186"/>
            <a:ext cx="4505579" cy="878122"/>
            <a:chOff x="3782" y="54"/>
            <a:chExt cx="1842" cy="359"/>
          </a:xfrm>
          <a:solidFill>
            <a:schemeClr val="accent1"/>
          </a:solidFill>
        </p:grpSpPr>
        <p:sp>
          <p:nvSpPr>
            <p:cNvPr id="7" name="Freeform 67"/>
            <p:cNvSpPr/>
            <p:nvPr/>
          </p:nvSpPr>
          <p:spPr bwMode="auto">
            <a:xfrm>
              <a:off x="3887" y="361"/>
              <a:ext cx="19" cy="26"/>
            </a:xfrm>
            <a:custGeom>
              <a:avLst/>
              <a:gdLst>
                <a:gd name="T0" fmla="*/ 14 w 21"/>
                <a:gd name="T1" fmla="*/ 28 h 28"/>
                <a:gd name="T2" fmla="*/ 14 w 21"/>
                <a:gd name="T3" fmla="*/ 28 h 28"/>
                <a:gd name="T4" fmla="*/ 8 w 21"/>
                <a:gd name="T5" fmla="*/ 25 h 28"/>
                <a:gd name="T6" fmla="*/ 1 w 21"/>
                <a:gd name="T7" fmla="*/ 22 h 28"/>
                <a:gd name="T8" fmla="*/ 0 w 21"/>
                <a:gd name="T9" fmla="*/ 22 h 28"/>
                <a:gd name="T10" fmla="*/ 1 w 21"/>
                <a:gd name="T11" fmla="*/ 20 h 28"/>
                <a:gd name="T12" fmla="*/ 1 w 21"/>
                <a:gd name="T13" fmla="*/ 20 h 28"/>
                <a:gd name="T14" fmla="*/ 3 w 21"/>
                <a:gd name="T15" fmla="*/ 21 h 28"/>
                <a:gd name="T16" fmla="*/ 5 w 21"/>
                <a:gd name="T17" fmla="*/ 22 h 28"/>
                <a:gd name="T18" fmla="*/ 6 w 21"/>
                <a:gd name="T19" fmla="*/ 21 h 28"/>
                <a:gd name="T20" fmla="*/ 9 w 21"/>
                <a:gd name="T21" fmla="*/ 15 h 28"/>
                <a:gd name="T22" fmla="*/ 11 w 21"/>
                <a:gd name="T23" fmla="*/ 10 h 28"/>
                <a:gd name="T24" fmla="*/ 14 w 21"/>
                <a:gd name="T25" fmla="*/ 5 h 28"/>
                <a:gd name="T26" fmla="*/ 14 w 21"/>
                <a:gd name="T27" fmla="*/ 4 h 28"/>
                <a:gd name="T28" fmla="*/ 14 w 21"/>
                <a:gd name="T29" fmla="*/ 3 h 28"/>
                <a:gd name="T30" fmla="*/ 13 w 21"/>
                <a:gd name="T31" fmla="*/ 3 h 28"/>
                <a:gd name="T32" fmla="*/ 8 w 21"/>
                <a:gd name="T33" fmla="*/ 3 h 28"/>
                <a:gd name="T34" fmla="*/ 8 w 21"/>
                <a:gd name="T35" fmla="*/ 2 h 28"/>
                <a:gd name="T36" fmla="*/ 8 w 21"/>
                <a:gd name="T37" fmla="*/ 0 h 28"/>
                <a:gd name="T38" fmla="*/ 9 w 21"/>
                <a:gd name="T39" fmla="*/ 0 h 28"/>
                <a:gd name="T40" fmla="*/ 21 w 21"/>
                <a:gd name="T41" fmla="*/ 1 h 28"/>
                <a:gd name="T42" fmla="*/ 21 w 21"/>
                <a:gd name="T43" fmla="*/ 2 h 28"/>
                <a:gd name="T44" fmla="*/ 20 w 21"/>
                <a:gd name="T45" fmla="*/ 5 h 28"/>
                <a:gd name="T46" fmla="*/ 18 w 21"/>
                <a:gd name="T47" fmla="*/ 9 h 28"/>
                <a:gd name="T48" fmla="*/ 15 w 21"/>
                <a:gd name="T49" fmla="*/ 16 h 28"/>
                <a:gd name="T50" fmla="*/ 11 w 21"/>
                <a:gd name="T51" fmla="*/ 24 h 28"/>
                <a:gd name="T52" fmla="*/ 12 w 21"/>
                <a:gd name="T53" fmla="*/ 25 h 28"/>
                <a:gd name="T54" fmla="*/ 15 w 21"/>
                <a:gd name="T55" fmla="*/ 26 h 28"/>
                <a:gd name="T56" fmla="*/ 15 w 21"/>
                <a:gd name="T57" fmla="*/ 27 h 28"/>
                <a:gd name="T58" fmla="*/ 14 w 21"/>
                <a:gd name="T5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" h="28">
                  <a:moveTo>
                    <a:pt x="14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2" y="27"/>
                    <a:pt x="10" y="26"/>
                    <a:pt x="8" y="25"/>
                  </a:cubicBezTo>
                  <a:cubicBezTo>
                    <a:pt x="6" y="24"/>
                    <a:pt x="3" y="23"/>
                    <a:pt x="1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1"/>
                    <a:pt x="3" y="21"/>
                    <a:pt x="3" y="21"/>
                  </a:cubicBezTo>
                  <a:cubicBezTo>
                    <a:pt x="4" y="21"/>
                    <a:pt x="5" y="22"/>
                    <a:pt x="5" y="22"/>
                  </a:cubicBezTo>
                  <a:cubicBezTo>
                    <a:pt x="5" y="22"/>
                    <a:pt x="6" y="21"/>
                    <a:pt x="6" y="21"/>
                  </a:cubicBezTo>
                  <a:cubicBezTo>
                    <a:pt x="7" y="21"/>
                    <a:pt x="8" y="18"/>
                    <a:pt x="9" y="15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9"/>
                    <a:pt x="13" y="7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3"/>
                    <a:pt x="14" y="3"/>
                    <a:pt x="13" y="3"/>
                  </a:cubicBezTo>
                  <a:cubicBezTo>
                    <a:pt x="11" y="3"/>
                    <a:pt x="9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6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3"/>
                    <a:pt x="20" y="5"/>
                  </a:cubicBezTo>
                  <a:cubicBezTo>
                    <a:pt x="20" y="5"/>
                    <a:pt x="19" y="6"/>
                    <a:pt x="18" y="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2" y="21"/>
                    <a:pt x="11" y="23"/>
                    <a:pt x="11" y="24"/>
                  </a:cubicBezTo>
                  <a:cubicBezTo>
                    <a:pt x="11" y="24"/>
                    <a:pt x="11" y="24"/>
                    <a:pt x="12" y="25"/>
                  </a:cubicBezTo>
                  <a:cubicBezTo>
                    <a:pt x="12" y="25"/>
                    <a:pt x="13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4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8" name="Freeform 68"/>
            <p:cNvSpPr>
              <a:spLocks noEditPoints="1"/>
            </p:cNvSpPr>
            <p:nvPr/>
          </p:nvSpPr>
          <p:spPr bwMode="auto">
            <a:xfrm>
              <a:off x="3931" y="372"/>
              <a:ext cx="18" cy="26"/>
            </a:xfrm>
            <a:custGeom>
              <a:avLst/>
              <a:gdLst>
                <a:gd name="T0" fmla="*/ 16 w 20"/>
                <a:gd name="T1" fmla="*/ 7 h 28"/>
                <a:gd name="T2" fmla="*/ 15 w 20"/>
                <a:gd name="T3" fmla="*/ 4 h 28"/>
                <a:gd name="T4" fmla="*/ 12 w 20"/>
                <a:gd name="T5" fmla="*/ 2 h 28"/>
                <a:gd name="T6" fmla="*/ 8 w 20"/>
                <a:gd name="T7" fmla="*/ 3 h 28"/>
                <a:gd name="T8" fmla="*/ 7 w 20"/>
                <a:gd name="T9" fmla="*/ 5 h 28"/>
                <a:gd name="T10" fmla="*/ 8 w 20"/>
                <a:gd name="T11" fmla="*/ 8 h 28"/>
                <a:gd name="T12" fmla="*/ 10 w 20"/>
                <a:gd name="T13" fmla="*/ 10 h 28"/>
                <a:gd name="T14" fmla="*/ 12 w 20"/>
                <a:gd name="T15" fmla="*/ 11 h 28"/>
                <a:gd name="T16" fmla="*/ 13 w 20"/>
                <a:gd name="T17" fmla="*/ 11 h 28"/>
                <a:gd name="T18" fmla="*/ 16 w 20"/>
                <a:gd name="T19" fmla="*/ 7 h 28"/>
                <a:gd name="T20" fmla="*/ 14 w 20"/>
                <a:gd name="T21" fmla="*/ 22 h 28"/>
                <a:gd name="T22" fmla="*/ 12 w 20"/>
                <a:gd name="T23" fmla="*/ 17 h 28"/>
                <a:gd name="T24" fmla="*/ 8 w 20"/>
                <a:gd name="T25" fmla="*/ 15 h 28"/>
                <a:gd name="T26" fmla="*/ 8 w 20"/>
                <a:gd name="T27" fmla="*/ 14 h 28"/>
                <a:gd name="T28" fmla="*/ 4 w 20"/>
                <a:gd name="T29" fmla="*/ 19 h 28"/>
                <a:gd name="T30" fmla="*/ 4 w 20"/>
                <a:gd name="T31" fmla="*/ 22 h 28"/>
                <a:gd name="T32" fmla="*/ 9 w 20"/>
                <a:gd name="T33" fmla="*/ 26 h 28"/>
                <a:gd name="T34" fmla="*/ 12 w 20"/>
                <a:gd name="T35" fmla="*/ 25 h 28"/>
                <a:gd name="T36" fmla="*/ 14 w 20"/>
                <a:gd name="T37" fmla="*/ 22 h 28"/>
                <a:gd name="T38" fmla="*/ 19 w 20"/>
                <a:gd name="T39" fmla="*/ 20 h 28"/>
                <a:gd name="T40" fmla="*/ 18 w 20"/>
                <a:gd name="T41" fmla="*/ 24 h 28"/>
                <a:gd name="T42" fmla="*/ 12 w 20"/>
                <a:gd name="T43" fmla="*/ 28 h 28"/>
                <a:gd name="T44" fmla="*/ 8 w 20"/>
                <a:gd name="T45" fmla="*/ 28 h 28"/>
                <a:gd name="T46" fmla="*/ 0 w 20"/>
                <a:gd name="T47" fmla="*/ 23 h 28"/>
                <a:gd name="T48" fmla="*/ 0 w 20"/>
                <a:gd name="T49" fmla="*/ 19 h 28"/>
                <a:gd name="T50" fmla="*/ 3 w 20"/>
                <a:gd name="T51" fmla="*/ 15 h 28"/>
                <a:gd name="T52" fmla="*/ 6 w 20"/>
                <a:gd name="T53" fmla="*/ 13 h 28"/>
                <a:gd name="T54" fmla="*/ 2 w 20"/>
                <a:gd name="T55" fmla="*/ 7 h 28"/>
                <a:gd name="T56" fmla="*/ 8 w 20"/>
                <a:gd name="T57" fmla="*/ 1 h 28"/>
                <a:gd name="T58" fmla="*/ 12 w 20"/>
                <a:gd name="T59" fmla="*/ 0 h 28"/>
                <a:gd name="T60" fmla="*/ 18 w 20"/>
                <a:gd name="T61" fmla="*/ 3 h 28"/>
                <a:gd name="T62" fmla="*/ 20 w 20"/>
                <a:gd name="T63" fmla="*/ 7 h 28"/>
                <a:gd name="T64" fmla="*/ 15 w 20"/>
                <a:gd name="T65" fmla="*/ 12 h 28"/>
                <a:gd name="T66" fmla="*/ 19 w 20"/>
                <a:gd name="T67" fmla="*/ 16 h 28"/>
                <a:gd name="T68" fmla="*/ 19 w 20"/>
                <a:gd name="T6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" h="28">
                  <a:moveTo>
                    <a:pt x="16" y="7"/>
                  </a:moveTo>
                  <a:cubicBezTo>
                    <a:pt x="16" y="6"/>
                    <a:pt x="16" y="5"/>
                    <a:pt x="15" y="4"/>
                  </a:cubicBezTo>
                  <a:cubicBezTo>
                    <a:pt x="14" y="3"/>
                    <a:pt x="13" y="3"/>
                    <a:pt x="12" y="2"/>
                  </a:cubicBezTo>
                  <a:cubicBezTo>
                    <a:pt x="10" y="2"/>
                    <a:pt x="9" y="2"/>
                    <a:pt x="8" y="3"/>
                  </a:cubicBezTo>
                  <a:cubicBezTo>
                    <a:pt x="8" y="4"/>
                    <a:pt x="7" y="4"/>
                    <a:pt x="7" y="5"/>
                  </a:cubicBezTo>
                  <a:cubicBezTo>
                    <a:pt x="7" y="6"/>
                    <a:pt x="7" y="7"/>
                    <a:pt x="8" y="8"/>
                  </a:cubicBezTo>
                  <a:cubicBezTo>
                    <a:pt x="9" y="9"/>
                    <a:pt x="9" y="9"/>
                    <a:pt x="10" y="10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5" y="11"/>
                    <a:pt x="16" y="9"/>
                    <a:pt x="16" y="7"/>
                  </a:cubicBezTo>
                  <a:moveTo>
                    <a:pt x="14" y="22"/>
                  </a:moveTo>
                  <a:cubicBezTo>
                    <a:pt x="14" y="20"/>
                    <a:pt x="14" y="18"/>
                    <a:pt x="12" y="17"/>
                  </a:cubicBezTo>
                  <a:cubicBezTo>
                    <a:pt x="11" y="16"/>
                    <a:pt x="10" y="15"/>
                    <a:pt x="8" y="1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6"/>
                    <a:pt x="4" y="17"/>
                    <a:pt x="4" y="19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5" y="24"/>
                    <a:pt x="7" y="25"/>
                    <a:pt x="9" y="26"/>
                  </a:cubicBezTo>
                  <a:cubicBezTo>
                    <a:pt x="10" y="26"/>
                    <a:pt x="11" y="26"/>
                    <a:pt x="12" y="25"/>
                  </a:cubicBezTo>
                  <a:cubicBezTo>
                    <a:pt x="13" y="24"/>
                    <a:pt x="14" y="23"/>
                    <a:pt x="14" y="22"/>
                  </a:cubicBezTo>
                  <a:moveTo>
                    <a:pt x="19" y="20"/>
                  </a:moveTo>
                  <a:cubicBezTo>
                    <a:pt x="19" y="21"/>
                    <a:pt x="19" y="23"/>
                    <a:pt x="18" y="24"/>
                  </a:cubicBezTo>
                  <a:cubicBezTo>
                    <a:pt x="16" y="26"/>
                    <a:pt x="14" y="27"/>
                    <a:pt x="12" y="28"/>
                  </a:cubicBezTo>
                  <a:cubicBezTo>
                    <a:pt x="10" y="28"/>
                    <a:pt x="9" y="28"/>
                    <a:pt x="8" y="28"/>
                  </a:cubicBezTo>
                  <a:cubicBezTo>
                    <a:pt x="4" y="27"/>
                    <a:pt x="2" y="26"/>
                    <a:pt x="0" y="23"/>
                  </a:cubicBezTo>
                  <a:cubicBezTo>
                    <a:pt x="0" y="22"/>
                    <a:pt x="0" y="21"/>
                    <a:pt x="0" y="19"/>
                  </a:cubicBezTo>
                  <a:cubicBezTo>
                    <a:pt x="0" y="17"/>
                    <a:pt x="1" y="16"/>
                    <a:pt x="3" y="15"/>
                  </a:cubicBezTo>
                  <a:cubicBezTo>
                    <a:pt x="3" y="14"/>
                    <a:pt x="4" y="14"/>
                    <a:pt x="6" y="13"/>
                  </a:cubicBezTo>
                  <a:cubicBezTo>
                    <a:pt x="3" y="12"/>
                    <a:pt x="2" y="9"/>
                    <a:pt x="2" y="7"/>
                  </a:cubicBezTo>
                  <a:cubicBezTo>
                    <a:pt x="3" y="4"/>
                    <a:pt x="5" y="2"/>
                    <a:pt x="8" y="1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5" y="1"/>
                    <a:pt x="17" y="1"/>
                    <a:pt x="18" y="3"/>
                  </a:cubicBezTo>
                  <a:cubicBezTo>
                    <a:pt x="19" y="4"/>
                    <a:pt x="20" y="5"/>
                    <a:pt x="20" y="7"/>
                  </a:cubicBezTo>
                  <a:cubicBezTo>
                    <a:pt x="19" y="9"/>
                    <a:pt x="18" y="11"/>
                    <a:pt x="15" y="12"/>
                  </a:cubicBezTo>
                  <a:cubicBezTo>
                    <a:pt x="17" y="13"/>
                    <a:pt x="18" y="14"/>
                    <a:pt x="19" y="16"/>
                  </a:cubicBezTo>
                  <a:cubicBezTo>
                    <a:pt x="19" y="17"/>
                    <a:pt x="19" y="18"/>
                    <a:pt x="19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9" name="Freeform 69"/>
            <p:cNvSpPr>
              <a:spLocks noEditPoints="1"/>
            </p:cNvSpPr>
            <p:nvPr/>
          </p:nvSpPr>
          <p:spPr bwMode="auto">
            <a:xfrm>
              <a:off x="3971" y="372"/>
              <a:ext cx="19" cy="26"/>
            </a:xfrm>
            <a:custGeom>
              <a:avLst/>
              <a:gdLst>
                <a:gd name="T0" fmla="*/ 14 w 21"/>
                <a:gd name="T1" fmla="*/ 9 h 29"/>
                <a:gd name="T2" fmla="*/ 12 w 21"/>
                <a:gd name="T3" fmla="*/ 4 h 29"/>
                <a:gd name="T4" fmla="*/ 9 w 21"/>
                <a:gd name="T5" fmla="*/ 2 h 29"/>
                <a:gd name="T6" fmla="*/ 6 w 21"/>
                <a:gd name="T7" fmla="*/ 5 h 29"/>
                <a:gd name="T8" fmla="*/ 6 w 21"/>
                <a:gd name="T9" fmla="*/ 8 h 29"/>
                <a:gd name="T10" fmla="*/ 8 w 21"/>
                <a:gd name="T11" fmla="*/ 13 h 29"/>
                <a:gd name="T12" fmla="*/ 11 w 21"/>
                <a:gd name="T13" fmla="*/ 14 h 29"/>
                <a:gd name="T14" fmla="*/ 14 w 21"/>
                <a:gd name="T15" fmla="*/ 11 h 29"/>
                <a:gd name="T16" fmla="*/ 14 w 21"/>
                <a:gd name="T17" fmla="*/ 9 h 29"/>
                <a:gd name="T18" fmla="*/ 20 w 21"/>
                <a:gd name="T19" fmla="*/ 10 h 29"/>
                <a:gd name="T20" fmla="*/ 19 w 21"/>
                <a:gd name="T21" fmla="*/ 19 h 29"/>
                <a:gd name="T22" fmla="*/ 14 w 21"/>
                <a:gd name="T23" fmla="*/ 25 h 29"/>
                <a:gd name="T24" fmla="*/ 7 w 21"/>
                <a:gd name="T25" fmla="*/ 29 h 29"/>
                <a:gd name="T26" fmla="*/ 5 w 21"/>
                <a:gd name="T27" fmla="*/ 28 h 29"/>
                <a:gd name="T28" fmla="*/ 5 w 21"/>
                <a:gd name="T29" fmla="*/ 27 h 29"/>
                <a:gd name="T30" fmla="*/ 7 w 21"/>
                <a:gd name="T31" fmla="*/ 27 h 29"/>
                <a:gd name="T32" fmla="*/ 12 w 21"/>
                <a:gd name="T33" fmla="*/ 24 h 29"/>
                <a:gd name="T34" fmla="*/ 14 w 21"/>
                <a:gd name="T35" fmla="*/ 21 h 29"/>
                <a:gd name="T36" fmla="*/ 15 w 21"/>
                <a:gd name="T37" fmla="*/ 14 h 29"/>
                <a:gd name="T38" fmla="*/ 12 w 21"/>
                <a:gd name="T39" fmla="*/ 17 h 29"/>
                <a:gd name="T40" fmla="*/ 9 w 21"/>
                <a:gd name="T41" fmla="*/ 18 h 29"/>
                <a:gd name="T42" fmla="*/ 4 w 21"/>
                <a:gd name="T43" fmla="*/ 17 h 29"/>
                <a:gd name="T44" fmla="*/ 1 w 21"/>
                <a:gd name="T45" fmla="*/ 11 h 29"/>
                <a:gd name="T46" fmla="*/ 4 w 21"/>
                <a:gd name="T47" fmla="*/ 2 h 29"/>
                <a:gd name="T48" fmla="*/ 9 w 21"/>
                <a:gd name="T49" fmla="*/ 0 h 29"/>
                <a:gd name="T50" fmla="*/ 18 w 21"/>
                <a:gd name="T51" fmla="*/ 4 h 29"/>
                <a:gd name="T52" fmla="*/ 20 w 21"/>
                <a:gd name="T53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29">
                  <a:moveTo>
                    <a:pt x="14" y="9"/>
                  </a:move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7" y="3"/>
                    <a:pt x="6" y="3"/>
                    <a:pt x="6" y="5"/>
                  </a:cubicBezTo>
                  <a:cubicBezTo>
                    <a:pt x="6" y="6"/>
                    <a:pt x="6" y="7"/>
                    <a:pt x="6" y="8"/>
                  </a:cubicBezTo>
                  <a:cubicBezTo>
                    <a:pt x="6" y="10"/>
                    <a:pt x="7" y="12"/>
                    <a:pt x="8" y="13"/>
                  </a:cubicBezTo>
                  <a:cubicBezTo>
                    <a:pt x="9" y="14"/>
                    <a:pt x="10" y="14"/>
                    <a:pt x="11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11"/>
                    <a:pt x="14" y="10"/>
                    <a:pt x="14" y="9"/>
                  </a:cubicBezTo>
                  <a:moveTo>
                    <a:pt x="20" y="10"/>
                  </a:moveTo>
                  <a:cubicBezTo>
                    <a:pt x="21" y="13"/>
                    <a:pt x="20" y="16"/>
                    <a:pt x="19" y="19"/>
                  </a:cubicBezTo>
                  <a:cubicBezTo>
                    <a:pt x="18" y="21"/>
                    <a:pt x="17" y="24"/>
                    <a:pt x="14" y="25"/>
                  </a:cubicBezTo>
                  <a:cubicBezTo>
                    <a:pt x="12" y="27"/>
                    <a:pt x="9" y="28"/>
                    <a:pt x="7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6" y="27"/>
                    <a:pt x="7" y="27"/>
                  </a:cubicBezTo>
                  <a:cubicBezTo>
                    <a:pt x="9" y="26"/>
                    <a:pt x="11" y="25"/>
                    <a:pt x="12" y="24"/>
                  </a:cubicBezTo>
                  <a:cubicBezTo>
                    <a:pt x="13" y="23"/>
                    <a:pt x="13" y="22"/>
                    <a:pt x="14" y="21"/>
                  </a:cubicBezTo>
                  <a:cubicBezTo>
                    <a:pt x="15" y="19"/>
                    <a:pt x="15" y="17"/>
                    <a:pt x="15" y="14"/>
                  </a:cubicBezTo>
                  <a:cubicBezTo>
                    <a:pt x="13" y="16"/>
                    <a:pt x="12" y="17"/>
                    <a:pt x="12" y="17"/>
                  </a:cubicBezTo>
                  <a:cubicBezTo>
                    <a:pt x="11" y="17"/>
                    <a:pt x="10" y="18"/>
                    <a:pt x="9" y="18"/>
                  </a:cubicBezTo>
                  <a:cubicBezTo>
                    <a:pt x="7" y="18"/>
                    <a:pt x="5" y="18"/>
                    <a:pt x="4" y="17"/>
                  </a:cubicBezTo>
                  <a:cubicBezTo>
                    <a:pt x="2" y="15"/>
                    <a:pt x="1" y="14"/>
                    <a:pt x="1" y="11"/>
                  </a:cubicBezTo>
                  <a:cubicBezTo>
                    <a:pt x="0" y="7"/>
                    <a:pt x="1" y="4"/>
                    <a:pt x="4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13" y="0"/>
                    <a:pt x="16" y="1"/>
                    <a:pt x="18" y="4"/>
                  </a:cubicBezTo>
                  <a:cubicBezTo>
                    <a:pt x="19" y="5"/>
                    <a:pt x="20" y="7"/>
                    <a:pt x="2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0" name="Freeform 70"/>
            <p:cNvSpPr>
              <a:spLocks noEditPoints="1"/>
            </p:cNvSpPr>
            <p:nvPr/>
          </p:nvSpPr>
          <p:spPr bwMode="auto">
            <a:xfrm>
              <a:off x="4011" y="360"/>
              <a:ext cx="21" cy="27"/>
            </a:xfrm>
            <a:custGeom>
              <a:avLst/>
              <a:gdLst>
                <a:gd name="T0" fmla="*/ 19 w 23"/>
                <a:gd name="T1" fmla="*/ 19 h 29"/>
                <a:gd name="T2" fmla="*/ 14 w 23"/>
                <a:gd name="T3" fmla="*/ 16 h 29"/>
                <a:gd name="T4" fmla="*/ 10 w 23"/>
                <a:gd name="T5" fmla="*/ 16 h 29"/>
                <a:gd name="T6" fmla="*/ 9 w 23"/>
                <a:gd name="T7" fmla="*/ 16 h 29"/>
                <a:gd name="T8" fmla="*/ 9 w 23"/>
                <a:gd name="T9" fmla="*/ 22 h 29"/>
                <a:gd name="T10" fmla="*/ 11 w 23"/>
                <a:gd name="T11" fmla="*/ 25 h 29"/>
                <a:gd name="T12" fmla="*/ 16 w 23"/>
                <a:gd name="T13" fmla="*/ 25 h 29"/>
                <a:gd name="T14" fmla="*/ 19 w 23"/>
                <a:gd name="T15" fmla="*/ 23 h 29"/>
                <a:gd name="T16" fmla="*/ 19 w 23"/>
                <a:gd name="T17" fmla="*/ 19 h 29"/>
                <a:gd name="T18" fmla="*/ 13 w 23"/>
                <a:gd name="T19" fmla="*/ 6 h 29"/>
                <a:gd name="T20" fmla="*/ 10 w 23"/>
                <a:gd name="T21" fmla="*/ 3 h 29"/>
                <a:gd name="T22" fmla="*/ 7 w 23"/>
                <a:gd name="T23" fmla="*/ 4 h 29"/>
                <a:gd name="T24" fmla="*/ 4 w 23"/>
                <a:gd name="T25" fmla="*/ 6 h 29"/>
                <a:gd name="T26" fmla="*/ 4 w 23"/>
                <a:gd name="T27" fmla="*/ 9 h 29"/>
                <a:gd name="T28" fmla="*/ 7 w 23"/>
                <a:gd name="T29" fmla="*/ 11 h 29"/>
                <a:gd name="T30" fmla="*/ 9 w 23"/>
                <a:gd name="T31" fmla="*/ 11 h 29"/>
                <a:gd name="T32" fmla="*/ 11 w 23"/>
                <a:gd name="T33" fmla="*/ 11 h 29"/>
                <a:gd name="T34" fmla="*/ 12 w 23"/>
                <a:gd name="T35" fmla="*/ 11 h 29"/>
                <a:gd name="T36" fmla="*/ 13 w 23"/>
                <a:gd name="T37" fmla="*/ 6 h 29"/>
                <a:gd name="T38" fmla="*/ 22 w 23"/>
                <a:gd name="T39" fmla="*/ 15 h 29"/>
                <a:gd name="T40" fmla="*/ 23 w 23"/>
                <a:gd name="T41" fmla="*/ 19 h 29"/>
                <a:gd name="T42" fmla="*/ 20 w 23"/>
                <a:gd name="T43" fmla="*/ 25 h 29"/>
                <a:gd name="T44" fmla="*/ 16 w 23"/>
                <a:gd name="T45" fmla="*/ 27 h 29"/>
                <a:gd name="T46" fmla="*/ 8 w 23"/>
                <a:gd name="T47" fmla="*/ 27 h 29"/>
                <a:gd name="T48" fmla="*/ 5 w 23"/>
                <a:gd name="T49" fmla="*/ 24 h 29"/>
                <a:gd name="T50" fmla="*/ 5 w 23"/>
                <a:gd name="T51" fmla="*/ 19 h 29"/>
                <a:gd name="T52" fmla="*/ 7 w 23"/>
                <a:gd name="T53" fmla="*/ 16 h 29"/>
                <a:gd name="T54" fmla="*/ 1 w 23"/>
                <a:gd name="T55" fmla="*/ 12 h 29"/>
                <a:gd name="T56" fmla="*/ 2 w 23"/>
                <a:gd name="T57" fmla="*/ 4 h 29"/>
                <a:gd name="T58" fmla="*/ 6 w 23"/>
                <a:gd name="T59" fmla="*/ 1 h 29"/>
                <a:gd name="T60" fmla="*/ 12 w 23"/>
                <a:gd name="T61" fmla="*/ 1 h 29"/>
                <a:gd name="T62" fmla="*/ 16 w 23"/>
                <a:gd name="T63" fmla="*/ 4 h 29"/>
                <a:gd name="T64" fmla="*/ 14 w 23"/>
                <a:gd name="T65" fmla="*/ 11 h 29"/>
                <a:gd name="T66" fmla="*/ 19 w 23"/>
                <a:gd name="T67" fmla="*/ 12 h 29"/>
                <a:gd name="T68" fmla="*/ 22 w 23"/>
                <a:gd name="T6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" h="29">
                  <a:moveTo>
                    <a:pt x="19" y="19"/>
                  </a:moveTo>
                  <a:cubicBezTo>
                    <a:pt x="18" y="17"/>
                    <a:pt x="16" y="16"/>
                    <a:pt x="14" y="16"/>
                  </a:cubicBezTo>
                  <a:cubicBezTo>
                    <a:pt x="13" y="16"/>
                    <a:pt x="11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8"/>
                    <a:pt x="8" y="20"/>
                    <a:pt x="9" y="22"/>
                  </a:cubicBezTo>
                  <a:cubicBezTo>
                    <a:pt x="9" y="23"/>
                    <a:pt x="10" y="24"/>
                    <a:pt x="11" y="25"/>
                  </a:cubicBezTo>
                  <a:cubicBezTo>
                    <a:pt x="12" y="26"/>
                    <a:pt x="14" y="26"/>
                    <a:pt x="16" y="25"/>
                  </a:cubicBezTo>
                  <a:cubicBezTo>
                    <a:pt x="17" y="25"/>
                    <a:pt x="18" y="24"/>
                    <a:pt x="19" y="23"/>
                  </a:cubicBezTo>
                  <a:cubicBezTo>
                    <a:pt x="19" y="21"/>
                    <a:pt x="19" y="20"/>
                    <a:pt x="19" y="19"/>
                  </a:cubicBezTo>
                  <a:moveTo>
                    <a:pt x="13" y="6"/>
                  </a:moveTo>
                  <a:cubicBezTo>
                    <a:pt x="12" y="5"/>
                    <a:pt x="11" y="4"/>
                    <a:pt x="10" y="3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5" y="4"/>
                    <a:pt x="5" y="5"/>
                    <a:pt x="4" y="6"/>
                  </a:cubicBezTo>
                  <a:cubicBezTo>
                    <a:pt x="4" y="7"/>
                    <a:pt x="4" y="8"/>
                    <a:pt x="4" y="9"/>
                  </a:cubicBezTo>
                  <a:cubicBezTo>
                    <a:pt x="5" y="10"/>
                    <a:pt x="5" y="10"/>
                    <a:pt x="7" y="11"/>
                  </a:cubicBezTo>
                  <a:cubicBezTo>
                    <a:pt x="7" y="11"/>
                    <a:pt x="8" y="11"/>
                    <a:pt x="9" y="11"/>
                  </a:cubicBezTo>
                  <a:cubicBezTo>
                    <a:pt x="9" y="11"/>
                    <a:pt x="10" y="11"/>
                    <a:pt x="11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8"/>
                    <a:pt x="13" y="6"/>
                  </a:cubicBezTo>
                  <a:moveTo>
                    <a:pt x="22" y="15"/>
                  </a:moveTo>
                  <a:cubicBezTo>
                    <a:pt x="23" y="16"/>
                    <a:pt x="23" y="18"/>
                    <a:pt x="23" y="19"/>
                  </a:cubicBezTo>
                  <a:cubicBezTo>
                    <a:pt x="23" y="21"/>
                    <a:pt x="22" y="24"/>
                    <a:pt x="20" y="25"/>
                  </a:cubicBezTo>
                  <a:cubicBezTo>
                    <a:pt x="19" y="26"/>
                    <a:pt x="18" y="27"/>
                    <a:pt x="16" y="27"/>
                  </a:cubicBezTo>
                  <a:cubicBezTo>
                    <a:pt x="13" y="29"/>
                    <a:pt x="10" y="29"/>
                    <a:pt x="8" y="27"/>
                  </a:cubicBezTo>
                  <a:cubicBezTo>
                    <a:pt x="7" y="27"/>
                    <a:pt x="6" y="26"/>
                    <a:pt x="5" y="24"/>
                  </a:cubicBezTo>
                  <a:cubicBezTo>
                    <a:pt x="4" y="23"/>
                    <a:pt x="4" y="21"/>
                    <a:pt x="5" y="19"/>
                  </a:cubicBezTo>
                  <a:cubicBezTo>
                    <a:pt x="5" y="18"/>
                    <a:pt x="6" y="18"/>
                    <a:pt x="7" y="16"/>
                  </a:cubicBezTo>
                  <a:cubicBezTo>
                    <a:pt x="4" y="16"/>
                    <a:pt x="2" y="15"/>
                    <a:pt x="1" y="12"/>
                  </a:cubicBezTo>
                  <a:cubicBezTo>
                    <a:pt x="0" y="9"/>
                    <a:pt x="0" y="7"/>
                    <a:pt x="2" y="4"/>
                  </a:cubicBezTo>
                  <a:cubicBezTo>
                    <a:pt x="3" y="3"/>
                    <a:pt x="5" y="2"/>
                    <a:pt x="6" y="1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1"/>
                    <a:pt x="15" y="2"/>
                    <a:pt x="16" y="4"/>
                  </a:cubicBezTo>
                  <a:cubicBezTo>
                    <a:pt x="17" y="6"/>
                    <a:pt x="16" y="8"/>
                    <a:pt x="14" y="11"/>
                  </a:cubicBezTo>
                  <a:cubicBezTo>
                    <a:pt x="16" y="11"/>
                    <a:pt x="18" y="11"/>
                    <a:pt x="19" y="12"/>
                  </a:cubicBezTo>
                  <a:cubicBezTo>
                    <a:pt x="21" y="12"/>
                    <a:pt x="21" y="13"/>
                    <a:pt x="2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1" name="Freeform 71"/>
            <p:cNvSpPr>
              <a:spLocks noEditPoints="1"/>
            </p:cNvSpPr>
            <p:nvPr/>
          </p:nvSpPr>
          <p:spPr bwMode="auto">
            <a:xfrm>
              <a:off x="3782" y="54"/>
              <a:ext cx="357" cy="359"/>
            </a:xfrm>
            <a:custGeom>
              <a:avLst/>
              <a:gdLst>
                <a:gd name="T0" fmla="*/ 123 w 396"/>
                <a:gd name="T1" fmla="*/ 374 h 396"/>
                <a:gd name="T2" fmla="*/ 63 w 396"/>
                <a:gd name="T3" fmla="*/ 333 h 396"/>
                <a:gd name="T4" fmla="*/ 22 w 396"/>
                <a:gd name="T5" fmla="*/ 272 h 396"/>
                <a:gd name="T6" fmla="*/ 7 w 396"/>
                <a:gd name="T7" fmla="*/ 198 h 396"/>
                <a:gd name="T8" fmla="*/ 22 w 396"/>
                <a:gd name="T9" fmla="*/ 123 h 396"/>
                <a:gd name="T10" fmla="*/ 63 w 396"/>
                <a:gd name="T11" fmla="*/ 62 h 396"/>
                <a:gd name="T12" fmla="*/ 123 w 396"/>
                <a:gd name="T13" fmla="*/ 21 h 396"/>
                <a:gd name="T14" fmla="*/ 198 w 396"/>
                <a:gd name="T15" fmla="*/ 6 h 396"/>
                <a:gd name="T16" fmla="*/ 272 w 396"/>
                <a:gd name="T17" fmla="*/ 21 h 396"/>
                <a:gd name="T18" fmla="*/ 333 w 396"/>
                <a:gd name="T19" fmla="*/ 62 h 396"/>
                <a:gd name="T20" fmla="*/ 374 w 396"/>
                <a:gd name="T21" fmla="*/ 123 h 396"/>
                <a:gd name="T22" fmla="*/ 389 w 396"/>
                <a:gd name="T23" fmla="*/ 198 h 396"/>
                <a:gd name="T24" fmla="*/ 374 w 396"/>
                <a:gd name="T25" fmla="*/ 272 h 396"/>
                <a:gd name="T26" fmla="*/ 333 w 396"/>
                <a:gd name="T27" fmla="*/ 333 h 396"/>
                <a:gd name="T28" fmla="*/ 272 w 396"/>
                <a:gd name="T29" fmla="*/ 374 h 396"/>
                <a:gd name="T30" fmla="*/ 198 w 396"/>
                <a:gd name="T31" fmla="*/ 389 h 396"/>
                <a:gd name="T32" fmla="*/ 123 w 396"/>
                <a:gd name="T33" fmla="*/ 374 h 396"/>
                <a:gd name="T34" fmla="*/ 121 w 396"/>
                <a:gd name="T35" fmla="*/ 15 h 396"/>
                <a:gd name="T36" fmla="*/ 58 w 396"/>
                <a:gd name="T37" fmla="*/ 58 h 396"/>
                <a:gd name="T38" fmla="*/ 16 w 396"/>
                <a:gd name="T39" fmla="*/ 121 h 396"/>
                <a:gd name="T40" fmla="*/ 0 w 396"/>
                <a:gd name="T41" fmla="*/ 198 h 396"/>
                <a:gd name="T42" fmla="*/ 16 w 396"/>
                <a:gd name="T43" fmla="*/ 275 h 396"/>
                <a:gd name="T44" fmla="*/ 58 w 396"/>
                <a:gd name="T45" fmla="*/ 338 h 396"/>
                <a:gd name="T46" fmla="*/ 121 w 396"/>
                <a:gd name="T47" fmla="*/ 380 h 396"/>
                <a:gd name="T48" fmla="*/ 198 w 396"/>
                <a:gd name="T49" fmla="*/ 396 h 396"/>
                <a:gd name="T50" fmla="*/ 275 w 396"/>
                <a:gd name="T51" fmla="*/ 380 h 396"/>
                <a:gd name="T52" fmla="*/ 338 w 396"/>
                <a:gd name="T53" fmla="*/ 338 h 396"/>
                <a:gd name="T54" fmla="*/ 380 w 396"/>
                <a:gd name="T55" fmla="*/ 275 h 396"/>
                <a:gd name="T56" fmla="*/ 396 w 396"/>
                <a:gd name="T57" fmla="*/ 198 h 396"/>
                <a:gd name="T58" fmla="*/ 380 w 396"/>
                <a:gd name="T59" fmla="*/ 121 h 396"/>
                <a:gd name="T60" fmla="*/ 338 w 396"/>
                <a:gd name="T61" fmla="*/ 58 h 396"/>
                <a:gd name="T62" fmla="*/ 275 w 396"/>
                <a:gd name="T63" fmla="*/ 15 h 396"/>
                <a:gd name="T64" fmla="*/ 198 w 396"/>
                <a:gd name="T65" fmla="*/ 0 h 396"/>
                <a:gd name="T66" fmla="*/ 121 w 396"/>
                <a:gd name="T67" fmla="*/ 1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6" h="396">
                  <a:moveTo>
                    <a:pt x="123" y="374"/>
                  </a:moveTo>
                  <a:cubicBezTo>
                    <a:pt x="101" y="364"/>
                    <a:pt x="80" y="351"/>
                    <a:pt x="63" y="333"/>
                  </a:cubicBezTo>
                  <a:cubicBezTo>
                    <a:pt x="45" y="315"/>
                    <a:pt x="31" y="295"/>
                    <a:pt x="22" y="272"/>
                  </a:cubicBezTo>
                  <a:cubicBezTo>
                    <a:pt x="12" y="249"/>
                    <a:pt x="7" y="224"/>
                    <a:pt x="7" y="198"/>
                  </a:cubicBezTo>
                  <a:cubicBezTo>
                    <a:pt x="7" y="172"/>
                    <a:pt x="12" y="147"/>
                    <a:pt x="22" y="123"/>
                  </a:cubicBezTo>
                  <a:cubicBezTo>
                    <a:pt x="31" y="100"/>
                    <a:pt x="45" y="80"/>
                    <a:pt x="63" y="62"/>
                  </a:cubicBezTo>
                  <a:cubicBezTo>
                    <a:pt x="80" y="45"/>
                    <a:pt x="101" y="31"/>
                    <a:pt x="123" y="21"/>
                  </a:cubicBezTo>
                  <a:cubicBezTo>
                    <a:pt x="147" y="11"/>
                    <a:pt x="172" y="6"/>
                    <a:pt x="198" y="6"/>
                  </a:cubicBezTo>
                  <a:cubicBezTo>
                    <a:pt x="224" y="6"/>
                    <a:pt x="249" y="11"/>
                    <a:pt x="272" y="21"/>
                  </a:cubicBezTo>
                  <a:cubicBezTo>
                    <a:pt x="295" y="31"/>
                    <a:pt x="315" y="45"/>
                    <a:pt x="333" y="62"/>
                  </a:cubicBezTo>
                  <a:cubicBezTo>
                    <a:pt x="351" y="80"/>
                    <a:pt x="364" y="100"/>
                    <a:pt x="374" y="123"/>
                  </a:cubicBezTo>
                  <a:cubicBezTo>
                    <a:pt x="384" y="147"/>
                    <a:pt x="389" y="172"/>
                    <a:pt x="389" y="198"/>
                  </a:cubicBezTo>
                  <a:cubicBezTo>
                    <a:pt x="389" y="224"/>
                    <a:pt x="384" y="249"/>
                    <a:pt x="374" y="272"/>
                  </a:cubicBezTo>
                  <a:cubicBezTo>
                    <a:pt x="364" y="295"/>
                    <a:pt x="351" y="315"/>
                    <a:pt x="333" y="333"/>
                  </a:cubicBezTo>
                  <a:cubicBezTo>
                    <a:pt x="315" y="351"/>
                    <a:pt x="295" y="364"/>
                    <a:pt x="272" y="374"/>
                  </a:cubicBezTo>
                  <a:cubicBezTo>
                    <a:pt x="249" y="384"/>
                    <a:pt x="224" y="389"/>
                    <a:pt x="198" y="389"/>
                  </a:cubicBezTo>
                  <a:cubicBezTo>
                    <a:pt x="172" y="389"/>
                    <a:pt x="147" y="384"/>
                    <a:pt x="123" y="374"/>
                  </a:cubicBezTo>
                  <a:moveTo>
                    <a:pt x="121" y="15"/>
                  </a:moveTo>
                  <a:cubicBezTo>
                    <a:pt x="97" y="25"/>
                    <a:pt x="76" y="40"/>
                    <a:pt x="58" y="58"/>
                  </a:cubicBezTo>
                  <a:cubicBezTo>
                    <a:pt x="40" y="76"/>
                    <a:pt x="26" y="97"/>
                    <a:pt x="16" y="121"/>
                  </a:cubicBezTo>
                  <a:cubicBezTo>
                    <a:pt x="5" y="145"/>
                    <a:pt x="0" y="171"/>
                    <a:pt x="0" y="198"/>
                  </a:cubicBezTo>
                  <a:cubicBezTo>
                    <a:pt x="0" y="224"/>
                    <a:pt x="5" y="250"/>
                    <a:pt x="16" y="275"/>
                  </a:cubicBezTo>
                  <a:cubicBezTo>
                    <a:pt x="26" y="298"/>
                    <a:pt x="40" y="319"/>
                    <a:pt x="58" y="338"/>
                  </a:cubicBezTo>
                  <a:cubicBezTo>
                    <a:pt x="76" y="356"/>
                    <a:pt x="97" y="370"/>
                    <a:pt x="121" y="380"/>
                  </a:cubicBezTo>
                  <a:cubicBezTo>
                    <a:pt x="145" y="390"/>
                    <a:pt x="171" y="396"/>
                    <a:pt x="198" y="396"/>
                  </a:cubicBezTo>
                  <a:cubicBezTo>
                    <a:pt x="225" y="396"/>
                    <a:pt x="250" y="390"/>
                    <a:pt x="275" y="380"/>
                  </a:cubicBezTo>
                  <a:cubicBezTo>
                    <a:pt x="298" y="370"/>
                    <a:pt x="320" y="356"/>
                    <a:pt x="338" y="338"/>
                  </a:cubicBezTo>
                  <a:cubicBezTo>
                    <a:pt x="356" y="319"/>
                    <a:pt x="370" y="298"/>
                    <a:pt x="380" y="275"/>
                  </a:cubicBezTo>
                  <a:cubicBezTo>
                    <a:pt x="390" y="250"/>
                    <a:pt x="396" y="224"/>
                    <a:pt x="396" y="198"/>
                  </a:cubicBezTo>
                  <a:cubicBezTo>
                    <a:pt x="396" y="171"/>
                    <a:pt x="390" y="145"/>
                    <a:pt x="380" y="121"/>
                  </a:cubicBezTo>
                  <a:cubicBezTo>
                    <a:pt x="370" y="97"/>
                    <a:pt x="356" y="76"/>
                    <a:pt x="338" y="58"/>
                  </a:cubicBezTo>
                  <a:cubicBezTo>
                    <a:pt x="320" y="40"/>
                    <a:pt x="298" y="25"/>
                    <a:pt x="275" y="15"/>
                  </a:cubicBezTo>
                  <a:cubicBezTo>
                    <a:pt x="250" y="5"/>
                    <a:pt x="225" y="0"/>
                    <a:pt x="198" y="0"/>
                  </a:cubicBezTo>
                  <a:cubicBezTo>
                    <a:pt x="171" y="0"/>
                    <a:pt x="145" y="5"/>
                    <a:pt x="121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2" name="Freeform 72"/>
            <p:cNvSpPr>
              <a:spLocks noEditPoints="1"/>
            </p:cNvSpPr>
            <p:nvPr/>
          </p:nvSpPr>
          <p:spPr bwMode="auto">
            <a:xfrm>
              <a:off x="3829" y="100"/>
              <a:ext cx="263" cy="266"/>
            </a:xfrm>
            <a:custGeom>
              <a:avLst/>
              <a:gdLst>
                <a:gd name="T0" fmla="*/ 91 w 292"/>
                <a:gd name="T1" fmla="*/ 277 h 293"/>
                <a:gd name="T2" fmla="*/ 45 w 292"/>
                <a:gd name="T3" fmla="*/ 247 h 293"/>
                <a:gd name="T4" fmla="*/ 15 w 292"/>
                <a:gd name="T5" fmla="*/ 202 h 293"/>
                <a:gd name="T6" fmla="*/ 4 w 292"/>
                <a:gd name="T7" fmla="*/ 147 h 293"/>
                <a:gd name="T8" fmla="*/ 15 w 292"/>
                <a:gd name="T9" fmla="*/ 91 h 293"/>
                <a:gd name="T10" fmla="*/ 45 w 292"/>
                <a:gd name="T11" fmla="*/ 46 h 293"/>
                <a:gd name="T12" fmla="*/ 91 w 292"/>
                <a:gd name="T13" fmla="*/ 16 h 293"/>
                <a:gd name="T14" fmla="*/ 146 w 292"/>
                <a:gd name="T15" fmla="*/ 5 h 293"/>
                <a:gd name="T16" fmla="*/ 201 w 292"/>
                <a:gd name="T17" fmla="*/ 16 h 293"/>
                <a:gd name="T18" fmla="*/ 246 w 292"/>
                <a:gd name="T19" fmla="*/ 46 h 293"/>
                <a:gd name="T20" fmla="*/ 277 w 292"/>
                <a:gd name="T21" fmla="*/ 91 h 293"/>
                <a:gd name="T22" fmla="*/ 288 w 292"/>
                <a:gd name="T23" fmla="*/ 147 h 293"/>
                <a:gd name="T24" fmla="*/ 277 w 292"/>
                <a:gd name="T25" fmla="*/ 202 h 293"/>
                <a:gd name="T26" fmla="*/ 246 w 292"/>
                <a:gd name="T27" fmla="*/ 247 h 293"/>
                <a:gd name="T28" fmla="*/ 201 w 292"/>
                <a:gd name="T29" fmla="*/ 277 h 293"/>
                <a:gd name="T30" fmla="*/ 146 w 292"/>
                <a:gd name="T31" fmla="*/ 289 h 293"/>
                <a:gd name="T32" fmla="*/ 91 w 292"/>
                <a:gd name="T33" fmla="*/ 277 h 293"/>
                <a:gd name="T34" fmla="*/ 89 w 292"/>
                <a:gd name="T35" fmla="*/ 12 h 293"/>
                <a:gd name="T36" fmla="*/ 42 w 292"/>
                <a:gd name="T37" fmla="*/ 43 h 293"/>
                <a:gd name="T38" fmla="*/ 11 w 292"/>
                <a:gd name="T39" fmla="*/ 90 h 293"/>
                <a:gd name="T40" fmla="*/ 0 w 292"/>
                <a:gd name="T41" fmla="*/ 147 h 293"/>
                <a:gd name="T42" fmla="*/ 11 w 292"/>
                <a:gd name="T43" fmla="*/ 204 h 293"/>
                <a:gd name="T44" fmla="*/ 42 w 292"/>
                <a:gd name="T45" fmla="*/ 250 h 293"/>
                <a:gd name="T46" fmla="*/ 89 w 292"/>
                <a:gd name="T47" fmla="*/ 281 h 293"/>
                <a:gd name="T48" fmla="*/ 146 w 292"/>
                <a:gd name="T49" fmla="*/ 293 h 293"/>
                <a:gd name="T50" fmla="*/ 203 w 292"/>
                <a:gd name="T51" fmla="*/ 281 h 293"/>
                <a:gd name="T52" fmla="*/ 249 w 292"/>
                <a:gd name="T53" fmla="*/ 250 h 293"/>
                <a:gd name="T54" fmla="*/ 281 w 292"/>
                <a:gd name="T55" fmla="*/ 204 h 293"/>
                <a:gd name="T56" fmla="*/ 292 w 292"/>
                <a:gd name="T57" fmla="*/ 147 h 293"/>
                <a:gd name="T58" fmla="*/ 281 w 292"/>
                <a:gd name="T59" fmla="*/ 90 h 293"/>
                <a:gd name="T60" fmla="*/ 249 w 292"/>
                <a:gd name="T61" fmla="*/ 43 h 293"/>
                <a:gd name="T62" fmla="*/ 203 w 292"/>
                <a:gd name="T63" fmla="*/ 12 h 293"/>
                <a:gd name="T64" fmla="*/ 146 w 292"/>
                <a:gd name="T65" fmla="*/ 0 h 293"/>
                <a:gd name="T66" fmla="*/ 89 w 292"/>
                <a:gd name="T67" fmla="*/ 1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92" h="293">
                  <a:moveTo>
                    <a:pt x="91" y="277"/>
                  </a:moveTo>
                  <a:cubicBezTo>
                    <a:pt x="74" y="270"/>
                    <a:pt x="59" y="260"/>
                    <a:pt x="45" y="247"/>
                  </a:cubicBezTo>
                  <a:cubicBezTo>
                    <a:pt x="32" y="234"/>
                    <a:pt x="22" y="219"/>
                    <a:pt x="15" y="202"/>
                  </a:cubicBezTo>
                  <a:cubicBezTo>
                    <a:pt x="8" y="184"/>
                    <a:pt x="4" y="166"/>
                    <a:pt x="4" y="147"/>
                  </a:cubicBezTo>
                  <a:cubicBezTo>
                    <a:pt x="4" y="128"/>
                    <a:pt x="8" y="109"/>
                    <a:pt x="15" y="91"/>
                  </a:cubicBezTo>
                  <a:cubicBezTo>
                    <a:pt x="22" y="75"/>
                    <a:pt x="32" y="59"/>
                    <a:pt x="45" y="46"/>
                  </a:cubicBezTo>
                  <a:cubicBezTo>
                    <a:pt x="59" y="33"/>
                    <a:pt x="74" y="23"/>
                    <a:pt x="91" y="16"/>
                  </a:cubicBezTo>
                  <a:cubicBezTo>
                    <a:pt x="108" y="9"/>
                    <a:pt x="127" y="5"/>
                    <a:pt x="146" y="5"/>
                  </a:cubicBezTo>
                  <a:cubicBezTo>
                    <a:pt x="165" y="5"/>
                    <a:pt x="184" y="9"/>
                    <a:pt x="201" y="16"/>
                  </a:cubicBezTo>
                  <a:cubicBezTo>
                    <a:pt x="218" y="23"/>
                    <a:pt x="233" y="33"/>
                    <a:pt x="246" y="46"/>
                  </a:cubicBezTo>
                  <a:cubicBezTo>
                    <a:pt x="259" y="59"/>
                    <a:pt x="269" y="75"/>
                    <a:pt x="277" y="91"/>
                  </a:cubicBezTo>
                  <a:cubicBezTo>
                    <a:pt x="284" y="109"/>
                    <a:pt x="288" y="128"/>
                    <a:pt x="288" y="147"/>
                  </a:cubicBezTo>
                  <a:cubicBezTo>
                    <a:pt x="288" y="166"/>
                    <a:pt x="284" y="184"/>
                    <a:pt x="277" y="202"/>
                  </a:cubicBezTo>
                  <a:cubicBezTo>
                    <a:pt x="269" y="219"/>
                    <a:pt x="259" y="234"/>
                    <a:pt x="246" y="247"/>
                  </a:cubicBezTo>
                  <a:cubicBezTo>
                    <a:pt x="233" y="260"/>
                    <a:pt x="218" y="270"/>
                    <a:pt x="201" y="277"/>
                  </a:cubicBezTo>
                  <a:cubicBezTo>
                    <a:pt x="184" y="285"/>
                    <a:pt x="165" y="289"/>
                    <a:pt x="146" y="289"/>
                  </a:cubicBezTo>
                  <a:cubicBezTo>
                    <a:pt x="127" y="289"/>
                    <a:pt x="108" y="285"/>
                    <a:pt x="91" y="277"/>
                  </a:cubicBezTo>
                  <a:moveTo>
                    <a:pt x="89" y="12"/>
                  </a:moveTo>
                  <a:cubicBezTo>
                    <a:pt x="71" y="19"/>
                    <a:pt x="56" y="30"/>
                    <a:pt x="42" y="43"/>
                  </a:cubicBezTo>
                  <a:cubicBezTo>
                    <a:pt x="29" y="57"/>
                    <a:pt x="18" y="72"/>
                    <a:pt x="11" y="90"/>
                  </a:cubicBezTo>
                  <a:cubicBezTo>
                    <a:pt x="3" y="108"/>
                    <a:pt x="0" y="127"/>
                    <a:pt x="0" y="147"/>
                  </a:cubicBezTo>
                  <a:cubicBezTo>
                    <a:pt x="0" y="166"/>
                    <a:pt x="3" y="186"/>
                    <a:pt x="11" y="204"/>
                  </a:cubicBezTo>
                  <a:cubicBezTo>
                    <a:pt x="18" y="221"/>
                    <a:pt x="29" y="237"/>
                    <a:pt x="42" y="250"/>
                  </a:cubicBezTo>
                  <a:cubicBezTo>
                    <a:pt x="56" y="264"/>
                    <a:pt x="71" y="274"/>
                    <a:pt x="89" y="281"/>
                  </a:cubicBezTo>
                  <a:cubicBezTo>
                    <a:pt x="107" y="289"/>
                    <a:pt x="126" y="293"/>
                    <a:pt x="146" y="293"/>
                  </a:cubicBezTo>
                  <a:cubicBezTo>
                    <a:pt x="166" y="293"/>
                    <a:pt x="185" y="289"/>
                    <a:pt x="203" y="281"/>
                  </a:cubicBezTo>
                  <a:cubicBezTo>
                    <a:pt x="220" y="274"/>
                    <a:pt x="236" y="264"/>
                    <a:pt x="249" y="250"/>
                  </a:cubicBezTo>
                  <a:cubicBezTo>
                    <a:pt x="263" y="237"/>
                    <a:pt x="273" y="221"/>
                    <a:pt x="281" y="204"/>
                  </a:cubicBezTo>
                  <a:cubicBezTo>
                    <a:pt x="288" y="186"/>
                    <a:pt x="292" y="166"/>
                    <a:pt x="292" y="147"/>
                  </a:cubicBezTo>
                  <a:cubicBezTo>
                    <a:pt x="292" y="127"/>
                    <a:pt x="288" y="108"/>
                    <a:pt x="281" y="90"/>
                  </a:cubicBezTo>
                  <a:cubicBezTo>
                    <a:pt x="273" y="72"/>
                    <a:pt x="263" y="57"/>
                    <a:pt x="249" y="43"/>
                  </a:cubicBezTo>
                  <a:cubicBezTo>
                    <a:pt x="236" y="30"/>
                    <a:pt x="220" y="19"/>
                    <a:pt x="203" y="12"/>
                  </a:cubicBezTo>
                  <a:cubicBezTo>
                    <a:pt x="185" y="4"/>
                    <a:pt x="166" y="0"/>
                    <a:pt x="146" y="0"/>
                  </a:cubicBezTo>
                  <a:cubicBezTo>
                    <a:pt x="126" y="0"/>
                    <a:pt x="107" y="4"/>
                    <a:pt x="89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3" name="Freeform 73"/>
            <p:cNvSpPr>
              <a:spLocks noEditPoints="1"/>
            </p:cNvSpPr>
            <p:nvPr/>
          </p:nvSpPr>
          <p:spPr bwMode="auto">
            <a:xfrm>
              <a:off x="3805" y="279"/>
              <a:ext cx="28" cy="22"/>
            </a:xfrm>
            <a:custGeom>
              <a:avLst/>
              <a:gdLst>
                <a:gd name="T0" fmla="*/ 7 w 31"/>
                <a:gd name="T1" fmla="*/ 7 h 25"/>
                <a:gd name="T2" fmla="*/ 4 w 31"/>
                <a:gd name="T3" fmla="*/ 9 h 25"/>
                <a:gd name="T4" fmla="*/ 4 w 31"/>
                <a:gd name="T5" fmla="*/ 14 h 25"/>
                <a:gd name="T6" fmla="*/ 5 w 31"/>
                <a:gd name="T7" fmla="*/ 15 h 25"/>
                <a:gd name="T8" fmla="*/ 15 w 31"/>
                <a:gd name="T9" fmla="*/ 11 h 25"/>
                <a:gd name="T10" fmla="*/ 15 w 31"/>
                <a:gd name="T11" fmla="*/ 10 h 25"/>
                <a:gd name="T12" fmla="*/ 12 w 31"/>
                <a:gd name="T13" fmla="*/ 7 h 25"/>
                <a:gd name="T14" fmla="*/ 7 w 31"/>
                <a:gd name="T15" fmla="*/ 7 h 25"/>
                <a:gd name="T16" fmla="*/ 4 w 31"/>
                <a:gd name="T17" fmla="*/ 0 h 25"/>
                <a:gd name="T18" fmla="*/ 8 w 31"/>
                <a:gd name="T19" fmla="*/ 0 h 25"/>
                <a:gd name="T20" fmla="*/ 11 w 31"/>
                <a:gd name="T21" fmla="*/ 1 h 25"/>
                <a:gd name="T22" fmla="*/ 14 w 31"/>
                <a:gd name="T23" fmla="*/ 4 h 25"/>
                <a:gd name="T24" fmla="*/ 16 w 31"/>
                <a:gd name="T25" fmla="*/ 8 h 25"/>
                <a:gd name="T26" fmla="*/ 17 w 31"/>
                <a:gd name="T27" fmla="*/ 10 h 25"/>
                <a:gd name="T28" fmla="*/ 24 w 31"/>
                <a:gd name="T29" fmla="*/ 8 h 25"/>
                <a:gd name="T30" fmla="*/ 25 w 31"/>
                <a:gd name="T31" fmla="*/ 7 h 25"/>
                <a:gd name="T32" fmla="*/ 25 w 31"/>
                <a:gd name="T33" fmla="*/ 6 h 25"/>
                <a:gd name="T34" fmla="*/ 25 w 31"/>
                <a:gd name="T35" fmla="*/ 5 h 25"/>
                <a:gd name="T36" fmla="*/ 25 w 31"/>
                <a:gd name="T37" fmla="*/ 3 h 25"/>
                <a:gd name="T38" fmla="*/ 26 w 31"/>
                <a:gd name="T39" fmla="*/ 3 h 25"/>
                <a:gd name="T40" fmla="*/ 31 w 31"/>
                <a:gd name="T41" fmla="*/ 16 h 25"/>
                <a:gd name="T42" fmla="*/ 30 w 31"/>
                <a:gd name="T43" fmla="*/ 17 h 25"/>
                <a:gd name="T44" fmla="*/ 29 w 31"/>
                <a:gd name="T45" fmla="*/ 15 h 25"/>
                <a:gd name="T46" fmla="*/ 28 w 31"/>
                <a:gd name="T47" fmla="*/ 14 h 25"/>
                <a:gd name="T48" fmla="*/ 27 w 31"/>
                <a:gd name="T49" fmla="*/ 14 h 25"/>
                <a:gd name="T50" fmla="*/ 26 w 31"/>
                <a:gd name="T51" fmla="*/ 14 h 25"/>
                <a:gd name="T52" fmla="*/ 9 w 31"/>
                <a:gd name="T53" fmla="*/ 20 h 25"/>
                <a:gd name="T54" fmla="*/ 8 w 31"/>
                <a:gd name="T55" fmla="*/ 21 h 25"/>
                <a:gd name="T56" fmla="*/ 8 w 31"/>
                <a:gd name="T57" fmla="*/ 22 h 25"/>
                <a:gd name="T58" fmla="*/ 8 w 31"/>
                <a:gd name="T59" fmla="*/ 24 h 25"/>
                <a:gd name="T60" fmla="*/ 8 w 31"/>
                <a:gd name="T61" fmla="*/ 25 h 25"/>
                <a:gd name="T62" fmla="*/ 7 w 31"/>
                <a:gd name="T63" fmla="*/ 25 h 25"/>
                <a:gd name="T64" fmla="*/ 2 w 31"/>
                <a:gd name="T65" fmla="*/ 12 h 25"/>
                <a:gd name="T66" fmla="*/ 0 w 31"/>
                <a:gd name="T67" fmla="*/ 4 h 25"/>
                <a:gd name="T68" fmla="*/ 4 w 31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" h="25">
                  <a:moveTo>
                    <a:pt x="7" y="7"/>
                  </a:moveTo>
                  <a:cubicBezTo>
                    <a:pt x="6" y="7"/>
                    <a:pt x="4" y="8"/>
                    <a:pt x="4" y="9"/>
                  </a:cubicBezTo>
                  <a:cubicBezTo>
                    <a:pt x="3" y="10"/>
                    <a:pt x="3" y="12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9"/>
                    <a:pt x="13" y="7"/>
                    <a:pt x="12" y="7"/>
                  </a:cubicBezTo>
                  <a:cubicBezTo>
                    <a:pt x="11" y="6"/>
                    <a:pt x="9" y="6"/>
                    <a:pt x="7" y="7"/>
                  </a:cubicBezTo>
                  <a:moveTo>
                    <a:pt x="4" y="0"/>
                  </a:moveTo>
                  <a:cubicBezTo>
                    <a:pt x="5" y="0"/>
                    <a:pt x="7" y="0"/>
                    <a:pt x="8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2" y="2"/>
                    <a:pt x="13" y="3"/>
                    <a:pt x="14" y="4"/>
                  </a:cubicBezTo>
                  <a:cubicBezTo>
                    <a:pt x="15" y="5"/>
                    <a:pt x="15" y="7"/>
                    <a:pt x="16" y="8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5" y="7"/>
                  </a:cubicBezTo>
                  <a:cubicBezTo>
                    <a:pt x="25" y="7"/>
                    <a:pt x="25" y="7"/>
                    <a:pt x="25" y="6"/>
                  </a:cubicBezTo>
                  <a:cubicBezTo>
                    <a:pt x="25" y="6"/>
                    <a:pt x="25" y="5"/>
                    <a:pt x="25" y="5"/>
                  </a:cubicBezTo>
                  <a:cubicBezTo>
                    <a:pt x="25" y="4"/>
                    <a:pt x="25" y="4"/>
                    <a:pt x="25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29" y="16"/>
                    <a:pt x="29" y="15"/>
                  </a:cubicBezTo>
                  <a:cubicBezTo>
                    <a:pt x="29" y="15"/>
                    <a:pt x="29" y="15"/>
                    <a:pt x="28" y="14"/>
                  </a:cubicBezTo>
                  <a:cubicBezTo>
                    <a:pt x="28" y="14"/>
                    <a:pt x="28" y="14"/>
                    <a:pt x="27" y="14"/>
                  </a:cubicBezTo>
                  <a:cubicBezTo>
                    <a:pt x="27" y="14"/>
                    <a:pt x="27" y="14"/>
                    <a:pt x="26" y="14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1"/>
                    <a:pt x="8" y="21"/>
                  </a:cubicBezTo>
                  <a:cubicBezTo>
                    <a:pt x="8" y="21"/>
                    <a:pt x="8" y="22"/>
                    <a:pt x="8" y="22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9"/>
                    <a:pt x="0" y="6"/>
                    <a:pt x="0" y="4"/>
                  </a:cubicBezTo>
                  <a:cubicBezTo>
                    <a:pt x="1" y="3"/>
                    <a:pt x="2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4" name="Freeform 74"/>
            <p:cNvSpPr/>
            <p:nvPr/>
          </p:nvSpPr>
          <p:spPr bwMode="auto">
            <a:xfrm>
              <a:off x="3796" y="239"/>
              <a:ext cx="27" cy="24"/>
            </a:xfrm>
            <a:custGeom>
              <a:avLst/>
              <a:gdLst>
                <a:gd name="T0" fmla="*/ 7 w 29"/>
                <a:gd name="T1" fmla="*/ 3 h 27"/>
                <a:gd name="T2" fmla="*/ 7 w 29"/>
                <a:gd name="T3" fmla="*/ 5 h 27"/>
                <a:gd name="T4" fmla="*/ 4 w 29"/>
                <a:gd name="T5" fmla="*/ 7 h 27"/>
                <a:gd name="T6" fmla="*/ 3 w 29"/>
                <a:gd name="T7" fmla="*/ 10 h 27"/>
                <a:gd name="T8" fmla="*/ 3 w 29"/>
                <a:gd name="T9" fmla="*/ 11 h 27"/>
                <a:gd name="T10" fmla="*/ 3 w 29"/>
                <a:gd name="T11" fmla="*/ 13 h 27"/>
                <a:gd name="T12" fmla="*/ 4 w 29"/>
                <a:gd name="T13" fmla="*/ 17 h 27"/>
                <a:gd name="T14" fmla="*/ 14 w 29"/>
                <a:gd name="T15" fmla="*/ 15 h 27"/>
                <a:gd name="T16" fmla="*/ 13 w 29"/>
                <a:gd name="T17" fmla="*/ 13 h 27"/>
                <a:gd name="T18" fmla="*/ 13 w 29"/>
                <a:gd name="T19" fmla="*/ 11 h 27"/>
                <a:gd name="T20" fmla="*/ 12 w 29"/>
                <a:gd name="T21" fmla="*/ 10 h 27"/>
                <a:gd name="T22" fmla="*/ 10 w 29"/>
                <a:gd name="T23" fmla="*/ 9 h 27"/>
                <a:gd name="T24" fmla="*/ 8 w 29"/>
                <a:gd name="T25" fmla="*/ 9 h 27"/>
                <a:gd name="T26" fmla="*/ 8 w 29"/>
                <a:gd name="T27" fmla="*/ 7 h 27"/>
                <a:gd name="T28" fmla="*/ 19 w 29"/>
                <a:gd name="T29" fmla="*/ 6 h 27"/>
                <a:gd name="T30" fmla="*/ 19 w 29"/>
                <a:gd name="T31" fmla="*/ 7 h 27"/>
                <a:gd name="T32" fmla="*/ 17 w 29"/>
                <a:gd name="T33" fmla="*/ 8 h 27"/>
                <a:gd name="T34" fmla="*/ 16 w 29"/>
                <a:gd name="T35" fmla="*/ 9 h 27"/>
                <a:gd name="T36" fmla="*/ 15 w 29"/>
                <a:gd name="T37" fmla="*/ 11 h 27"/>
                <a:gd name="T38" fmla="*/ 15 w 29"/>
                <a:gd name="T39" fmla="*/ 13 h 27"/>
                <a:gd name="T40" fmla="*/ 15 w 29"/>
                <a:gd name="T41" fmla="*/ 15 h 27"/>
                <a:gd name="T42" fmla="*/ 23 w 29"/>
                <a:gd name="T43" fmla="*/ 14 h 27"/>
                <a:gd name="T44" fmla="*/ 25 w 29"/>
                <a:gd name="T45" fmla="*/ 14 h 27"/>
                <a:gd name="T46" fmla="*/ 26 w 29"/>
                <a:gd name="T47" fmla="*/ 13 h 27"/>
                <a:gd name="T48" fmla="*/ 26 w 29"/>
                <a:gd name="T49" fmla="*/ 12 h 27"/>
                <a:gd name="T50" fmla="*/ 26 w 29"/>
                <a:gd name="T51" fmla="*/ 10 h 27"/>
                <a:gd name="T52" fmla="*/ 26 w 29"/>
                <a:gd name="T53" fmla="*/ 8 h 27"/>
                <a:gd name="T54" fmla="*/ 25 w 29"/>
                <a:gd name="T55" fmla="*/ 7 h 27"/>
                <a:gd name="T56" fmla="*/ 25 w 29"/>
                <a:gd name="T57" fmla="*/ 5 h 27"/>
                <a:gd name="T58" fmla="*/ 24 w 29"/>
                <a:gd name="T59" fmla="*/ 4 h 27"/>
                <a:gd name="T60" fmla="*/ 21 w 29"/>
                <a:gd name="T61" fmla="*/ 3 h 27"/>
                <a:gd name="T62" fmla="*/ 18 w 29"/>
                <a:gd name="T63" fmla="*/ 2 h 27"/>
                <a:gd name="T64" fmla="*/ 18 w 29"/>
                <a:gd name="T65" fmla="*/ 0 h 27"/>
                <a:gd name="T66" fmla="*/ 26 w 29"/>
                <a:gd name="T67" fmla="*/ 0 h 27"/>
                <a:gd name="T68" fmla="*/ 29 w 29"/>
                <a:gd name="T69" fmla="*/ 24 h 27"/>
                <a:gd name="T70" fmla="*/ 28 w 29"/>
                <a:gd name="T71" fmla="*/ 24 h 27"/>
                <a:gd name="T72" fmla="*/ 27 w 29"/>
                <a:gd name="T73" fmla="*/ 23 h 27"/>
                <a:gd name="T74" fmla="*/ 27 w 29"/>
                <a:gd name="T75" fmla="*/ 22 h 27"/>
                <a:gd name="T76" fmla="*/ 26 w 29"/>
                <a:gd name="T77" fmla="*/ 21 h 27"/>
                <a:gd name="T78" fmla="*/ 25 w 29"/>
                <a:gd name="T79" fmla="*/ 21 h 27"/>
                <a:gd name="T80" fmla="*/ 7 w 29"/>
                <a:gd name="T81" fmla="*/ 23 h 27"/>
                <a:gd name="T82" fmla="*/ 6 w 29"/>
                <a:gd name="T83" fmla="*/ 23 h 27"/>
                <a:gd name="T84" fmla="*/ 5 w 29"/>
                <a:gd name="T85" fmla="*/ 24 h 27"/>
                <a:gd name="T86" fmla="*/ 5 w 29"/>
                <a:gd name="T87" fmla="*/ 26 h 27"/>
                <a:gd name="T88" fmla="*/ 5 w 29"/>
                <a:gd name="T89" fmla="*/ 27 h 27"/>
                <a:gd name="T90" fmla="*/ 3 w 29"/>
                <a:gd name="T91" fmla="*/ 27 h 27"/>
                <a:gd name="T92" fmla="*/ 0 w 29"/>
                <a:gd name="T93" fmla="*/ 4 h 27"/>
                <a:gd name="T94" fmla="*/ 7 w 29"/>
                <a:gd name="T9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" h="27">
                  <a:moveTo>
                    <a:pt x="7" y="3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5" y="6"/>
                    <a:pt x="4" y="7"/>
                  </a:cubicBezTo>
                  <a:cubicBezTo>
                    <a:pt x="4" y="8"/>
                    <a:pt x="3" y="9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1"/>
                  </a:cubicBezTo>
                  <a:cubicBezTo>
                    <a:pt x="13" y="11"/>
                    <a:pt x="12" y="10"/>
                    <a:pt x="12" y="10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9" y="9"/>
                    <a:pt x="9" y="9"/>
                    <a:pt x="8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7" y="9"/>
                    <a:pt x="16" y="9"/>
                    <a:pt x="16" y="9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2"/>
                    <a:pt x="15" y="13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4"/>
                    <a:pt x="24" y="14"/>
                    <a:pt x="25" y="14"/>
                  </a:cubicBezTo>
                  <a:cubicBezTo>
                    <a:pt x="25" y="14"/>
                    <a:pt x="25" y="14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5" y="8"/>
                    <a:pt x="25" y="7"/>
                    <a:pt x="25" y="7"/>
                  </a:cubicBezTo>
                  <a:cubicBezTo>
                    <a:pt x="25" y="6"/>
                    <a:pt x="25" y="6"/>
                    <a:pt x="25" y="5"/>
                  </a:cubicBezTo>
                  <a:cubicBezTo>
                    <a:pt x="25" y="5"/>
                    <a:pt x="24" y="5"/>
                    <a:pt x="24" y="4"/>
                  </a:cubicBezTo>
                  <a:cubicBezTo>
                    <a:pt x="23" y="4"/>
                    <a:pt x="23" y="3"/>
                    <a:pt x="21" y="3"/>
                  </a:cubicBezTo>
                  <a:cubicBezTo>
                    <a:pt x="20" y="2"/>
                    <a:pt x="19" y="2"/>
                    <a:pt x="18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4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6" y="21"/>
                    <a:pt x="26" y="21"/>
                  </a:cubicBezTo>
                  <a:cubicBezTo>
                    <a:pt x="26" y="21"/>
                    <a:pt x="25" y="21"/>
                    <a:pt x="25" y="21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4"/>
                    <a:pt x="5" y="24"/>
                  </a:cubicBezTo>
                  <a:cubicBezTo>
                    <a:pt x="5" y="25"/>
                    <a:pt x="5" y="25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5" name="Freeform 75"/>
            <p:cNvSpPr/>
            <p:nvPr/>
          </p:nvSpPr>
          <p:spPr bwMode="auto">
            <a:xfrm>
              <a:off x="3796" y="196"/>
              <a:ext cx="28" cy="30"/>
            </a:xfrm>
            <a:custGeom>
              <a:avLst/>
              <a:gdLst>
                <a:gd name="T0" fmla="*/ 31 w 31"/>
                <a:gd name="T1" fmla="*/ 2 h 33"/>
                <a:gd name="T2" fmla="*/ 29 w 31"/>
                <a:gd name="T3" fmla="*/ 12 h 33"/>
                <a:gd name="T4" fmla="*/ 23 w 31"/>
                <a:gd name="T5" fmla="*/ 16 h 33"/>
                <a:gd name="T6" fmla="*/ 16 w 31"/>
                <a:gd name="T7" fmla="*/ 20 h 33"/>
                <a:gd name="T8" fmla="*/ 16 w 31"/>
                <a:gd name="T9" fmla="*/ 20 h 33"/>
                <a:gd name="T10" fmla="*/ 24 w 31"/>
                <a:gd name="T11" fmla="*/ 22 h 33"/>
                <a:gd name="T12" fmla="*/ 25 w 31"/>
                <a:gd name="T13" fmla="*/ 22 h 33"/>
                <a:gd name="T14" fmla="*/ 26 w 31"/>
                <a:gd name="T15" fmla="*/ 21 h 33"/>
                <a:gd name="T16" fmla="*/ 26 w 31"/>
                <a:gd name="T17" fmla="*/ 20 h 33"/>
                <a:gd name="T18" fmla="*/ 27 w 31"/>
                <a:gd name="T19" fmla="*/ 19 h 33"/>
                <a:gd name="T20" fmla="*/ 28 w 31"/>
                <a:gd name="T21" fmla="*/ 19 h 33"/>
                <a:gd name="T22" fmla="*/ 26 w 31"/>
                <a:gd name="T23" fmla="*/ 33 h 33"/>
                <a:gd name="T24" fmla="*/ 25 w 31"/>
                <a:gd name="T25" fmla="*/ 32 h 33"/>
                <a:gd name="T26" fmla="*/ 25 w 31"/>
                <a:gd name="T27" fmla="*/ 31 h 33"/>
                <a:gd name="T28" fmla="*/ 25 w 31"/>
                <a:gd name="T29" fmla="*/ 30 h 33"/>
                <a:gd name="T30" fmla="*/ 24 w 31"/>
                <a:gd name="T31" fmla="*/ 29 h 33"/>
                <a:gd name="T32" fmla="*/ 23 w 31"/>
                <a:gd name="T33" fmla="*/ 28 h 33"/>
                <a:gd name="T34" fmla="*/ 5 w 31"/>
                <a:gd name="T35" fmla="*/ 26 h 33"/>
                <a:gd name="T36" fmla="*/ 4 w 31"/>
                <a:gd name="T37" fmla="*/ 26 h 33"/>
                <a:gd name="T38" fmla="*/ 3 w 31"/>
                <a:gd name="T39" fmla="*/ 26 h 33"/>
                <a:gd name="T40" fmla="*/ 2 w 31"/>
                <a:gd name="T41" fmla="*/ 28 h 33"/>
                <a:gd name="T42" fmla="*/ 2 w 31"/>
                <a:gd name="T43" fmla="*/ 29 h 33"/>
                <a:gd name="T44" fmla="*/ 0 w 31"/>
                <a:gd name="T45" fmla="*/ 29 h 33"/>
                <a:gd name="T46" fmla="*/ 2 w 31"/>
                <a:gd name="T47" fmla="*/ 15 h 33"/>
                <a:gd name="T48" fmla="*/ 4 w 31"/>
                <a:gd name="T49" fmla="*/ 15 h 33"/>
                <a:gd name="T50" fmla="*/ 4 w 31"/>
                <a:gd name="T51" fmla="*/ 16 h 33"/>
                <a:gd name="T52" fmla="*/ 4 w 31"/>
                <a:gd name="T53" fmla="*/ 18 h 33"/>
                <a:gd name="T54" fmla="*/ 4 w 31"/>
                <a:gd name="T55" fmla="*/ 19 h 33"/>
                <a:gd name="T56" fmla="*/ 6 w 31"/>
                <a:gd name="T57" fmla="*/ 19 h 33"/>
                <a:gd name="T58" fmla="*/ 14 w 31"/>
                <a:gd name="T59" fmla="*/ 20 h 33"/>
                <a:gd name="T60" fmla="*/ 14 w 31"/>
                <a:gd name="T61" fmla="*/ 20 h 33"/>
                <a:gd name="T62" fmla="*/ 12 w 31"/>
                <a:gd name="T63" fmla="*/ 16 h 33"/>
                <a:gd name="T64" fmla="*/ 9 w 31"/>
                <a:gd name="T65" fmla="*/ 12 h 33"/>
                <a:gd name="T66" fmla="*/ 7 w 31"/>
                <a:gd name="T67" fmla="*/ 10 h 33"/>
                <a:gd name="T68" fmla="*/ 5 w 31"/>
                <a:gd name="T69" fmla="*/ 9 h 33"/>
                <a:gd name="T70" fmla="*/ 5 w 31"/>
                <a:gd name="T71" fmla="*/ 10 h 33"/>
                <a:gd name="T72" fmla="*/ 4 w 31"/>
                <a:gd name="T73" fmla="*/ 12 h 33"/>
                <a:gd name="T74" fmla="*/ 3 w 31"/>
                <a:gd name="T75" fmla="*/ 11 h 33"/>
                <a:gd name="T76" fmla="*/ 4 w 31"/>
                <a:gd name="T77" fmla="*/ 0 h 33"/>
                <a:gd name="T78" fmla="*/ 6 w 31"/>
                <a:gd name="T79" fmla="*/ 0 h 33"/>
                <a:gd name="T80" fmla="*/ 6 w 31"/>
                <a:gd name="T81" fmla="*/ 4 h 33"/>
                <a:gd name="T82" fmla="*/ 7 w 31"/>
                <a:gd name="T83" fmla="*/ 7 h 33"/>
                <a:gd name="T84" fmla="*/ 10 w 31"/>
                <a:gd name="T85" fmla="*/ 10 h 33"/>
                <a:gd name="T86" fmla="*/ 13 w 31"/>
                <a:gd name="T87" fmla="*/ 14 h 33"/>
                <a:gd name="T88" fmla="*/ 19 w 31"/>
                <a:gd name="T89" fmla="*/ 11 h 33"/>
                <a:gd name="T90" fmla="*/ 25 w 31"/>
                <a:gd name="T91" fmla="*/ 7 h 33"/>
                <a:gd name="T92" fmla="*/ 27 w 31"/>
                <a:gd name="T93" fmla="*/ 6 h 33"/>
                <a:gd name="T94" fmla="*/ 28 w 31"/>
                <a:gd name="T95" fmla="*/ 4 h 33"/>
                <a:gd name="T96" fmla="*/ 29 w 31"/>
                <a:gd name="T97" fmla="*/ 3 h 33"/>
                <a:gd name="T98" fmla="*/ 29 w 31"/>
                <a:gd name="T99" fmla="*/ 2 h 33"/>
                <a:gd name="T100" fmla="*/ 31 w 31"/>
                <a:gd name="T10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" h="33">
                  <a:moveTo>
                    <a:pt x="31" y="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26" y="14"/>
                    <a:pt x="24" y="15"/>
                    <a:pt x="23" y="16"/>
                  </a:cubicBezTo>
                  <a:cubicBezTo>
                    <a:pt x="21" y="17"/>
                    <a:pt x="19" y="18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5" y="22"/>
                    <a:pt x="25" y="22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6" y="21"/>
                    <a:pt x="26" y="20"/>
                    <a:pt x="26" y="20"/>
                  </a:cubicBezTo>
                  <a:cubicBezTo>
                    <a:pt x="26" y="19"/>
                    <a:pt x="27" y="19"/>
                    <a:pt x="27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5" y="29"/>
                    <a:pt x="24" y="29"/>
                  </a:cubicBezTo>
                  <a:cubicBezTo>
                    <a:pt x="24" y="28"/>
                    <a:pt x="24" y="28"/>
                    <a:pt x="23" y="28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2" y="29"/>
                    <a:pt x="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6"/>
                    <a:pt x="4" y="16"/>
                  </a:cubicBezTo>
                  <a:cubicBezTo>
                    <a:pt x="4" y="17"/>
                    <a:pt x="4" y="17"/>
                    <a:pt x="4" y="18"/>
                  </a:cubicBezTo>
                  <a:cubicBezTo>
                    <a:pt x="4" y="18"/>
                    <a:pt x="4" y="18"/>
                    <a:pt x="4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3" y="17"/>
                    <a:pt x="12" y="16"/>
                  </a:cubicBezTo>
                  <a:cubicBezTo>
                    <a:pt x="11" y="14"/>
                    <a:pt x="10" y="13"/>
                    <a:pt x="9" y="12"/>
                  </a:cubicBezTo>
                  <a:cubicBezTo>
                    <a:pt x="8" y="11"/>
                    <a:pt x="7" y="10"/>
                    <a:pt x="7" y="10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0"/>
                    <a:pt x="4" y="11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7" y="6"/>
                    <a:pt x="7" y="7"/>
                  </a:cubicBezTo>
                  <a:cubicBezTo>
                    <a:pt x="8" y="8"/>
                    <a:pt x="9" y="10"/>
                    <a:pt x="10" y="10"/>
                  </a:cubicBezTo>
                  <a:cubicBezTo>
                    <a:pt x="11" y="11"/>
                    <a:pt x="12" y="13"/>
                    <a:pt x="13" y="14"/>
                  </a:cubicBezTo>
                  <a:cubicBezTo>
                    <a:pt x="14" y="13"/>
                    <a:pt x="16" y="12"/>
                    <a:pt x="19" y="11"/>
                  </a:cubicBezTo>
                  <a:cubicBezTo>
                    <a:pt x="21" y="9"/>
                    <a:pt x="23" y="8"/>
                    <a:pt x="25" y="7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9" y="4"/>
                    <a:pt x="29" y="3"/>
                    <a:pt x="29" y="3"/>
                  </a:cubicBezTo>
                  <a:cubicBezTo>
                    <a:pt x="29" y="3"/>
                    <a:pt x="29" y="2"/>
                    <a:pt x="29" y="2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6" name="Freeform 76"/>
            <p:cNvSpPr/>
            <p:nvPr/>
          </p:nvSpPr>
          <p:spPr bwMode="auto">
            <a:xfrm>
              <a:off x="3806" y="166"/>
              <a:ext cx="27" cy="21"/>
            </a:xfrm>
            <a:custGeom>
              <a:avLst/>
              <a:gdLst>
                <a:gd name="T0" fmla="*/ 29 w 29"/>
                <a:gd name="T1" fmla="*/ 9 h 23"/>
                <a:gd name="T2" fmla="*/ 24 w 29"/>
                <a:gd name="T3" fmla="*/ 23 h 23"/>
                <a:gd name="T4" fmla="*/ 23 w 29"/>
                <a:gd name="T5" fmla="*/ 22 h 23"/>
                <a:gd name="T6" fmla="*/ 23 w 29"/>
                <a:gd name="T7" fmla="*/ 21 h 23"/>
                <a:gd name="T8" fmla="*/ 23 w 29"/>
                <a:gd name="T9" fmla="*/ 20 h 23"/>
                <a:gd name="T10" fmla="*/ 23 w 29"/>
                <a:gd name="T11" fmla="*/ 18 h 23"/>
                <a:gd name="T12" fmla="*/ 22 w 29"/>
                <a:gd name="T13" fmla="*/ 18 h 23"/>
                <a:gd name="T14" fmla="*/ 5 w 29"/>
                <a:gd name="T15" fmla="*/ 11 h 23"/>
                <a:gd name="T16" fmla="*/ 4 w 29"/>
                <a:gd name="T17" fmla="*/ 11 h 23"/>
                <a:gd name="T18" fmla="*/ 3 w 29"/>
                <a:gd name="T19" fmla="*/ 11 h 23"/>
                <a:gd name="T20" fmla="*/ 2 w 29"/>
                <a:gd name="T21" fmla="*/ 12 h 23"/>
                <a:gd name="T22" fmla="*/ 1 w 29"/>
                <a:gd name="T23" fmla="*/ 14 h 23"/>
                <a:gd name="T24" fmla="*/ 0 w 29"/>
                <a:gd name="T25" fmla="*/ 13 h 23"/>
                <a:gd name="T26" fmla="*/ 5 w 29"/>
                <a:gd name="T27" fmla="*/ 0 h 23"/>
                <a:gd name="T28" fmla="*/ 6 w 29"/>
                <a:gd name="T29" fmla="*/ 0 h 23"/>
                <a:gd name="T30" fmla="*/ 6 w 29"/>
                <a:gd name="T31" fmla="*/ 1 h 23"/>
                <a:gd name="T32" fmla="*/ 6 w 29"/>
                <a:gd name="T33" fmla="*/ 3 h 23"/>
                <a:gd name="T34" fmla="*/ 6 w 29"/>
                <a:gd name="T35" fmla="*/ 4 h 23"/>
                <a:gd name="T36" fmla="*/ 7 w 29"/>
                <a:gd name="T37" fmla="*/ 5 h 23"/>
                <a:gd name="T38" fmla="*/ 24 w 29"/>
                <a:gd name="T39" fmla="*/ 12 h 23"/>
                <a:gd name="T40" fmla="*/ 25 w 29"/>
                <a:gd name="T41" fmla="*/ 12 h 23"/>
                <a:gd name="T42" fmla="*/ 27 w 29"/>
                <a:gd name="T43" fmla="*/ 11 h 23"/>
                <a:gd name="T44" fmla="*/ 27 w 29"/>
                <a:gd name="T45" fmla="*/ 10 h 23"/>
                <a:gd name="T46" fmla="*/ 28 w 29"/>
                <a:gd name="T47" fmla="*/ 9 h 23"/>
                <a:gd name="T48" fmla="*/ 29 w 29"/>
                <a:gd name="T4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23">
                  <a:moveTo>
                    <a:pt x="29" y="9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19"/>
                    <a:pt x="23" y="19"/>
                    <a:pt x="23" y="18"/>
                  </a:cubicBezTo>
                  <a:cubicBezTo>
                    <a:pt x="23" y="18"/>
                    <a:pt x="23" y="18"/>
                    <a:pt x="22" y="18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2"/>
                    <a:pt x="2" y="12"/>
                  </a:cubicBezTo>
                  <a:cubicBezTo>
                    <a:pt x="2" y="13"/>
                    <a:pt x="1" y="13"/>
                    <a:pt x="1" y="1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7" y="5"/>
                    <a:pt x="7" y="5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12"/>
                    <a:pt x="26" y="12"/>
                    <a:pt x="27" y="11"/>
                  </a:cubicBezTo>
                  <a:cubicBezTo>
                    <a:pt x="27" y="11"/>
                    <a:pt x="27" y="11"/>
                    <a:pt x="27" y="10"/>
                  </a:cubicBezTo>
                  <a:cubicBezTo>
                    <a:pt x="28" y="10"/>
                    <a:pt x="28" y="9"/>
                    <a:pt x="28" y="9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7" name="Freeform 77"/>
            <p:cNvSpPr/>
            <p:nvPr/>
          </p:nvSpPr>
          <p:spPr bwMode="auto">
            <a:xfrm>
              <a:off x="3820" y="126"/>
              <a:ext cx="32" cy="37"/>
            </a:xfrm>
            <a:custGeom>
              <a:avLst/>
              <a:gdLst>
                <a:gd name="T0" fmla="*/ 19 w 36"/>
                <a:gd name="T1" fmla="*/ 0 h 40"/>
                <a:gd name="T2" fmla="*/ 18 w 36"/>
                <a:gd name="T3" fmla="*/ 2 h 40"/>
                <a:gd name="T4" fmla="*/ 17 w 36"/>
                <a:gd name="T5" fmla="*/ 3 h 40"/>
                <a:gd name="T6" fmla="*/ 18 w 36"/>
                <a:gd name="T7" fmla="*/ 5 h 40"/>
                <a:gd name="T8" fmla="*/ 21 w 36"/>
                <a:gd name="T9" fmla="*/ 8 h 40"/>
                <a:gd name="T10" fmla="*/ 36 w 36"/>
                <a:gd name="T11" fmla="*/ 18 h 40"/>
                <a:gd name="T12" fmla="*/ 34 w 36"/>
                <a:gd name="T13" fmla="*/ 21 h 40"/>
                <a:gd name="T14" fmla="*/ 8 w 36"/>
                <a:gd name="T15" fmla="*/ 23 h 40"/>
                <a:gd name="T16" fmla="*/ 18 w 36"/>
                <a:gd name="T17" fmla="*/ 30 h 40"/>
                <a:gd name="T18" fmla="*/ 21 w 36"/>
                <a:gd name="T19" fmla="*/ 31 h 40"/>
                <a:gd name="T20" fmla="*/ 23 w 36"/>
                <a:gd name="T21" fmla="*/ 32 h 40"/>
                <a:gd name="T22" fmla="*/ 25 w 36"/>
                <a:gd name="T23" fmla="*/ 31 h 40"/>
                <a:gd name="T24" fmla="*/ 26 w 36"/>
                <a:gd name="T25" fmla="*/ 30 h 40"/>
                <a:gd name="T26" fmla="*/ 27 w 36"/>
                <a:gd name="T27" fmla="*/ 30 h 40"/>
                <a:gd name="T28" fmla="*/ 21 w 36"/>
                <a:gd name="T29" fmla="*/ 40 h 40"/>
                <a:gd name="T30" fmla="*/ 20 w 36"/>
                <a:gd name="T31" fmla="*/ 39 h 40"/>
                <a:gd name="T32" fmla="*/ 20 w 36"/>
                <a:gd name="T33" fmla="*/ 37 h 40"/>
                <a:gd name="T34" fmla="*/ 21 w 36"/>
                <a:gd name="T35" fmla="*/ 36 h 40"/>
                <a:gd name="T36" fmla="*/ 20 w 36"/>
                <a:gd name="T37" fmla="*/ 34 h 40"/>
                <a:gd name="T38" fmla="*/ 17 w 36"/>
                <a:gd name="T39" fmla="*/ 32 h 40"/>
                <a:gd name="T40" fmla="*/ 7 w 36"/>
                <a:gd name="T41" fmla="*/ 24 h 40"/>
                <a:gd name="T42" fmla="*/ 6 w 36"/>
                <a:gd name="T43" fmla="*/ 24 h 40"/>
                <a:gd name="T44" fmla="*/ 4 w 36"/>
                <a:gd name="T45" fmla="*/ 23 h 40"/>
                <a:gd name="T46" fmla="*/ 2 w 36"/>
                <a:gd name="T47" fmla="*/ 24 h 40"/>
                <a:gd name="T48" fmla="*/ 1 w 36"/>
                <a:gd name="T49" fmla="*/ 25 h 40"/>
                <a:gd name="T50" fmla="*/ 0 w 36"/>
                <a:gd name="T51" fmla="*/ 24 h 40"/>
                <a:gd name="T52" fmla="*/ 5 w 36"/>
                <a:gd name="T53" fmla="*/ 16 h 40"/>
                <a:gd name="T54" fmla="*/ 28 w 36"/>
                <a:gd name="T55" fmla="*/ 15 h 40"/>
                <a:gd name="T56" fmla="*/ 20 w 36"/>
                <a:gd name="T57" fmla="*/ 9 h 40"/>
                <a:gd name="T58" fmla="*/ 17 w 36"/>
                <a:gd name="T59" fmla="*/ 8 h 40"/>
                <a:gd name="T60" fmla="*/ 15 w 36"/>
                <a:gd name="T61" fmla="*/ 7 h 40"/>
                <a:gd name="T62" fmla="*/ 13 w 36"/>
                <a:gd name="T63" fmla="*/ 8 h 40"/>
                <a:gd name="T64" fmla="*/ 12 w 36"/>
                <a:gd name="T65" fmla="*/ 9 h 40"/>
                <a:gd name="T66" fmla="*/ 11 w 36"/>
                <a:gd name="T67" fmla="*/ 9 h 40"/>
                <a:gd name="T68" fmla="*/ 17 w 36"/>
                <a:gd name="T69" fmla="*/ 0 h 40"/>
                <a:gd name="T70" fmla="*/ 19 w 36"/>
                <a:gd name="T7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" h="40">
                  <a:moveTo>
                    <a:pt x="19" y="0"/>
                  </a:moveTo>
                  <a:cubicBezTo>
                    <a:pt x="18" y="1"/>
                    <a:pt x="18" y="1"/>
                    <a:pt x="18" y="2"/>
                  </a:cubicBezTo>
                  <a:cubicBezTo>
                    <a:pt x="18" y="2"/>
                    <a:pt x="17" y="3"/>
                    <a:pt x="17" y="3"/>
                  </a:cubicBezTo>
                  <a:cubicBezTo>
                    <a:pt x="17" y="4"/>
                    <a:pt x="18" y="5"/>
                    <a:pt x="18" y="5"/>
                  </a:cubicBezTo>
                  <a:cubicBezTo>
                    <a:pt x="19" y="6"/>
                    <a:pt x="20" y="7"/>
                    <a:pt x="21" y="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0" y="31"/>
                    <a:pt x="21" y="31"/>
                    <a:pt x="21" y="31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2"/>
                    <a:pt x="24" y="31"/>
                    <a:pt x="25" y="31"/>
                  </a:cubicBezTo>
                  <a:cubicBezTo>
                    <a:pt x="25" y="30"/>
                    <a:pt x="26" y="30"/>
                    <a:pt x="26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7"/>
                  </a:cubicBezTo>
                  <a:cubicBezTo>
                    <a:pt x="21" y="37"/>
                    <a:pt x="21" y="36"/>
                    <a:pt x="21" y="36"/>
                  </a:cubicBezTo>
                  <a:cubicBezTo>
                    <a:pt x="21" y="35"/>
                    <a:pt x="20" y="34"/>
                    <a:pt x="20" y="34"/>
                  </a:cubicBezTo>
                  <a:cubicBezTo>
                    <a:pt x="20" y="33"/>
                    <a:pt x="19" y="33"/>
                    <a:pt x="17" y="32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6" y="24"/>
                    <a:pt x="6" y="24"/>
                  </a:cubicBezTo>
                  <a:cubicBezTo>
                    <a:pt x="5" y="23"/>
                    <a:pt x="4" y="23"/>
                    <a:pt x="4" y="23"/>
                  </a:cubicBezTo>
                  <a:cubicBezTo>
                    <a:pt x="3" y="24"/>
                    <a:pt x="3" y="24"/>
                    <a:pt x="2" y="24"/>
                  </a:cubicBezTo>
                  <a:cubicBezTo>
                    <a:pt x="2" y="24"/>
                    <a:pt x="1" y="25"/>
                    <a:pt x="1" y="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7"/>
                    <a:pt x="15" y="7"/>
                    <a:pt x="15" y="7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9"/>
                    <a:pt x="12" y="9"/>
                    <a:pt x="12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8" name="Freeform 78"/>
            <p:cNvSpPr/>
            <p:nvPr/>
          </p:nvSpPr>
          <p:spPr bwMode="auto">
            <a:xfrm>
              <a:off x="3852" y="99"/>
              <a:ext cx="27" cy="28"/>
            </a:xfrm>
            <a:custGeom>
              <a:avLst/>
              <a:gdLst>
                <a:gd name="T0" fmla="*/ 28 w 30"/>
                <a:gd name="T1" fmla="*/ 9 h 31"/>
                <a:gd name="T2" fmla="*/ 27 w 30"/>
                <a:gd name="T3" fmla="*/ 10 h 31"/>
                <a:gd name="T4" fmla="*/ 26 w 30"/>
                <a:gd name="T5" fmla="*/ 11 h 31"/>
                <a:gd name="T6" fmla="*/ 26 w 30"/>
                <a:gd name="T7" fmla="*/ 12 h 31"/>
                <a:gd name="T8" fmla="*/ 27 w 30"/>
                <a:gd name="T9" fmla="*/ 13 h 31"/>
                <a:gd name="T10" fmla="*/ 29 w 30"/>
                <a:gd name="T11" fmla="*/ 15 h 31"/>
                <a:gd name="T12" fmla="*/ 29 w 30"/>
                <a:gd name="T13" fmla="*/ 16 h 31"/>
                <a:gd name="T14" fmla="*/ 30 w 30"/>
                <a:gd name="T15" fmla="*/ 17 h 31"/>
                <a:gd name="T16" fmla="*/ 27 w 30"/>
                <a:gd name="T17" fmla="*/ 22 h 31"/>
                <a:gd name="T18" fmla="*/ 23 w 30"/>
                <a:gd name="T19" fmla="*/ 27 h 31"/>
                <a:gd name="T20" fmla="*/ 18 w 30"/>
                <a:gd name="T21" fmla="*/ 30 h 31"/>
                <a:gd name="T22" fmla="*/ 13 w 30"/>
                <a:gd name="T23" fmla="*/ 31 h 31"/>
                <a:gd name="T24" fmla="*/ 8 w 30"/>
                <a:gd name="T25" fmla="*/ 29 h 31"/>
                <a:gd name="T26" fmla="*/ 4 w 30"/>
                <a:gd name="T27" fmla="*/ 25 h 31"/>
                <a:gd name="T28" fmla="*/ 1 w 30"/>
                <a:gd name="T29" fmla="*/ 20 h 31"/>
                <a:gd name="T30" fmla="*/ 1 w 30"/>
                <a:gd name="T31" fmla="*/ 15 h 31"/>
                <a:gd name="T32" fmla="*/ 2 w 30"/>
                <a:gd name="T33" fmla="*/ 10 h 31"/>
                <a:gd name="T34" fmla="*/ 6 w 30"/>
                <a:gd name="T35" fmla="*/ 5 h 31"/>
                <a:gd name="T36" fmla="*/ 10 w 30"/>
                <a:gd name="T37" fmla="*/ 3 h 31"/>
                <a:gd name="T38" fmla="*/ 13 w 30"/>
                <a:gd name="T39" fmla="*/ 2 h 31"/>
                <a:gd name="T40" fmla="*/ 13 w 30"/>
                <a:gd name="T41" fmla="*/ 1 h 31"/>
                <a:gd name="T42" fmla="*/ 15 w 30"/>
                <a:gd name="T43" fmla="*/ 0 h 31"/>
                <a:gd name="T44" fmla="*/ 21 w 30"/>
                <a:gd name="T45" fmla="*/ 7 h 31"/>
                <a:gd name="T46" fmla="*/ 19 w 30"/>
                <a:gd name="T47" fmla="*/ 8 h 31"/>
                <a:gd name="T48" fmla="*/ 13 w 30"/>
                <a:gd name="T49" fmla="*/ 5 h 31"/>
                <a:gd name="T50" fmla="*/ 8 w 30"/>
                <a:gd name="T51" fmla="*/ 7 h 31"/>
                <a:gd name="T52" fmla="*/ 5 w 30"/>
                <a:gd name="T53" fmla="*/ 12 h 31"/>
                <a:gd name="T54" fmla="*/ 9 w 30"/>
                <a:gd name="T55" fmla="*/ 20 h 31"/>
                <a:gd name="T56" fmla="*/ 16 w 30"/>
                <a:gd name="T57" fmla="*/ 26 h 31"/>
                <a:gd name="T58" fmla="*/ 22 w 30"/>
                <a:gd name="T59" fmla="*/ 25 h 31"/>
                <a:gd name="T60" fmla="*/ 24 w 30"/>
                <a:gd name="T61" fmla="*/ 23 h 31"/>
                <a:gd name="T62" fmla="*/ 25 w 30"/>
                <a:gd name="T63" fmla="*/ 21 h 31"/>
                <a:gd name="T64" fmla="*/ 22 w 30"/>
                <a:gd name="T65" fmla="*/ 17 h 31"/>
                <a:gd name="T66" fmla="*/ 21 w 30"/>
                <a:gd name="T67" fmla="*/ 16 h 31"/>
                <a:gd name="T68" fmla="*/ 20 w 30"/>
                <a:gd name="T69" fmla="*/ 16 h 31"/>
                <a:gd name="T70" fmla="*/ 18 w 30"/>
                <a:gd name="T71" fmla="*/ 17 h 31"/>
                <a:gd name="T72" fmla="*/ 17 w 30"/>
                <a:gd name="T73" fmla="*/ 17 h 31"/>
                <a:gd name="T74" fmla="*/ 16 w 30"/>
                <a:gd name="T75" fmla="*/ 16 h 31"/>
                <a:gd name="T76" fmla="*/ 27 w 30"/>
                <a:gd name="T77" fmla="*/ 8 h 31"/>
                <a:gd name="T78" fmla="*/ 28 w 30"/>
                <a:gd name="T79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0" h="31">
                  <a:moveTo>
                    <a:pt x="28" y="9"/>
                  </a:moveTo>
                  <a:cubicBezTo>
                    <a:pt x="27" y="9"/>
                    <a:pt x="27" y="9"/>
                    <a:pt x="27" y="10"/>
                  </a:cubicBezTo>
                  <a:cubicBezTo>
                    <a:pt x="27" y="10"/>
                    <a:pt x="27" y="10"/>
                    <a:pt x="26" y="11"/>
                  </a:cubicBezTo>
                  <a:cubicBezTo>
                    <a:pt x="26" y="11"/>
                    <a:pt x="26" y="11"/>
                    <a:pt x="26" y="12"/>
                  </a:cubicBezTo>
                  <a:cubicBezTo>
                    <a:pt x="26" y="12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9"/>
                    <a:pt x="29" y="20"/>
                    <a:pt x="27" y="22"/>
                  </a:cubicBezTo>
                  <a:cubicBezTo>
                    <a:pt x="26" y="24"/>
                    <a:pt x="24" y="26"/>
                    <a:pt x="23" y="27"/>
                  </a:cubicBezTo>
                  <a:cubicBezTo>
                    <a:pt x="21" y="29"/>
                    <a:pt x="20" y="29"/>
                    <a:pt x="18" y="30"/>
                  </a:cubicBezTo>
                  <a:cubicBezTo>
                    <a:pt x="17" y="31"/>
                    <a:pt x="15" y="31"/>
                    <a:pt x="13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7" y="28"/>
                    <a:pt x="5" y="27"/>
                    <a:pt x="4" y="25"/>
                  </a:cubicBezTo>
                  <a:cubicBezTo>
                    <a:pt x="3" y="24"/>
                    <a:pt x="2" y="22"/>
                    <a:pt x="1" y="20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" y="13"/>
                    <a:pt x="1" y="12"/>
                    <a:pt x="2" y="10"/>
                  </a:cubicBezTo>
                  <a:cubicBezTo>
                    <a:pt x="3" y="8"/>
                    <a:pt x="5" y="7"/>
                    <a:pt x="6" y="5"/>
                  </a:cubicBezTo>
                  <a:cubicBezTo>
                    <a:pt x="7" y="5"/>
                    <a:pt x="9" y="4"/>
                    <a:pt x="10" y="3"/>
                  </a:cubicBezTo>
                  <a:cubicBezTo>
                    <a:pt x="11" y="3"/>
                    <a:pt x="12" y="2"/>
                    <a:pt x="13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7" y="6"/>
                    <a:pt x="15" y="5"/>
                    <a:pt x="13" y="5"/>
                  </a:cubicBezTo>
                  <a:cubicBezTo>
                    <a:pt x="11" y="5"/>
                    <a:pt x="9" y="5"/>
                    <a:pt x="8" y="7"/>
                  </a:cubicBezTo>
                  <a:cubicBezTo>
                    <a:pt x="6" y="8"/>
                    <a:pt x="5" y="10"/>
                    <a:pt x="5" y="12"/>
                  </a:cubicBezTo>
                  <a:cubicBezTo>
                    <a:pt x="6" y="15"/>
                    <a:pt x="7" y="17"/>
                    <a:pt x="9" y="20"/>
                  </a:cubicBezTo>
                  <a:cubicBezTo>
                    <a:pt x="12" y="23"/>
                    <a:pt x="14" y="25"/>
                    <a:pt x="16" y="26"/>
                  </a:cubicBezTo>
                  <a:cubicBezTo>
                    <a:pt x="19" y="27"/>
                    <a:pt x="21" y="27"/>
                    <a:pt x="22" y="25"/>
                  </a:cubicBezTo>
                  <a:cubicBezTo>
                    <a:pt x="23" y="25"/>
                    <a:pt x="24" y="24"/>
                    <a:pt x="24" y="23"/>
                  </a:cubicBezTo>
                  <a:cubicBezTo>
                    <a:pt x="25" y="22"/>
                    <a:pt x="25" y="22"/>
                    <a:pt x="25" y="21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1" y="16"/>
                    <a:pt x="21" y="16"/>
                  </a:cubicBezTo>
                  <a:cubicBezTo>
                    <a:pt x="21" y="16"/>
                    <a:pt x="20" y="16"/>
                    <a:pt x="20" y="16"/>
                  </a:cubicBezTo>
                  <a:cubicBezTo>
                    <a:pt x="19" y="16"/>
                    <a:pt x="19" y="16"/>
                    <a:pt x="18" y="17"/>
                  </a:cubicBezTo>
                  <a:cubicBezTo>
                    <a:pt x="18" y="17"/>
                    <a:pt x="17" y="17"/>
                    <a:pt x="17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7" y="8"/>
                    <a:pt x="27" y="8"/>
                    <a:pt x="27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9" name="Freeform 79"/>
            <p:cNvSpPr/>
            <p:nvPr/>
          </p:nvSpPr>
          <p:spPr bwMode="auto">
            <a:xfrm>
              <a:off x="3906" y="70"/>
              <a:ext cx="27" cy="28"/>
            </a:xfrm>
            <a:custGeom>
              <a:avLst/>
              <a:gdLst>
                <a:gd name="T0" fmla="*/ 29 w 30"/>
                <a:gd name="T1" fmla="*/ 2 h 31"/>
                <a:gd name="T2" fmla="*/ 28 w 30"/>
                <a:gd name="T3" fmla="*/ 3 h 31"/>
                <a:gd name="T4" fmla="*/ 27 w 30"/>
                <a:gd name="T5" fmla="*/ 4 h 31"/>
                <a:gd name="T6" fmla="*/ 26 w 30"/>
                <a:gd name="T7" fmla="*/ 5 h 31"/>
                <a:gd name="T8" fmla="*/ 27 w 30"/>
                <a:gd name="T9" fmla="*/ 9 h 31"/>
                <a:gd name="T10" fmla="*/ 29 w 30"/>
                <a:gd name="T11" fmla="*/ 18 h 31"/>
                <a:gd name="T12" fmla="*/ 28 w 30"/>
                <a:gd name="T13" fmla="*/ 26 h 31"/>
                <a:gd name="T14" fmla="*/ 21 w 30"/>
                <a:gd name="T15" fmla="*/ 30 h 31"/>
                <a:gd name="T16" fmla="*/ 12 w 30"/>
                <a:gd name="T17" fmla="*/ 30 h 31"/>
                <a:gd name="T18" fmla="*/ 8 w 30"/>
                <a:gd name="T19" fmla="*/ 24 h 31"/>
                <a:gd name="T20" fmla="*/ 4 w 30"/>
                <a:gd name="T21" fmla="*/ 11 h 31"/>
                <a:gd name="T22" fmla="*/ 4 w 30"/>
                <a:gd name="T23" fmla="*/ 10 h 31"/>
                <a:gd name="T24" fmla="*/ 3 w 30"/>
                <a:gd name="T25" fmla="*/ 10 h 31"/>
                <a:gd name="T26" fmla="*/ 1 w 30"/>
                <a:gd name="T27" fmla="*/ 10 h 31"/>
                <a:gd name="T28" fmla="*/ 0 w 30"/>
                <a:gd name="T29" fmla="*/ 10 h 31"/>
                <a:gd name="T30" fmla="*/ 0 w 30"/>
                <a:gd name="T31" fmla="*/ 8 h 31"/>
                <a:gd name="T32" fmla="*/ 13 w 30"/>
                <a:gd name="T33" fmla="*/ 5 h 31"/>
                <a:gd name="T34" fmla="*/ 13 w 30"/>
                <a:gd name="T35" fmla="*/ 6 h 31"/>
                <a:gd name="T36" fmla="*/ 12 w 30"/>
                <a:gd name="T37" fmla="*/ 7 h 31"/>
                <a:gd name="T38" fmla="*/ 11 w 30"/>
                <a:gd name="T39" fmla="*/ 7 h 31"/>
                <a:gd name="T40" fmla="*/ 10 w 30"/>
                <a:gd name="T41" fmla="*/ 8 h 31"/>
                <a:gd name="T42" fmla="*/ 10 w 30"/>
                <a:gd name="T43" fmla="*/ 9 h 31"/>
                <a:gd name="T44" fmla="*/ 14 w 30"/>
                <a:gd name="T45" fmla="*/ 22 h 31"/>
                <a:gd name="T46" fmla="*/ 17 w 30"/>
                <a:gd name="T47" fmla="*/ 27 h 31"/>
                <a:gd name="T48" fmla="*/ 22 w 30"/>
                <a:gd name="T49" fmla="*/ 27 h 31"/>
                <a:gd name="T50" fmla="*/ 27 w 30"/>
                <a:gd name="T51" fmla="*/ 24 h 31"/>
                <a:gd name="T52" fmla="*/ 27 w 30"/>
                <a:gd name="T53" fmla="*/ 18 h 31"/>
                <a:gd name="T54" fmla="*/ 25 w 30"/>
                <a:gd name="T55" fmla="*/ 10 h 31"/>
                <a:gd name="T56" fmla="*/ 23 w 30"/>
                <a:gd name="T57" fmla="*/ 6 h 31"/>
                <a:gd name="T58" fmla="*/ 22 w 30"/>
                <a:gd name="T59" fmla="*/ 5 h 31"/>
                <a:gd name="T60" fmla="*/ 20 w 30"/>
                <a:gd name="T61" fmla="*/ 5 h 31"/>
                <a:gd name="T62" fmla="*/ 19 w 30"/>
                <a:gd name="T63" fmla="*/ 5 h 31"/>
                <a:gd name="T64" fmla="*/ 18 w 30"/>
                <a:gd name="T65" fmla="*/ 3 h 31"/>
                <a:gd name="T66" fmla="*/ 29 w 30"/>
                <a:gd name="T67" fmla="*/ 0 h 31"/>
                <a:gd name="T68" fmla="*/ 29 w 30"/>
                <a:gd name="T69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31">
                  <a:moveTo>
                    <a:pt x="29" y="2"/>
                  </a:moveTo>
                  <a:cubicBezTo>
                    <a:pt x="29" y="2"/>
                    <a:pt x="29" y="2"/>
                    <a:pt x="28" y="3"/>
                  </a:cubicBezTo>
                  <a:cubicBezTo>
                    <a:pt x="27" y="3"/>
                    <a:pt x="27" y="3"/>
                    <a:pt x="27" y="4"/>
                  </a:cubicBezTo>
                  <a:cubicBezTo>
                    <a:pt x="26" y="4"/>
                    <a:pt x="26" y="5"/>
                    <a:pt x="26" y="5"/>
                  </a:cubicBezTo>
                  <a:cubicBezTo>
                    <a:pt x="26" y="6"/>
                    <a:pt x="26" y="7"/>
                    <a:pt x="27" y="9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0" y="21"/>
                    <a:pt x="30" y="24"/>
                    <a:pt x="28" y="26"/>
                  </a:cubicBezTo>
                  <a:cubicBezTo>
                    <a:pt x="27" y="28"/>
                    <a:pt x="24" y="29"/>
                    <a:pt x="21" y="30"/>
                  </a:cubicBezTo>
                  <a:cubicBezTo>
                    <a:pt x="18" y="31"/>
                    <a:pt x="15" y="31"/>
                    <a:pt x="12" y="30"/>
                  </a:cubicBezTo>
                  <a:cubicBezTo>
                    <a:pt x="10" y="29"/>
                    <a:pt x="8" y="27"/>
                    <a:pt x="8" y="2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0"/>
                    <a:pt x="4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1" y="10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7"/>
                  </a:cubicBezTo>
                  <a:cubicBezTo>
                    <a:pt x="12" y="7"/>
                    <a:pt x="12" y="7"/>
                    <a:pt x="11" y="7"/>
                  </a:cubicBezTo>
                  <a:cubicBezTo>
                    <a:pt x="11" y="7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8" y="28"/>
                    <a:pt x="20" y="28"/>
                    <a:pt x="22" y="27"/>
                  </a:cubicBezTo>
                  <a:cubicBezTo>
                    <a:pt x="24" y="27"/>
                    <a:pt x="26" y="26"/>
                    <a:pt x="27" y="24"/>
                  </a:cubicBezTo>
                  <a:cubicBezTo>
                    <a:pt x="27" y="23"/>
                    <a:pt x="28" y="21"/>
                    <a:pt x="27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8"/>
                    <a:pt x="24" y="7"/>
                    <a:pt x="23" y="6"/>
                  </a:cubicBezTo>
                  <a:cubicBezTo>
                    <a:pt x="23" y="6"/>
                    <a:pt x="23" y="5"/>
                    <a:pt x="22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0" name="Freeform 80"/>
            <p:cNvSpPr/>
            <p:nvPr/>
          </p:nvSpPr>
          <p:spPr bwMode="auto">
            <a:xfrm>
              <a:off x="3949" y="68"/>
              <a:ext cx="28" cy="25"/>
            </a:xfrm>
            <a:custGeom>
              <a:avLst/>
              <a:gdLst>
                <a:gd name="T0" fmla="*/ 31 w 31"/>
                <a:gd name="T1" fmla="*/ 2 h 27"/>
                <a:gd name="T2" fmla="*/ 29 w 31"/>
                <a:gd name="T3" fmla="*/ 2 h 27"/>
                <a:gd name="T4" fmla="*/ 28 w 31"/>
                <a:gd name="T5" fmla="*/ 3 h 27"/>
                <a:gd name="T6" fmla="*/ 27 w 31"/>
                <a:gd name="T7" fmla="*/ 5 h 27"/>
                <a:gd name="T8" fmla="*/ 26 w 31"/>
                <a:gd name="T9" fmla="*/ 8 h 27"/>
                <a:gd name="T10" fmla="*/ 26 w 31"/>
                <a:gd name="T11" fmla="*/ 27 h 27"/>
                <a:gd name="T12" fmla="*/ 23 w 31"/>
                <a:gd name="T13" fmla="*/ 27 h 27"/>
                <a:gd name="T14" fmla="*/ 7 w 31"/>
                <a:gd name="T15" fmla="*/ 6 h 27"/>
                <a:gd name="T16" fmla="*/ 7 w 31"/>
                <a:gd name="T17" fmla="*/ 19 h 27"/>
                <a:gd name="T18" fmla="*/ 7 w 31"/>
                <a:gd name="T19" fmla="*/ 22 h 27"/>
                <a:gd name="T20" fmla="*/ 8 w 31"/>
                <a:gd name="T21" fmla="*/ 24 h 27"/>
                <a:gd name="T22" fmla="*/ 9 w 31"/>
                <a:gd name="T23" fmla="*/ 25 h 27"/>
                <a:gd name="T24" fmla="*/ 11 w 31"/>
                <a:gd name="T25" fmla="*/ 25 h 27"/>
                <a:gd name="T26" fmla="*/ 11 w 31"/>
                <a:gd name="T27" fmla="*/ 26 h 27"/>
                <a:gd name="T28" fmla="*/ 0 w 31"/>
                <a:gd name="T29" fmla="*/ 26 h 27"/>
                <a:gd name="T30" fmla="*/ 0 w 31"/>
                <a:gd name="T31" fmla="*/ 25 h 27"/>
                <a:gd name="T32" fmla="*/ 2 w 31"/>
                <a:gd name="T33" fmla="*/ 25 h 27"/>
                <a:gd name="T34" fmla="*/ 3 w 31"/>
                <a:gd name="T35" fmla="*/ 24 h 27"/>
                <a:gd name="T36" fmla="*/ 4 w 31"/>
                <a:gd name="T37" fmla="*/ 22 h 27"/>
                <a:gd name="T38" fmla="*/ 4 w 31"/>
                <a:gd name="T39" fmla="*/ 19 h 27"/>
                <a:gd name="T40" fmla="*/ 5 w 31"/>
                <a:gd name="T41" fmla="*/ 6 h 27"/>
                <a:gd name="T42" fmla="*/ 4 w 31"/>
                <a:gd name="T43" fmla="*/ 5 h 27"/>
                <a:gd name="T44" fmla="*/ 3 w 31"/>
                <a:gd name="T45" fmla="*/ 3 h 27"/>
                <a:gd name="T46" fmla="*/ 2 w 31"/>
                <a:gd name="T47" fmla="*/ 2 h 27"/>
                <a:gd name="T48" fmla="*/ 0 w 31"/>
                <a:gd name="T49" fmla="*/ 2 h 27"/>
                <a:gd name="T50" fmla="*/ 0 w 31"/>
                <a:gd name="T51" fmla="*/ 0 h 27"/>
                <a:gd name="T52" fmla="*/ 10 w 31"/>
                <a:gd name="T53" fmla="*/ 0 h 27"/>
                <a:gd name="T54" fmla="*/ 24 w 31"/>
                <a:gd name="T55" fmla="*/ 18 h 27"/>
                <a:gd name="T56" fmla="*/ 24 w 31"/>
                <a:gd name="T57" fmla="*/ 8 h 27"/>
                <a:gd name="T58" fmla="*/ 24 w 31"/>
                <a:gd name="T59" fmla="*/ 5 h 27"/>
                <a:gd name="T60" fmla="*/ 23 w 31"/>
                <a:gd name="T61" fmla="*/ 3 h 27"/>
                <a:gd name="T62" fmla="*/ 21 w 31"/>
                <a:gd name="T63" fmla="*/ 2 h 27"/>
                <a:gd name="T64" fmla="*/ 20 w 31"/>
                <a:gd name="T65" fmla="*/ 2 h 27"/>
                <a:gd name="T66" fmla="*/ 20 w 31"/>
                <a:gd name="T67" fmla="*/ 0 h 27"/>
                <a:gd name="T68" fmla="*/ 31 w 31"/>
                <a:gd name="T69" fmla="*/ 1 h 27"/>
                <a:gd name="T70" fmla="*/ 31 w 31"/>
                <a:gd name="T7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" h="27">
                  <a:moveTo>
                    <a:pt x="31" y="2"/>
                  </a:moveTo>
                  <a:cubicBezTo>
                    <a:pt x="30" y="2"/>
                    <a:pt x="30" y="2"/>
                    <a:pt x="29" y="2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7" y="3"/>
                    <a:pt x="27" y="4"/>
                    <a:pt x="27" y="5"/>
                  </a:cubicBezTo>
                  <a:cubicBezTo>
                    <a:pt x="26" y="5"/>
                    <a:pt x="26" y="7"/>
                    <a:pt x="26" y="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1"/>
                    <a:pt x="7" y="22"/>
                  </a:cubicBezTo>
                  <a:cubicBezTo>
                    <a:pt x="7" y="23"/>
                    <a:pt x="7" y="23"/>
                    <a:pt x="8" y="24"/>
                  </a:cubicBezTo>
                  <a:cubicBezTo>
                    <a:pt x="8" y="24"/>
                    <a:pt x="9" y="24"/>
                    <a:pt x="9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1" y="25"/>
                    <a:pt x="2" y="25"/>
                  </a:cubicBezTo>
                  <a:cubicBezTo>
                    <a:pt x="2" y="24"/>
                    <a:pt x="3" y="24"/>
                    <a:pt x="3" y="24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4" y="22"/>
                    <a:pt x="4" y="20"/>
                    <a:pt x="4" y="1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5"/>
                    <a:pt x="4" y="5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7"/>
                    <a:pt x="24" y="6"/>
                    <a:pt x="24" y="5"/>
                  </a:cubicBezTo>
                  <a:cubicBezTo>
                    <a:pt x="24" y="4"/>
                    <a:pt x="23" y="3"/>
                    <a:pt x="23" y="3"/>
                  </a:cubicBezTo>
                  <a:cubicBezTo>
                    <a:pt x="22" y="3"/>
                    <a:pt x="22" y="3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1"/>
                    <a:pt x="31" y="1"/>
                    <a:pt x="31" y="1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1" name="Freeform 81"/>
            <p:cNvSpPr/>
            <p:nvPr/>
          </p:nvSpPr>
          <p:spPr bwMode="auto">
            <a:xfrm>
              <a:off x="3989" y="72"/>
              <a:ext cx="18" cy="26"/>
            </a:xfrm>
            <a:custGeom>
              <a:avLst/>
              <a:gdLst>
                <a:gd name="T0" fmla="*/ 14 w 20"/>
                <a:gd name="T1" fmla="*/ 29 h 29"/>
                <a:gd name="T2" fmla="*/ 0 w 20"/>
                <a:gd name="T3" fmla="*/ 26 h 29"/>
                <a:gd name="T4" fmla="*/ 0 w 20"/>
                <a:gd name="T5" fmla="*/ 24 h 29"/>
                <a:gd name="T6" fmla="*/ 2 w 20"/>
                <a:gd name="T7" fmla="*/ 24 h 29"/>
                <a:gd name="T8" fmla="*/ 3 w 20"/>
                <a:gd name="T9" fmla="*/ 25 h 29"/>
                <a:gd name="T10" fmla="*/ 4 w 20"/>
                <a:gd name="T11" fmla="*/ 24 h 29"/>
                <a:gd name="T12" fmla="*/ 5 w 20"/>
                <a:gd name="T13" fmla="*/ 23 h 29"/>
                <a:gd name="T14" fmla="*/ 9 w 20"/>
                <a:gd name="T15" fmla="*/ 5 h 29"/>
                <a:gd name="T16" fmla="*/ 9 w 20"/>
                <a:gd name="T17" fmla="*/ 4 h 29"/>
                <a:gd name="T18" fmla="*/ 9 w 20"/>
                <a:gd name="T19" fmla="*/ 3 h 29"/>
                <a:gd name="T20" fmla="*/ 7 w 20"/>
                <a:gd name="T21" fmla="*/ 2 h 29"/>
                <a:gd name="T22" fmla="*/ 6 w 20"/>
                <a:gd name="T23" fmla="*/ 2 h 29"/>
                <a:gd name="T24" fmla="*/ 6 w 20"/>
                <a:gd name="T25" fmla="*/ 0 h 29"/>
                <a:gd name="T26" fmla="*/ 20 w 20"/>
                <a:gd name="T27" fmla="*/ 4 h 29"/>
                <a:gd name="T28" fmla="*/ 20 w 20"/>
                <a:gd name="T29" fmla="*/ 5 h 29"/>
                <a:gd name="T30" fmla="*/ 19 w 20"/>
                <a:gd name="T31" fmla="*/ 5 h 29"/>
                <a:gd name="T32" fmla="*/ 17 w 20"/>
                <a:gd name="T33" fmla="*/ 5 h 29"/>
                <a:gd name="T34" fmla="*/ 16 w 20"/>
                <a:gd name="T35" fmla="*/ 6 h 29"/>
                <a:gd name="T36" fmla="*/ 16 w 20"/>
                <a:gd name="T37" fmla="*/ 7 h 29"/>
                <a:gd name="T38" fmla="*/ 11 w 20"/>
                <a:gd name="T39" fmla="*/ 25 h 29"/>
                <a:gd name="T40" fmla="*/ 11 w 20"/>
                <a:gd name="T41" fmla="*/ 26 h 29"/>
                <a:gd name="T42" fmla="*/ 12 w 20"/>
                <a:gd name="T43" fmla="*/ 27 h 29"/>
                <a:gd name="T44" fmla="*/ 13 w 20"/>
                <a:gd name="T45" fmla="*/ 27 h 29"/>
                <a:gd name="T46" fmla="*/ 14 w 20"/>
                <a:gd name="T47" fmla="*/ 28 h 29"/>
                <a:gd name="T48" fmla="*/ 14 w 20"/>
                <a:gd name="T4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29">
                  <a:moveTo>
                    <a:pt x="14" y="29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2" y="25"/>
                    <a:pt x="3" y="25"/>
                    <a:pt x="3" y="25"/>
                  </a:cubicBezTo>
                  <a:cubicBezTo>
                    <a:pt x="3" y="25"/>
                    <a:pt x="4" y="24"/>
                    <a:pt x="4" y="24"/>
                  </a:cubicBezTo>
                  <a:cubicBezTo>
                    <a:pt x="4" y="24"/>
                    <a:pt x="4" y="24"/>
                    <a:pt x="5" y="2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4"/>
                    <a:pt x="9" y="4"/>
                  </a:cubicBezTo>
                  <a:cubicBezTo>
                    <a:pt x="9" y="4"/>
                    <a:pt x="9" y="3"/>
                    <a:pt x="9" y="3"/>
                  </a:cubicBezTo>
                  <a:cubicBezTo>
                    <a:pt x="8" y="3"/>
                    <a:pt x="8" y="3"/>
                    <a:pt x="7" y="2"/>
                  </a:cubicBezTo>
                  <a:cubicBezTo>
                    <a:pt x="7" y="2"/>
                    <a:pt x="6" y="2"/>
                    <a:pt x="6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19" y="5"/>
                    <a:pt x="19" y="5"/>
                  </a:cubicBezTo>
                  <a:cubicBezTo>
                    <a:pt x="18" y="5"/>
                    <a:pt x="18" y="5"/>
                    <a:pt x="17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6"/>
                  </a:cubicBezTo>
                  <a:cubicBezTo>
                    <a:pt x="11" y="26"/>
                    <a:pt x="11" y="26"/>
                    <a:pt x="12" y="27"/>
                  </a:cubicBezTo>
                  <a:cubicBezTo>
                    <a:pt x="12" y="27"/>
                    <a:pt x="12" y="27"/>
                    <a:pt x="13" y="27"/>
                  </a:cubicBezTo>
                  <a:cubicBezTo>
                    <a:pt x="13" y="28"/>
                    <a:pt x="14" y="28"/>
                    <a:pt x="14" y="28"/>
                  </a:cubicBez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2" name="Freeform 82"/>
            <p:cNvSpPr/>
            <p:nvPr/>
          </p:nvSpPr>
          <p:spPr bwMode="auto">
            <a:xfrm>
              <a:off x="4024" y="81"/>
              <a:ext cx="25" cy="28"/>
            </a:xfrm>
            <a:custGeom>
              <a:avLst/>
              <a:gdLst>
                <a:gd name="T0" fmla="*/ 27 w 28"/>
                <a:gd name="T1" fmla="*/ 16 h 31"/>
                <a:gd name="T2" fmla="*/ 26 w 28"/>
                <a:gd name="T3" fmla="*/ 15 h 31"/>
                <a:gd name="T4" fmla="*/ 25 w 28"/>
                <a:gd name="T5" fmla="*/ 15 h 31"/>
                <a:gd name="T6" fmla="*/ 23 w 28"/>
                <a:gd name="T7" fmla="*/ 16 h 31"/>
                <a:gd name="T8" fmla="*/ 22 w 28"/>
                <a:gd name="T9" fmla="*/ 16 h 31"/>
                <a:gd name="T10" fmla="*/ 19 w 28"/>
                <a:gd name="T11" fmla="*/ 19 h 31"/>
                <a:gd name="T12" fmla="*/ 14 w 28"/>
                <a:gd name="T13" fmla="*/ 23 h 31"/>
                <a:gd name="T14" fmla="*/ 9 w 28"/>
                <a:gd name="T15" fmla="*/ 27 h 31"/>
                <a:gd name="T16" fmla="*/ 4 w 28"/>
                <a:gd name="T17" fmla="*/ 31 h 31"/>
                <a:gd name="T18" fmla="*/ 0 w 28"/>
                <a:gd name="T19" fmla="*/ 30 h 31"/>
                <a:gd name="T20" fmla="*/ 2 w 28"/>
                <a:gd name="T21" fmla="*/ 16 h 31"/>
                <a:gd name="T22" fmla="*/ 3 w 28"/>
                <a:gd name="T23" fmla="*/ 6 h 31"/>
                <a:gd name="T24" fmla="*/ 3 w 28"/>
                <a:gd name="T25" fmla="*/ 5 h 31"/>
                <a:gd name="T26" fmla="*/ 2 w 28"/>
                <a:gd name="T27" fmla="*/ 3 h 31"/>
                <a:gd name="T28" fmla="*/ 1 w 28"/>
                <a:gd name="T29" fmla="*/ 2 h 31"/>
                <a:gd name="T30" fmla="*/ 0 w 28"/>
                <a:gd name="T31" fmla="*/ 1 h 31"/>
                <a:gd name="T32" fmla="*/ 1 w 28"/>
                <a:gd name="T33" fmla="*/ 0 h 31"/>
                <a:gd name="T34" fmla="*/ 13 w 28"/>
                <a:gd name="T35" fmla="*/ 7 h 31"/>
                <a:gd name="T36" fmla="*/ 13 w 28"/>
                <a:gd name="T37" fmla="*/ 8 h 31"/>
                <a:gd name="T38" fmla="*/ 10 w 28"/>
                <a:gd name="T39" fmla="*/ 7 h 31"/>
                <a:gd name="T40" fmla="*/ 9 w 28"/>
                <a:gd name="T41" fmla="*/ 7 h 31"/>
                <a:gd name="T42" fmla="*/ 9 w 28"/>
                <a:gd name="T43" fmla="*/ 8 h 31"/>
                <a:gd name="T44" fmla="*/ 9 w 28"/>
                <a:gd name="T45" fmla="*/ 8 h 31"/>
                <a:gd name="T46" fmla="*/ 8 w 28"/>
                <a:gd name="T47" fmla="*/ 14 h 31"/>
                <a:gd name="T48" fmla="*/ 7 w 28"/>
                <a:gd name="T49" fmla="*/ 26 h 31"/>
                <a:gd name="T50" fmla="*/ 13 w 28"/>
                <a:gd name="T51" fmla="*/ 21 h 31"/>
                <a:gd name="T52" fmla="*/ 18 w 28"/>
                <a:gd name="T53" fmla="*/ 17 h 31"/>
                <a:gd name="T54" fmla="*/ 20 w 28"/>
                <a:gd name="T55" fmla="*/ 15 h 31"/>
                <a:gd name="T56" fmla="*/ 21 w 28"/>
                <a:gd name="T57" fmla="*/ 14 h 31"/>
                <a:gd name="T58" fmla="*/ 20 w 28"/>
                <a:gd name="T59" fmla="*/ 13 h 31"/>
                <a:gd name="T60" fmla="*/ 18 w 28"/>
                <a:gd name="T61" fmla="*/ 11 h 31"/>
                <a:gd name="T62" fmla="*/ 19 w 28"/>
                <a:gd name="T63" fmla="*/ 10 h 31"/>
                <a:gd name="T64" fmla="*/ 28 w 28"/>
                <a:gd name="T65" fmla="*/ 14 h 31"/>
                <a:gd name="T66" fmla="*/ 27 w 28"/>
                <a:gd name="T6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31">
                  <a:moveTo>
                    <a:pt x="27" y="16"/>
                  </a:moveTo>
                  <a:cubicBezTo>
                    <a:pt x="27" y="16"/>
                    <a:pt x="26" y="15"/>
                    <a:pt x="26" y="15"/>
                  </a:cubicBezTo>
                  <a:cubicBezTo>
                    <a:pt x="26" y="15"/>
                    <a:pt x="25" y="15"/>
                    <a:pt x="25" y="15"/>
                  </a:cubicBezTo>
                  <a:cubicBezTo>
                    <a:pt x="24" y="15"/>
                    <a:pt x="24" y="15"/>
                    <a:pt x="23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1" y="17"/>
                    <a:pt x="20" y="18"/>
                    <a:pt x="19" y="19"/>
                  </a:cubicBezTo>
                  <a:cubicBezTo>
                    <a:pt x="17" y="20"/>
                    <a:pt x="16" y="21"/>
                    <a:pt x="14" y="23"/>
                  </a:cubicBezTo>
                  <a:cubicBezTo>
                    <a:pt x="12" y="24"/>
                    <a:pt x="11" y="25"/>
                    <a:pt x="9" y="27"/>
                  </a:cubicBezTo>
                  <a:cubicBezTo>
                    <a:pt x="7" y="29"/>
                    <a:pt x="5" y="30"/>
                    <a:pt x="4" y="3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25"/>
                    <a:pt x="1" y="21"/>
                    <a:pt x="2" y="16"/>
                  </a:cubicBezTo>
                  <a:cubicBezTo>
                    <a:pt x="2" y="11"/>
                    <a:pt x="3" y="8"/>
                    <a:pt x="3" y="6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3" y="4"/>
                    <a:pt x="2" y="4"/>
                    <a:pt x="2" y="3"/>
                  </a:cubicBezTo>
                  <a:cubicBezTo>
                    <a:pt x="2" y="3"/>
                    <a:pt x="1" y="2"/>
                    <a:pt x="1" y="2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0" y="7"/>
                    <a:pt x="9" y="7"/>
                    <a:pt x="9" y="7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10"/>
                    <a:pt x="8" y="11"/>
                    <a:pt x="8" y="14"/>
                  </a:cubicBezTo>
                  <a:cubicBezTo>
                    <a:pt x="8" y="17"/>
                    <a:pt x="8" y="21"/>
                    <a:pt x="7" y="26"/>
                  </a:cubicBezTo>
                  <a:cubicBezTo>
                    <a:pt x="10" y="24"/>
                    <a:pt x="12" y="22"/>
                    <a:pt x="13" y="21"/>
                  </a:cubicBezTo>
                  <a:cubicBezTo>
                    <a:pt x="15" y="19"/>
                    <a:pt x="17" y="18"/>
                    <a:pt x="18" y="17"/>
                  </a:cubicBezTo>
                  <a:cubicBezTo>
                    <a:pt x="19" y="16"/>
                    <a:pt x="19" y="16"/>
                    <a:pt x="20" y="15"/>
                  </a:cubicBezTo>
                  <a:cubicBezTo>
                    <a:pt x="20" y="15"/>
                    <a:pt x="21" y="14"/>
                    <a:pt x="21" y="14"/>
                  </a:cubicBezTo>
                  <a:cubicBezTo>
                    <a:pt x="21" y="14"/>
                    <a:pt x="21" y="13"/>
                    <a:pt x="20" y="13"/>
                  </a:cubicBezTo>
                  <a:cubicBezTo>
                    <a:pt x="20" y="12"/>
                    <a:pt x="19" y="12"/>
                    <a:pt x="18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28" y="14"/>
                    <a:pt x="28" y="14"/>
                    <a:pt x="28" y="14"/>
                  </a:cubicBezTo>
                  <a:lnTo>
                    <a:pt x="2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3" name="Freeform 83"/>
            <p:cNvSpPr/>
            <p:nvPr/>
          </p:nvSpPr>
          <p:spPr bwMode="auto">
            <a:xfrm>
              <a:off x="4046" y="105"/>
              <a:ext cx="32" cy="31"/>
            </a:xfrm>
            <a:custGeom>
              <a:avLst/>
              <a:gdLst>
                <a:gd name="T0" fmla="*/ 31 w 35"/>
                <a:gd name="T1" fmla="*/ 20 h 35"/>
                <a:gd name="T2" fmla="*/ 30 w 35"/>
                <a:gd name="T3" fmla="*/ 19 h 35"/>
                <a:gd name="T4" fmla="*/ 30 w 35"/>
                <a:gd name="T5" fmla="*/ 16 h 35"/>
                <a:gd name="T6" fmla="*/ 30 w 35"/>
                <a:gd name="T7" fmla="*/ 13 h 35"/>
                <a:gd name="T8" fmla="*/ 29 w 35"/>
                <a:gd name="T9" fmla="*/ 11 h 35"/>
                <a:gd name="T10" fmla="*/ 27 w 35"/>
                <a:gd name="T11" fmla="*/ 10 h 35"/>
                <a:gd name="T12" fmla="*/ 25 w 35"/>
                <a:gd name="T13" fmla="*/ 8 h 35"/>
                <a:gd name="T14" fmla="*/ 18 w 35"/>
                <a:gd name="T15" fmla="*/ 15 h 35"/>
                <a:gd name="T16" fmla="*/ 20 w 35"/>
                <a:gd name="T17" fmla="*/ 17 h 35"/>
                <a:gd name="T18" fmla="*/ 21 w 35"/>
                <a:gd name="T19" fmla="*/ 18 h 35"/>
                <a:gd name="T20" fmla="*/ 23 w 35"/>
                <a:gd name="T21" fmla="*/ 18 h 35"/>
                <a:gd name="T22" fmla="*/ 25 w 35"/>
                <a:gd name="T23" fmla="*/ 18 h 35"/>
                <a:gd name="T24" fmla="*/ 26 w 35"/>
                <a:gd name="T25" fmla="*/ 17 h 35"/>
                <a:gd name="T26" fmla="*/ 27 w 35"/>
                <a:gd name="T27" fmla="*/ 18 h 35"/>
                <a:gd name="T28" fmla="*/ 20 w 35"/>
                <a:gd name="T29" fmla="*/ 26 h 35"/>
                <a:gd name="T30" fmla="*/ 19 w 35"/>
                <a:gd name="T31" fmla="*/ 25 h 35"/>
                <a:gd name="T32" fmla="*/ 20 w 35"/>
                <a:gd name="T33" fmla="*/ 23 h 35"/>
                <a:gd name="T34" fmla="*/ 20 w 35"/>
                <a:gd name="T35" fmla="*/ 21 h 35"/>
                <a:gd name="T36" fmla="*/ 20 w 35"/>
                <a:gd name="T37" fmla="*/ 20 h 35"/>
                <a:gd name="T38" fmla="*/ 19 w 35"/>
                <a:gd name="T39" fmla="*/ 18 h 35"/>
                <a:gd name="T40" fmla="*/ 17 w 35"/>
                <a:gd name="T41" fmla="*/ 16 h 35"/>
                <a:gd name="T42" fmla="*/ 12 w 35"/>
                <a:gd name="T43" fmla="*/ 22 h 35"/>
                <a:gd name="T44" fmla="*/ 10 w 35"/>
                <a:gd name="T45" fmla="*/ 23 h 35"/>
                <a:gd name="T46" fmla="*/ 10 w 35"/>
                <a:gd name="T47" fmla="*/ 25 h 35"/>
                <a:gd name="T48" fmla="*/ 11 w 35"/>
                <a:gd name="T49" fmla="*/ 26 h 35"/>
                <a:gd name="T50" fmla="*/ 12 w 35"/>
                <a:gd name="T51" fmla="*/ 27 h 35"/>
                <a:gd name="T52" fmla="*/ 14 w 35"/>
                <a:gd name="T53" fmla="*/ 28 h 35"/>
                <a:gd name="T54" fmla="*/ 15 w 35"/>
                <a:gd name="T55" fmla="*/ 29 h 35"/>
                <a:gd name="T56" fmla="*/ 16 w 35"/>
                <a:gd name="T57" fmla="*/ 30 h 35"/>
                <a:gd name="T58" fmla="*/ 17 w 35"/>
                <a:gd name="T59" fmla="*/ 30 h 35"/>
                <a:gd name="T60" fmla="*/ 20 w 35"/>
                <a:gd name="T61" fmla="*/ 30 h 35"/>
                <a:gd name="T62" fmla="*/ 23 w 35"/>
                <a:gd name="T63" fmla="*/ 29 h 35"/>
                <a:gd name="T64" fmla="*/ 24 w 35"/>
                <a:gd name="T65" fmla="*/ 30 h 35"/>
                <a:gd name="T66" fmla="*/ 18 w 35"/>
                <a:gd name="T67" fmla="*/ 35 h 35"/>
                <a:gd name="T68" fmla="*/ 0 w 35"/>
                <a:gd name="T69" fmla="*/ 19 h 35"/>
                <a:gd name="T70" fmla="*/ 1 w 35"/>
                <a:gd name="T71" fmla="*/ 18 h 35"/>
                <a:gd name="T72" fmla="*/ 3 w 35"/>
                <a:gd name="T73" fmla="*/ 19 h 35"/>
                <a:gd name="T74" fmla="*/ 4 w 35"/>
                <a:gd name="T75" fmla="*/ 19 h 35"/>
                <a:gd name="T76" fmla="*/ 5 w 35"/>
                <a:gd name="T77" fmla="*/ 19 h 35"/>
                <a:gd name="T78" fmla="*/ 6 w 35"/>
                <a:gd name="T79" fmla="*/ 19 h 35"/>
                <a:gd name="T80" fmla="*/ 18 w 35"/>
                <a:gd name="T81" fmla="*/ 5 h 35"/>
                <a:gd name="T82" fmla="*/ 19 w 35"/>
                <a:gd name="T83" fmla="*/ 4 h 35"/>
                <a:gd name="T84" fmla="*/ 19 w 35"/>
                <a:gd name="T85" fmla="*/ 3 h 35"/>
                <a:gd name="T86" fmla="*/ 18 w 35"/>
                <a:gd name="T87" fmla="*/ 2 h 35"/>
                <a:gd name="T88" fmla="*/ 17 w 35"/>
                <a:gd name="T89" fmla="*/ 1 h 35"/>
                <a:gd name="T90" fmla="*/ 18 w 35"/>
                <a:gd name="T91" fmla="*/ 0 h 35"/>
                <a:gd name="T92" fmla="*/ 35 w 35"/>
                <a:gd name="T93" fmla="*/ 15 h 35"/>
                <a:gd name="T94" fmla="*/ 31 w 35"/>
                <a:gd name="T95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" h="35">
                  <a:moveTo>
                    <a:pt x="31" y="20"/>
                  </a:moveTo>
                  <a:cubicBezTo>
                    <a:pt x="30" y="19"/>
                    <a:pt x="30" y="19"/>
                    <a:pt x="30" y="19"/>
                  </a:cubicBezTo>
                  <a:cubicBezTo>
                    <a:pt x="30" y="18"/>
                    <a:pt x="30" y="17"/>
                    <a:pt x="30" y="16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29" y="12"/>
                    <a:pt x="29" y="12"/>
                    <a:pt x="29" y="11"/>
                  </a:cubicBezTo>
                  <a:cubicBezTo>
                    <a:pt x="28" y="11"/>
                    <a:pt x="28" y="11"/>
                    <a:pt x="27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1" y="18"/>
                    <a:pt x="21" y="18"/>
                  </a:cubicBezTo>
                  <a:cubicBezTo>
                    <a:pt x="22" y="18"/>
                    <a:pt x="22" y="18"/>
                    <a:pt x="23" y="18"/>
                  </a:cubicBezTo>
                  <a:cubicBezTo>
                    <a:pt x="23" y="18"/>
                    <a:pt x="24" y="18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4"/>
                    <a:pt x="20" y="24"/>
                    <a:pt x="20" y="23"/>
                  </a:cubicBezTo>
                  <a:cubicBezTo>
                    <a:pt x="20" y="22"/>
                    <a:pt x="20" y="22"/>
                    <a:pt x="20" y="21"/>
                  </a:cubicBezTo>
                  <a:cubicBezTo>
                    <a:pt x="20" y="21"/>
                    <a:pt x="20" y="20"/>
                    <a:pt x="20" y="20"/>
                  </a:cubicBezTo>
                  <a:cubicBezTo>
                    <a:pt x="20" y="19"/>
                    <a:pt x="19" y="19"/>
                    <a:pt x="19" y="18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3"/>
                    <a:pt x="11" y="23"/>
                    <a:pt x="10" y="23"/>
                  </a:cubicBezTo>
                  <a:cubicBezTo>
                    <a:pt x="10" y="24"/>
                    <a:pt x="10" y="24"/>
                    <a:pt x="10" y="25"/>
                  </a:cubicBezTo>
                  <a:cubicBezTo>
                    <a:pt x="10" y="25"/>
                    <a:pt x="10" y="25"/>
                    <a:pt x="11" y="26"/>
                  </a:cubicBezTo>
                  <a:cubicBezTo>
                    <a:pt x="11" y="26"/>
                    <a:pt x="12" y="27"/>
                    <a:pt x="12" y="27"/>
                  </a:cubicBezTo>
                  <a:cubicBezTo>
                    <a:pt x="13" y="28"/>
                    <a:pt x="13" y="28"/>
                    <a:pt x="14" y="28"/>
                  </a:cubicBezTo>
                  <a:cubicBezTo>
                    <a:pt x="14" y="29"/>
                    <a:pt x="14" y="29"/>
                    <a:pt x="15" y="29"/>
                  </a:cubicBezTo>
                  <a:cubicBezTo>
                    <a:pt x="15" y="30"/>
                    <a:pt x="16" y="30"/>
                    <a:pt x="16" y="30"/>
                  </a:cubicBezTo>
                  <a:cubicBezTo>
                    <a:pt x="16" y="30"/>
                    <a:pt x="17" y="31"/>
                    <a:pt x="17" y="30"/>
                  </a:cubicBezTo>
                  <a:cubicBezTo>
                    <a:pt x="18" y="30"/>
                    <a:pt x="19" y="30"/>
                    <a:pt x="20" y="30"/>
                  </a:cubicBezTo>
                  <a:cubicBezTo>
                    <a:pt x="22" y="29"/>
                    <a:pt x="23" y="29"/>
                    <a:pt x="23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2" y="18"/>
                    <a:pt x="2" y="18"/>
                    <a:pt x="3" y="19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4" y="19"/>
                    <a:pt x="5" y="19"/>
                    <a:pt x="5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5" y="15"/>
                    <a:pt x="35" y="15"/>
                    <a:pt x="35" y="15"/>
                  </a:cubicBezTo>
                  <a:lnTo>
                    <a:pt x="3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4" name="Freeform 84"/>
            <p:cNvSpPr>
              <a:spLocks noEditPoints="1"/>
            </p:cNvSpPr>
            <p:nvPr/>
          </p:nvSpPr>
          <p:spPr bwMode="auto">
            <a:xfrm>
              <a:off x="4071" y="134"/>
              <a:ext cx="30" cy="35"/>
            </a:xfrm>
            <a:custGeom>
              <a:avLst/>
              <a:gdLst>
                <a:gd name="T0" fmla="*/ 26 w 33"/>
                <a:gd name="T1" fmla="*/ 18 h 39"/>
                <a:gd name="T2" fmla="*/ 28 w 33"/>
                <a:gd name="T3" fmla="*/ 15 h 39"/>
                <a:gd name="T4" fmla="*/ 27 w 33"/>
                <a:gd name="T5" fmla="*/ 11 h 39"/>
                <a:gd name="T6" fmla="*/ 26 w 33"/>
                <a:gd name="T7" fmla="*/ 10 h 39"/>
                <a:gd name="T8" fmla="*/ 17 w 33"/>
                <a:gd name="T9" fmla="*/ 16 h 39"/>
                <a:gd name="T10" fmla="*/ 18 w 33"/>
                <a:gd name="T11" fmla="*/ 17 h 39"/>
                <a:gd name="T12" fmla="*/ 21 w 33"/>
                <a:gd name="T13" fmla="*/ 19 h 39"/>
                <a:gd name="T14" fmla="*/ 26 w 33"/>
                <a:gd name="T15" fmla="*/ 18 h 39"/>
                <a:gd name="T16" fmla="*/ 16 w 33"/>
                <a:gd name="T17" fmla="*/ 39 h 39"/>
                <a:gd name="T18" fmla="*/ 11 w 33"/>
                <a:gd name="T19" fmla="*/ 31 h 39"/>
                <a:gd name="T20" fmla="*/ 14 w 33"/>
                <a:gd name="T21" fmla="*/ 24 h 39"/>
                <a:gd name="T22" fmla="*/ 16 w 33"/>
                <a:gd name="T23" fmla="*/ 17 h 39"/>
                <a:gd name="T24" fmla="*/ 15 w 33"/>
                <a:gd name="T25" fmla="*/ 16 h 39"/>
                <a:gd name="T26" fmla="*/ 9 w 33"/>
                <a:gd name="T27" fmla="*/ 21 h 39"/>
                <a:gd name="T28" fmla="*/ 8 w 33"/>
                <a:gd name="T29" fmla="*/ 22 h 39"/>
                <a:gd name="T30" fmla="*/ 8 w 33"/>
                <a:gd name="T31" fmla="*/ 23 h 39"/>
                <a:gd name="T32" fmla="*/ 8 w 33"/>
                <a:gd name="T33" fmla="*/ 24 h 39"/>
                <a:gd name="T34" fmla="*/ 9 w 33"/>
                <a:gd name="T35" fmla="*/ 25 h 39"/>
                <a:gd name="T36" fmla="*/ 7 w 33"/>
                <a:gd name="T37" fmla="*/ 26 h 39"/>
                <a:gd name="T38" fmla="*/ 0 w 33"/>
                <a:gd name="T39" fmla="*/ 14 h 39"/>
                <a:gd name="T40" fmla="*/ 1 w 33"/>
                <a:gd name="T41" fmla="*/ 13 h 39"/>
                <a:gd name="T42" fmla="*/ 2 w 33"/>
                <a:gd name="T43" fmla="*/ 14 h 39"/>
                <a:gd name="T44" fmla="*/ 3 w 33"/>
                <a:gd name="T45" fmla="*/ 15 h 39"/>
                <a:gd name="T46" fmla="*/ 4 w 33"/>
                <a:gd name="T47" fmla="*/ 16 h 39"/>
                <a:gd name="T48" fmla="*/ 5 w 33"/>
                <a:gd name="T49" fmla="*/ 15 h 39"/>
                <a:gd name="T50" fmla="*/ 21 w 33"/>
                <a:gd name="T51" fmla="*/ 5 h 39"/>
                <a:gd name="T52" fmla="*/ 21 w 33"/>
                <a:gd name="T53" fmla="*/ 5 h 39"/>
                <a:gd name="T54" fmla="*/ 22 w 33"/>
                <a:gd name="T55" fmla="*/ 3 h 39"/>
                <a:gd name="T56" fmla="*/ 21 w 33"/>
                <a:gd name="T57" fmla="*/ 2 h 39"/>
                <a:gd name="T58" fmla="*/ 21 w 33"/>
                <a:gd name="T59" fmla="*/ 1 h 39"/>
                <a:gd name="T60" fmla="*/ 22 w 33"/>
                <a:gd name="T61" fmla="*/ 0 h 39"/>
                <a:gd name="T62" fmla="*/ 30 w 33"/>
                <a:gd name="T63" fmla="*/ 12 h 39"/>
                <a:gd name="T64" fmla="*/ 32 w 33"/>
                <a:gd name="T65" fmla="*/ 19 h 39"/>
                <a:gd name="T66" fmla="*/ 30 w 33"/>
                <a:gd name="T67" fmla="*/ 24 h 39"/>
                <a:gd name="T68" fmla="*/ 25 w 33"/>
                <a:gd name="T69" fmla="*/ 25 h 39"/>
                <a:gd name="T70" fmla="*/ 21 w 33"/>
                <a:gd name="T71" fmla="*/ 22 h 39"/>
                <a:gd name="T72" fmla="*/ 19 w 33"/>
                <a:gd name="T73" fmla="*/ 27 h 39"/>
                <a:gd name="T74" fmla="*/ 17 w 33"/>
                <a:gd name="T75" fmla="*/ 32 h 39"/>
                <a:gd name="T76" fmla="*/ 17 w 33"/>
                <a:gd name="T77" fmla="*/ 34 h 39"/>
                <a:gd name="T78" fmla="*/ 17 w 33"/>
                <a:gd name="T79" fmla="*/ 37 h 39"/>
                <a:gd name="T80" fmla="*/ 17 w 33"/>
                <a:gd name="T81" fmla="*/ 38 h 39"/>
                <a:gd name="T82" fmla="*/ 17 w 33"/>
                <a:gd name="T83" fmla="*/ 38 h 39"/>
                <a:gd name="T84" fmla="*/ 16 w 33"/>
                <a:gd name="T8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39">
                  <a:moveTo>
                    <a:pt x="26" y="18"/>
                  </a:moveTo>
                  <a:cubicBezTo>
                    <a:pt x="27" y="17"/>
                    <a:pt x="28" y="16"/>
                    <a:pt x="28" y="15"/>
                  </a:cubicBezTo>
                  <a:cubicBezTo>
                    <a:pt x="28" y="14"/>
                    <a:pt x="28" y="12"/>
                    <a:pt x="27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8"/>
                    <a:pt x="20" y="19"/>
                    <a:pt x="21" y="19"/>
                  </a:cubicBezTo>
                  <a:cubicBezTo>
                    <a:pt x="22" y="20"/>
                    <a:pt x="24" y="19"/>
                    <a:pt x="26" y="18"/>
                  </a:cubicBezTo>
                  <a:moveTo>
                    <a:pt x="16" y="39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12" y="28"/>
                    <a:pt x="13" y="26"/>
                    <a:pt x="14" y="24"/>
                  </a:cubicBezTo>
                  <a:cubicBezTo>
                    <a:pt x="14" y="22"/>
                    <a:pt x="15" y="20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2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9" y="25"/>
                    <a:pt x="9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2" y="15"/>
                    <a:pt x="3" y="15"/>
                    <a:pt x="3" y="15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4" y="16"/>
                    <a:pt x="5" y="16"/>
                    <a:pt x="5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1" y="3"/>
                    <a:pt x="21" y="2"/>
                    <a:pt x="21" y="2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2" y="15"/>
                    <a:pt x="32" y="17"/>
                    <a:pt x="32" y="19"/>
                  </a:cubicBezTo>
                  <a:cubicBezTo>
                    <a:pt x="33" y="21"/>
                    <a:pt x="32" y="23"/>
                    <a:pt x="30" y="24"/>
                  </a:cubicBezTo>
                  <a:cubicBezTo>
                    <a:pt x="28" y="25"/>
                    <a:pt x="27" y="25"/>
                    <a:pt x="25" y="25"/>
                  </a:cubicBezTo>
                  <a:cubicBezTo>
                    <a:pt x="24" y="25"/>
                    <a:pt x="22" y="24"/>
                    <a:pt x="21" y="22"/>
                  </a:cubicBezTo>
                  <a:cubicBezTo>
                    <a:pt x="20" y="24"/>
                    <a:pt x="20" y="25"/>
                    <a:pt x="19" y="27"/>
                  </a:cubicBezTo>
                  <a:cubicBezTo>
                    <a:pt x="18" y="29"/>
                    <a:pt x="18" y="30"/>
                    <a:pt x="17" y="32"/>
                  </a:cubicBezTo>
                  <a:cubicBezTo>
                    <a:pt x="17" y="33"/>
                    <a:pt x="17" y="34"/>
                    <a:pt x="17" y="34"/>
                  </a:cubicBezTo>
                  <a:cubicBezTo>
                    <a:pt x="16" y="35"/>
                    <a:pt x="16" y="36"/>
                    <a:pt x="17" y="37"/>
                  </a:cubicBezTo>
                  <a:cubicBezTo>
                    <a:pt x="17" y="37"/>
                    <a:pt x="17" y="37"/>
                    <a:pt x="17" y="38"/>
                  </a:cubicBezTo>
                  <a:cubicBezTo>
                    <a:pt x="17" y="38"/>
                    <a:pt x="17" y="38"/>
                    <a:pt x="17" y="38"/>
                  </a:cubicBez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5" name="Freeform 85"/>
            <p:cNvSpPr/>
            <p:nvPr/>
          </p:nvSpPr>
          <p:spPr bwMode="auto">
            <a:xfrm>
              <a:off x="4090" y="174"/>
              <a:ext cx="28" cy="22"/>
            </a:xfrm>
            <a:custGeom>
              <a:avLst/>
              <a:gdLst>
                <a:gd name="T0" fmla="*/ 2 w 31"/>
                <a:gd name="T1" fmla="*/ 17 h 25"/>
                <a:gd name="T2" fmla="*/ 2 w 31"/>
                <a:gd name="T3" fmla="*/ 12 h 25"/>
                <a:gd name="T4" fmla="*/ 2 w 31"/>
                <a:gd name="T5" fmla="*/ 8 h 25"/>
                <a:gd name="T6" fmla="*/ 0 w 31"/>
                <a:gd name="T7" fmla="*/ 8 h 25"/>
                <a:gd name="T8" fmla="*/ 0 w 31"/>
                <a:gd name="T9" fmla="*/ 6 h 25"/>
                <a:gd name="T10" fmla="*/ 9 w 31"/>
                <a:gd name="T11" fmla="*/ 3 h 25"/>
                <a:gd name="T12" fmla="*/ 9 w 31"/>
                <a:gd name="T13" fmla="*/ 5 h 25"/>
                <a:gd name="T14" fmla="*/ 7 w 31"/>
                <a:gd name="T15" fmla="*/ 7 h 25"/>
                <a:gd name="T16" fmla="*/ 5 w 31"/>
                <a:gd name="T17" fmla="*/ 9 h 25"/>
                <a:gd name="T18" fmla="*/ 4 w 31"/>
                <a:gd name="T19" fmla="*/ 12 h 25"/>
                <a:gd name="T20" fmla="*/ 4 w 31"/>
                <a:gd name="T21" fmla="*/ 16 h 25"/>
                <a:gd name="T22" fmla="*/ 6 w 31"/>
                <a:gd name="T23" fmla="*/ 19 h 25"/>
                <a:gd name="T24" fmla="*/ 10 w 31"/>
                <a:gd name="T25" fmla="*/ 19 h 25"/>
                <a:gd name="T26" fmla="*/ 12 w 31"/>
                <a:gd name="T27" fmla="*/ 17 h 25"/>
                <a:gd name="T28" fmla="*/ 12 w 31"/>
                <a:gd name="T29" fmla="*/ 13 h 25"/>
                <a:gd name="T30" fmla="*/ 12 w 31"/>
                <a:gd name="T31" fmla="*/ 10 h 25"/>
                <a:gd name="T32" fmla="*/ 12 w 31"/>
                <a:gd name="T33" fmla="*/ 8 h 25"/>
                <a:gd name="T34" fmla="*/ 14 w 31"/>
                <a:gd name="T35" fmla="*/ 3 h 25"/>
                <a:gd name="T36" fmla="*/ 18 w 31"/>
                <a:gd name="T37" fmla="*/ 1 h 25"/>
                <a:gd name="T38" fmla="*/ 21 w 31"/>
                <a:gd name="T39" fmla="*/ 0 h 25"/>
                <a:gd name="T40" fmla="*/ 24 w 31"/>
                <a:gd name="T41" fmla="*/ 1 h 25"/>
                <a:gd name="T42" fmla="*/ 26 w 31"/>
                <a:gd name="T43" fmla="*/ 4 h 25"/>
                <a:gd name="T44" fmla="*/ 28 w 31"/>
                <a:gd name="T45" fmla="*/ 7 h 25"/>
                <a:gd name="T46" fmla="*/ 29 w 31"/>
                <a:gd name="T47" fmla="*/ 12 h 25"/>
                <a:gd name="T48" fmla="*/ 29 w 31"/>
                <a:gd name="T49" fmla="*/ 15 h 25"/>
                <a:gd name="T50" fmla="*/ 30 w 31"/>
                <a:gd name="T51" fmla="*/ 15 h 25"/>
                <a:gd name="T52" fmla="*/ 31 w 31"/>
                <a:gd name="T53" fmla="*/ 17 h 25"/>
                <a:gd name="T54" fmla="*/ 22 w 31"/>
                <a:gd name="T55" fmla="*/ 20 h 25"/>
                <a:gd name="T56" fmla="*/ 22 w 31"/>
                <a:gd name="T57" fmla="*/ 18 h 25"/>
                <a:gd name="T58" fmla="*/ 24 w 31"/>
                <a:gd name="T59" fmla="*/ 16 h 25"/>
                <a:gd name="T60" fmla="*/ 26 w 31"/>
                <a:gd name="T61" fmla="*/ 14 h 25"/>
                <a:gd name="T62" fmla="*/ 27 w 31"/>
                <a:gd name="T63" fmla="*/ 11 h 25"/>
                <a:gd name="T64" fmla="*/ 27 w 31"/>
                <a:gd name="T65" fmla="*/ 9 h 25"/>
                <a:gd name="T66" fmla="*/ 25 w 31"/>
                <a:gd name="T67" fmla="*/ 6 h 25"/>
                <a:gd name="T68" fmla="*/ 22 w 31"/>
                <a:gd name="T69" fmla="*/ 6 h 25"/>
                <a:gd name="T70" fmla="*/ 20 w 31"/>
                <a:gd name="T71" fmla="*/ 7 h 25"/>
                <a:gd name="T72" fmla="*/ 19 w 31"/>
                <a:gd name="T73" fmla="*/ 11 h 25"/>
                <a:gd name="T74" fmla="*/ 19 w 31"/>
                <a:gd name="T75" fmla="*/ 14 h 25"/>
                <a:gd name="T76" fmla="*/ 19 w 31"/>
                <a:gd name="T77" fmla="*/ 17 h 25"/>
                <a:gd name="T78" fmla="*/ 18 w 31"/>
                <a:gd name="T79" fmla="*/ 22 h 25"/>
                <a:gd name="T80" fmla="*/ 14 w 31"/>
                <a:gd name="T81" fmla="*/ 24 h 25"/>
                <a:gd name="T82" fmla="*/ 10 w 31"/>
                <a:gd name="T83" fmla="*/ 25 h 25"/>
                <a:gd name="T84" fmla="*/ 7 w 31"/>
                <a:gd name="T85" fmla="*/ 23 h 25"/>
                <a:gd name="T86" fmla="*/ 4 w 31"/>
                <a:gd name="T87" fmla="*/ 21 h 25"/>
                <a:gd name="T88" fmla="*/ 2 w 31"/>
                <a:gd name="T89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" h="25">
                  <a:moveTo>
                    <a:pt x="2" y="17"/>
                  </a:moveTo>
                  <a:cubicBezTo>
                    <a:pt x="2" y="15"/>
                    <a:pt x="2" y="14"/>
                    <a:pt x="2" y="12"/>
                  </a:cubicBezTo>
                  <a:cubicBezTo>
                    <a:pt x="1" y="11"/>
                    <a:pt x="2" y="10"/>
                    <a:pt x="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6"/>
                    <a:pt x="7" y="7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10"/>
                    <a:pt x="4" y="11"/>
                    <a:pt x="4" y="12"/>
                  </a:cubicBezTo>
                  <a:cubicBezTo>
                    <a:pt x="4" y="13"/>
                    <a:pt x="4" y="15"/>
                    <a:pt x="4" y="16"/>
                  </a:cubicBezTo>
                  <a:cubicBezTo>
                    <a:pt x="5" y="17"/>
                    <a:pt x="5" y="18"/>
                    <a:pt x="6" y="19"/>
                  </a:cubicBezTo>
                  <a:cubicBezTo>
                    <a:pt x="7" y="20"/>
                    <a:pt x="9" y="20"/>
                    <a:pt x="10" y="19"/>
                  </a:cubicBezTo>
                  <a:cubicBezTo>
                    <a:pt x="11" y="19"/>
                    <a:pt x="11" y="18"/>
                    <a:pt x="12" y="17"/>
                  </a:cubicBezTo>
                  <a:cubicBezTo>
                    <a:pt x="12" y="16"/>
                    <a:pt x="12" y="15"/>
                    <a:pt x="12" y="13"/>
                  </a:cubicBezTo>
                  <a:cubicBezTo>
                    <a:pt x="12" y="12"/>
                    <a:pt x="12" y="11"/>
                    <a:pt x="12" y="10"/>
                  </a:cubicBezTo>
                  <a:cubicBezTo>
                    <a:pt x="12" y="10"/>
                    <a:pt x="12" y="9"/>
                    <a:pt x="12" y="8"/>
                  </a:cubicBezTo>
                  <a:cubicBezTo>
                    <a:pt x="13" y="6"/>
                    <a:pt x="13" y="4"/>
                    <a:pt x="14" y="3"/>
                  </a:cubicBezTo>
                  <a:cubicBezTo>
                    <a:pt x="15" y="2"/>
                    <a:pt x="16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2" y="0"/>
                    <a:pt x="23" y="1"/>
                    <a:pt x="24" y="1"/>
                  </a:cubicBezTo>
                  <a:cubicBezTo>
                    <a:pt x="25" y="2"/>
                    <a:pt x="26" y="3"/>
                    <a:pt x="26" y="4"/>
                  </a:cubicBezTo>
                  <a:cubicBezTo>
                    <a:pt x="27" y="5"/>
                    <a:pt x="28" y="6"/>
                    <a:pt x="28" y="7"/>
                  </a:cubicBezTo>
                  <a:cubicBezTo>
                    <a:pt x="29" y="9"/>
                    <a:pt x="29" y="10"/>
                    <a:pt x="29" y="12"/>
                  </a:cubicBezTo>
                  <a:cubicBezTo>
                    <a:pt x="29" y="13"/>
                    <a:pt x="29" y="14"/>
                    <a:pt x="29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8"/>
                    <a:pt x="23" y="17"/>
                    <a:pt x="24" y="16"/>
                  </a:cubicBezTo>
                  <a:cubicBezTo>
                    <a:pt x="25" y="15"/>
                    <a:pt x="26" y="15"/>
                    <a:pt x="26" y="14"/>
                  </a:cubicBezTo>
                  <a:cubicBezTo>
                    <a:pt x="27" y="13"/>
                    <a:pt x="27" y="12"/>
                    <a:pt x="27" y="11"/>
                  </a:cubicBezTo>
                  <a:cubicBezTo>
                    <a:pt x="27" y="11"/>
                    <a:pt x="27" y="10"/>
                    <a:pt x="27" y="9"/>
                  </a:cubicBezTo>
                  <a:cubicBezTo>
                    <a:pt x="26" y="7"/>
                    <a:pt x="26" y="6"/>
                    <a:pt x="25" y="6"/>
                  </a:cubicBezTo>
                  <a:cubicBezTo>
                    <a:pt x="24" y="5"/>
                    <a:pt x="23" y="5"/>
                    <a:pt x="22" y="6"/>
                  </a:cubicBezTo>
                  <a:cubicBezTo>
                    <a:pt x="21" y="6"/>
                    <a:pt x="20" y="7"/>
                    <a:pt x="20" y="7"/>
                  </a:cubicBezTo>
                  <a:cubicBezTo>
                    <a:pt x="19" y="8"/>
                    <a:pt x="19" y="10"/>
                    <a:pt x="19" y="11"/>
                  </a:cubicBezTo>
                  <a:cubicBezTo>
                    <a:pt x="19" y="12"/>
                    <a:pt x="19" y="13"/>
                    <a:pt x="19" y="14"/>
                  </a:cubicBezTo>
                  <a:cubicBezTo>
                    <a:pt x="19" y="15"/>
                    <a:pt x="19" y="16"/>
                    <a:pt x="19" y="17"/>
                  </a:cubicBezTo>
                  <a:cubicBezTo>
                    <a:pt x="19" y="19"/>
                    <a:pt x="18" y="20"/>
                    <a:pt x="18" y="22"/>
                  </a:cubicBezTo>
                  <a:cubicBezTo>
                    <a:pt x="17" y="23"/>
                    <a:pt x="15" y="24"/>
                    <a:pt x="14" y="24"/>
                  </a:cubicBezTo>
                  <a:cubicBezTo>
                    <a:pt x="13" y="25"/>
                    <a:pt x="12" y="25"/>
                    <a:pt x="10" y="25"/>
                  </a:cubicBezTo>
                  <a:cubicBezTo>
                    <a:pt x="9" y="24"/>
                    <a:pt x="8" y="24"/>
                    <a:pt x="7" y="23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4" y="20"/>
                    <a:pt x="3" y="18"/>
                    <a:pt x="2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6" name="Freeform 86"/>
            <p:cNvSpPr/>
            <p:nvPr/>
          </p:nvSpPr>
          <p:spPr bwMode="auto">
            <a:xfrm>
              <a:off x="4098" y="210"/>
              <a:ext cx="26" cy="15"/>
            </a:xfrm>
            <a:custGeom>
              <a:avLst/>
              <a:gdLst>
                <a:gd name="T0" fmla="*/ 2 w 28"/>
                <a:gd name="T1" fmla="*/ 17 h 17"/>
                <a:gd name="T2" fmla="*/ 0 w 28"/>
                <a:gd name="T3" fmla="*/ 2 h 17"/>
                <a:gd name="T4" fmla="*/ 2 w 28"/>
                <a:gd name="T5" fmla="*/ 2 h 17"/>
                <a:gd name="T6" fmla="*/ 2 w 28"/>
                <a:gd name="T7" fmla="*/ 4 h 17"/>
                <a:gd name="T8" fmla="*/ 3 w 28"/>
                <a:gd name="T9" fmla="*/ 5 h 17"/>
                <a:gd name="T10" fmla="*/ 3 w 28"/>
                <a:gd name="T11" fmla="*/ 6 h 17"/>
                <a:gd name="T12" fmla="*/ 4 w 28"/>
                <a:gd name="T13" fmla="*/ 6 h 17"/>
                <a:gd name="T14" fmla="*/ 23 w 28"/>
                <a:gd name="T15" fmla="*/ 4 h 17"/>
                <a:gd name="T16" fmla="*/ 24 w 28"/>
                <a:gd name="T17" fmla="*/ 4 h 17"/>
                <a:gd name="T18" fmla="*/ 25 w 28"/>
                <a:gd name="T19" fmla="*/ 3 h 17"/>
                <a:gd name="T20" fmla="*/ 25 w 28"/>
                <a:gd name="T21" fmla="*/ 1 h 17"/>
                <a:gd name="T22" fmla="*/ 25 w 28"/>
                <a:gd name="T23" fmla="*/ 0 h 17"/>
                <a:gd name="T24" fmla="*/ 26 w 28"/>
                <a:gd name="T25" fmla="*/ 0 h 17"/>
                <a:gd name="T26" fmla="*/ 28 w 28"/>
                <a:gd name="T27" fmla="*/ 14 h 17"/>
                <a:gd name="T28" fmla="*/ 26 w 28"/>
                <a:gd name="T29" fmla="*/ 14 h 17"/>
                <a:gd name="T30" fmla="*/ 26 w 28"/>
                <a:gd name="T31" fmla="*/ 13 h 17"/>
                <a:gd name="T32" fmla="*/ 26 w 28"/>
                <a:gd name="T33" fmla="*/ 12 h 17"/>
                <a:gd name="T34" fmla="*/ 25 w 28"/>
                <a:gd name="T35" fmla="*/ 11 h 17"/>
                <a:gd name="T36" fmla="*/ 24 w 28"/>
                <a:gd name="T37" fmla="*/ 11 h 17"/>
                <a:gd name="T38" fmla="*/ 5 w 28"/>
                <a:gd name="T39" fmla="*/ 12 h 17"/>
                <a:gd name="T40" fmla="*/ 4 w 28"/>
                <a:gd name="T41" fmla="*/ 13 h 17"/>
                <a:gd name="T42" fmla="*/ 4 w 28"/>
                <a:gd name="T43" fmla="*/ 14 h 17"/>
                <a:gd name="T44" fmla="*/ 3 w 28"/>
                <a:gd name="T45" fmla="*/ 15 h 17"/>
                <a:gd name="T46" fmla="*/ 3 w 28"/>
                <a:gd name="T47" fmla="*/ 17 h 17"/>
                <a:gd name="T48" fmla="*/ 2 w 28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17">
                  <a:moveTo>
                    <a:pt x="2" y="17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4" y="4"/>
                    <a:pt x="24" y="4"/>
                  </a:cubicBezTo>
                  <a:cubicBezTo>
                    <a:pt x="24" y="3"/>
                    <a:pt x="25" y="3"/>
                    <a:pt x="25" y="3"/>
                  </a:cubicBezTo>
                  <a:cubicBezTo>
                    <a:pt x="25" y="2"/>
                    <a:pt x="25" y="2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3"/>
                    <a:pt x="26" y="13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1"/>
                    <a:pt x="25" y="11"/>
                    <a:pt x="25" y="11"/>
                  </a:cubicBezTo>
                  <a:cubicBezTo>
                    <a:pt x="25" y="11"/>
                    <a:pt x="24" y="10"/>
                    <a:pt x="24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3"/>
                    <a:pt x="4" y="13"/>
                  </a:cubicBezTo>
                  <a:cubicBezTo>
                    <a:pt x="4" y="13"/>
                    <a:pt x="4" y="13"/>
                    <a:pt x="4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3" y="16"/>
                    <a:pt x="3" y="16"/>
                    <a:pt x="3" y="17"/>
                  </a:cubicBezTo>
                  <a:lnTo>
                    <a:pt x="2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7" name="Freeform 87"/>
            <p:cNvSpPr/>
            <p:nvPr/>
          </p:nvSpPr>
          <p:spPr bwMode="auto">
            <a:xfrm>
              <a:off x="4098" y="241"/>
              <a:ext cx="26" cy="23"/>
            </a:xfrm>
            <a:custGeom>
              <a:avLst/>
              <a:gdLst>
                <a:gd name="T0" fmla="*/ 18 w 28"/>
                <a:gd name="T1" fmla="*/ 25 h 26"/>
                <a:gd name="T2" fmla="*/ 18 w 28"/>
                <a:gd name="T3" fmla="*/ 23 h 26"/>
                <a:gd name="T4" fmla="*/ 22 w 28"/>
                <a:gd name="T5" fmla="*/ 22 h 26"/>
                <a:gd name="T6" fmla="*/ 24 w 28"/>
                <a:gd name="T7" fmla="*/ 20 h 26"/>
                <a:gd name="T8" fmla="*/ 24 w 28"/>
                <a:gd name="T9" fmla="*/ 19 h 26"/>
                <a:gd name="T10" fmla="*/ 25 w 28"/>
                <a:gd name="T11" fmla="*/ 17 h 26"/>
                <a:gd name="T12" fmla="*/ 25 w 28"/>
                <a:gd name="T13" fmla="*/ 16 h 26"/>
                <a:gd name="T14" fmla="*/ 5 w 28"/>
                <a:gd name="T15" fmla="*/ 14 h 26"/>
                <a:gd name="T16" fmla="*/ 3 w 28"/>
                <a:gd name="T17" fmla="*/ 14 h 26"/>
                <a:gd name="T18" fmla="*/ 2 w 28"/>
                <a:gd name="T19" fmla="*/ 15 h 26"/>
                <a:gd name="T20" fmla="*/ 2 w 28"/>
                <a:gd name="T21" fmla="*/ 16 h 26"/>
                <a:gd name="T22" fmla="*/ 2 w 28"/>
                <a:gd name="T23" fmla="*/ 18 h 26"/>
                <a:gd name="T24" fmla="*/ 0 w 28"/>
                <a:gd name="T25" fmla="*/ 17 h 26"/>
                <a:gd name="T26" fmla="*/ 2 w 28"/>
                <a:gd name="T27" fmla="*/ 3 h 26"/>
                <a:gd name="T28" fmla="*/ 3 w 28"/>
                <a:gd name="T29" fmla="*/ 3 h 26"/>
                <a:gd name="T30" fmla="*/ 3 w 28"/>
                <a:gd name="T31" fmla="*/ 5 h 26"/>
                <a:gd name="T32" fmla="*/ 3 w 28"/>
                <a:gd name="T33" fmla="*/ 6 h 26"/>
                <a:gd name="T34" fmla="*/ 4 w 28"/>
                <a:gd name="T35" fmla="*/ 7 h 26"/>
                <a:gd name="T36" fmla="*/ 5 w 28"/>
                <a:gd name="T37" fmla="*/ 7 h 26"/>
                <a:gd name="T38" fmla="*/ 26 w 28"/>
                <a:gd name="T39" fmla="*/ 10 h 26"/>
                <a:gd name="T40" fmla="*/ 26 w 28"/>
                <a:gd name="T41" fmla="*/ 9 h 26"/>
                <a:gd name="T42" fmla="*/ 26 w 28"/>
                <a:gd name="T43" fmla="*/ 7 h 26"/>
                <a:gd name="T44" fmla="*/ 26 w 28"/>
                <a:gd name="T45" fmla="*/ 6 h 26"/>
                <a:gd name="T46" fmla="*/ 24 w 28"/>
                <a:gd name="T47" fmla="*/ 3 h 26"/>
                <a:gd name="T48" fmla="*/ 21 w 28"/>
                <a:gd name="T49" fmla="*/ 1 h 26"/>
                <a:gd name="T50" fmla="*/ 21 w 28"/>
                <a:gd name="T51" fmla="*/ 0 h 26"/>
                <a:gd name="T52" fmla="*/ 28 w 28"/>
                <a:gd name="T53" fmla="*/ 1 h 26"/>
                <a:gd name="T54" fmla="*/ 25 w 28"/>
                <a:gd name="T55" fmla="*/ 26 h 26"/>
                <a:gd name="T56" fmla="*/ 18 w 28"/>
                <a:gd name="T5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26">
                  <a:moveTo>
                    <a:pt x="18" y="25"/>
                  </a:moveTo>
                  <a:cubicBezTo>
                    <a:pt x="18" y="23"/>
                    <a:pt x="18" y="23"/>
                    <a:pt x="18" y="23"/>
                  </a:cubicBezTo>
                  <a:cubicBezTo>
                    <a:pt x="19" y="23"/>
                    <a:pt x="21" y="23"/>
                    <a:pt x="22" y="22"/>
                  </a:cubicBezTo>
                  <a:cubicBezTo>
                    <a:pt x="23" y="21"/>
                    <a:pt x="24" y="21"/>
                    <a:pt x="24" y="20"/>
                  </a:cubicBezTo>
                  <a:cubicBezTo>
                    <a:pt x="24" y="20"/>
                    <a:pt x="24" y="19"/>
                    <a:pt x="24" y="19"/>
                  </a:cubicBezTo>
                  <a:cubicBezTo>
                    <a:pt x="25" y="18"/>
                    <a:pt x="25" y="18"/>
                    <a:pt x="25" y="17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4" y="14"/>
                    <a:pt x="3" y="14"/>
                  </a:cubicBezTo>
                  <a:cubicBezTo>
                    <a:pt x="3" y="14"/>
                    <a:pt x="3" y="14"/>
                    <a:pt x="2" y="15"/>
                  </a:cubicBezTo>
                  <a:cubicBezTo>
                    <a:pt x="2" y="15"/>
                    <a:pt x="2" y="16"/>
                    <a:pt x="2" y="16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4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8"/>
                    <a:pt x="26" y="7"/>
                  </a:cubicBezTo>
                  <a:cubicBezTo>
                    <a:pt x="26" y="7"/>
                    <a:pt x="26" y="6"/>
                    <a:pt x="26" y="6"/>
                  </a:cubicBezTo>
                  <a:cubicBezTo>
                    <a:pt x="26" y="5"/>
                    <a:pt x="25" y="4"/>
                    <a:pt x="24" y="3"/>
                  </a:cubicBezTo>
                  <a:cubicBezTo>
                    <a:pt x="23" y="2"/>
                    <a:pt x="22" y="2"/>
                    <a:pt x="21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5" y="26"/>
                    <a:pt x="25" y="26"/>
                    <a:pt x="25" y="26"/>
                  </a:cubicBezTo>
                  <a:lnTo>
                    <a:pt x="18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8" name="Freeform 88"/>
            <p:cNvSpPr/>
            <p:nvPr/>
          </p:nvSpPr>
          <p:spPr bwMode="auto">
            <a:xfrm>
              <a:off x="4088" y="277"/>
              <a:ext cx="29" cy="28"/>
            </a:xfrm>
            <a:custGeom>
              <a:avLst/>
              <a:gdLst>
                <a:gd name="T0" fmla="*/ 20 w 32"/>
                <a:gd name="T1" fmla="*/ 30 h 31"/>
                <a:gd name="T2" fmla="*/ 21 w 32"/>
                <a:gd name="T3" fmla="*/ 29 h 31"/>
                <a:gd name="T4" fmla="*/ 21 w 32"/>
                <a:gd name="T5" fmla="*/ 28 h 31"/>
                <a:gd name="T6" fmla="*/ 20 w 32"/>
                <a:gd name="T7" fmla="*/ 26 h 31"/>
                <a:gd name="T8" fmla="*/ 19 w 32"/>
                <a:gd name="T9" fmla="*/ 24 h 31"/>
                <a:gd name="T10" fmla="*/ 16 w 32"/>
                <a:gd name="T11" fmla="*/ 21 h 31"/>
                <a:gd name="T12" fmla="*/ 13 w 32"/>
                <a:gd name="T13" fmla="*/ 16 h 31"/>
                <a:gd name="T14" fmla="*/ 11 w 32"/>
                <a:gd name="T15" fmla="*/ 14 h 31"/>
                <a:gd name="T16" fmla="*/ 9 w 32"/>
                <a:gd name="T17" fmla="*/ 13 h 31"/>
                <a:gd name="T18" fmla="*/ 5 w 32"/>
                <a:gd name="T19" fmla="*/ 12 h 31"/>
                <a:gd name="T20" fmla="*/ 4 w 32"/>
                <a:gd name="T21" fmla="*/ 12 h 31"/>
                <a:gd name="T22" fmla="*/ 3 w 32"/>
                <a:gd name="T23" fmla="*/ 12 h 31"/>
                <a:gd name="T24" fmla="*/ 2 w 32"/>
                <a:gd name="T25" fmla="*/ 13 h 31"/>
                <a:gd name="T26" fmla="*/ 2 w 32"/>
                <a:gd name="T27" fmla="*/ 15 h 31"/>
                <a:gd name="T28" fmla="*/ 0 w 32"/>
                <a:gd name="T29" fmla="*/ 14 h 31"/>
                <a:gd name="T30" fmla="*/ 5 w 32"/>
                <a:gd name="T31" fmla="*/ 0 h 31"/>
                <a:gd name="T32" fmla="*/ 7 w 32"/>
                <a:gd name="T33" fmla="*/ 1 h 31"/>
                <a:gd name="T34" fmla="*/ 6 w 32"/>
                <a:gd name="T35" fmla="*/ 2 h 31"/>
                <a:gd name="T36" fmla="*/ 6 w 32"/>
                <a:gd name="T37" fmla="*/ 4 h 31"/>
                <a:gd name="T38" fmla="*/ 6 w 32"/>
                <a:gd name="T39" fmla="*/ 5 h 31"/>
                <a:gd name="T40" fmla="*/ 8 w 32"/>
                <a:gd name="T41" fmla="*/ 6 h 31"/>
                <a:gd name="T42" fmla="*/ 12 w 32"/>
                <a:gd name="T43" fmla="*/ 7 h 31"/>
                <a:gd name="T44" fmla="*/ 13 w 32"/>
                <a:gd name="T45" fmla="*/ 8 h 31"/>
                <a:gd name="T46" fmla="*/ 14 w 32"/>
                <a:gd name="T47" fmla="*/ 8 h 31"/>
                <a:gd name="T48" fmla="*/ 15 w 32"/>
                <a:gd name="T49" fmla="*/ 8 h 31"/>
                <a:gd name="T50" fmla="*/ 16 w 32"/>
                <a:gd name="T51" fmla="*/ 7 h 31"/>
                <a:gd name="T52" fmla="*/ 22 w 32"/>
                <a:gd name="T53" fmla="*/ 7 h 31"/>
                <a:gd name="T54" fmla="*/ 26 w 32"/>
                <a:gd name="T55" fmla="*/ 6 h 31"/>
                <a:gd name="T56" fmla="*/ 28 w 32"/>
                <a:gd name="T57" fmla="*/ 5 h 31"/>
                <a:gd name="T58" fmla="*/ 30 w 32"/>
                <a:gd name="T59" fmla="*/ 4 h 31"/>
                <a:gd name="T60" fmla="*/ 31 w 32"/>
                <a:gd name="T61" fmla="*/ 3 h 31"/>
                <a:gd name="T62" fmla="*/ 31 w 32"/>
                <a:gd name="T63" fmla="*/ 2 h 31"/>
                <a:gd name="T64" fmla="*/ 32 w 32"/>
                <a:gd name="T65" fmla="*/ 3 h 31"/>
                <a:gd name="T66" fmla="*/ 27 w 32"/>
                <a:gd name="T67" fmla="*/ 17 h 31"/>
                <a:gd name="T68" fmla="*/ 26 w 32"/>
                <a:gd name="T69" fmla="*/ 16 h 31"/>
                <a:gd name="T70" fmla="*/ 27 w 32"/>
                <a:gd name="T71" fmla="*/ 13 h 31"/>
                <a:gd name="T72" fmla="*/ 26 w 32"/>
                <a:gd name="T73" fmla="*/ 13 h 31"/>
                <a:gd name="T74" fmla="*/ 25 w 32"/>
                <a:gd name="T75" fmla="*/ 12 h 31"/>
                <a:gd name="T76" fmla="*/ 23 w 32"/>
                <a:gd name="T77" fmla="*/ 13 h 31"/>
                <a:gd name="T78" fmla="*/ 20 w 32"/>
                <a:gd name="T79" fmla="*/ 13 h 31"/>
                <a:gd name="T80" fmla="*/ 14 w 32"/>
                <a:gd name="T81" fmla="*/ 14 h 31"/>
                <a:gd name="T82" fmla="*/ 19 w 32"/>
                <a:gd name="T83" fmla="*/ 21 h 31"/>
                <a:gd name="T84" fmla="*/ 21 w 32"/>
                <a:gd name="T85" fmla="*/ 24 h 31"/>
                <a:gd name="T86" fmla="*/ 23 w 32"/>
                <a:gd name="T87" fmla="*/ 23 h 31"/>
                <a:gd name="T88" fmla="*/ 24 w 32"/>
                <a:gd name="T89" fmla="*/ 21 h 31"/>
                <a:gd name="T90" fmla="*/ 25 w 32"/>
                <a:gd name="T91" fmla="*/ 22 h 31"/>
                <a:gd name="T92" fmla="*/ 22 w 32"/>
                <a:gd name="T93" fmla="*/ 31 h 31"/>
                <a:gd name="T94" fmla="*/ 20 w 32"/>
                <a:gd name="T9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" h="31">
                  <a:moveTo>
                    <a:pt x="20" y="30"/>
                  </a:moveTo>
                  <a:cubicBezTo>
                    <a:pt x="21" y="30"/>
                    <a:pt x="21" y="29"/>
                    <a:pt x="21" y="2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0" y="27"/>
                    <a:pt x="20" y="26"/>
                  </a:cubicBezTo>
                  <a:cubicBezTo>
                    <a:pt x="20" y="25"/>
                    <a:pt x="19" y="25"/>
                    <a:pt x="19" y="24"/>
                  </a:cubicBezTo>
                  <a:cubicBezTo>
                    <a:pt x="18" y="23"/>
                    <a:pt x="17" y="22"/>
                    <a:pt x="16" y="21"/>
                  </a:cubicBezTo>
                  <a:cubicBezTo>
                    <a:pt x="15" y="19"/>
                    <a:pt x="14" y="18"/>
                    <a:pt x="13" y="16"/>
                  </a:cubicBezTo>
                  <a:cubicBezTo>
                    <a:pt x="12" y="15"/>
                    <a:pt x="12" y="15"/>
                    <a:pt x="11" y="14"/>
                  </a:cubicBezTo>
                  <a:cubicBezTo>
                    <a:pt x="11" y="14"/>
                    <a:pt x="10" y="14"/>
                    <a:pt x="9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3" y="12"/>
                    <a:pt x="3" y="13"/>
                    <a:pt x="2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6" y="2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7" y="5"/>
                    <a:pt x="7" y="5"/>
                    <a:pt x="8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7"/>
                    <a:pt x="13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6" y="8"/>
                    <a:pt x="16" y="7"/>
                  </a:cubicBezTo>
                  <a:cubicBezTo>
                    <a:pt x="18" y="7"/>
                    <a:pt x="20" y="7"/>
                    <a:pt x="22" y="7"/>
                  </a:cubicBezTo>
                  <a:cubicBezTo>
                    <a:pt x="23" y="6"/>
                    <a:pt x="25" y="6"/>
                    <a:pt x="26" y="6"/>
                  </a:cubicBezTo>
                  <a:cubicBezTo>
                    <a:pt x="27" y="6"/>
                    <a:pt x="28" y="5"/>
                    <a:pt x="28" y="5"/>
                  </a:cubicBezTo>
                  <a:cubicBezTo>
                    <a:pt x="29" y="5"/>
                    <a:pt x="29" y="5"/>
                    <a:pt x="30" y="4"/>
                  </a:cubicBezTo>
                  <a:cubicBezTo>
                    <a:pt x="30" y="4"/>
                    <a:pt x="30" y="4"/>
                    <a:pt x="31" y="3"/>
                  </a:cubicBezTo>
                  <a:cubicBezTo>
                    <a:pt x="31" y="3"/>
                    <a:pt x="31" y="3"/>
                    <a:pt x="31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5"/>
                    <a:pt x="26" y="14"/>
                    <a:pt x="27" y="13"/>
                  </a:cubicBezTo>
                  <a:cubicBezTo>
                    <a:pt x="27" y="13"/>
                    <a:pt x="26" y="13"/>
                    <a:pt x="26" y="13"/>
                  </a:cubicBezTo>
                  <a:cubicBezTo>
                    <a:pt x="26" y="12"/>
                    <a:pt x="26" y="12"/>
                    <a:pt x="25" y="12"/>
                  </a:cubicBezTo>
                  <a:cubicBezTo>
                    <a:pt x="25" y="12"/>
                    <a:pt x="24" y="13"/>
                    <a:pt x="23" y="13"/>
                  </a:cubicBezTo>
                  <a:cubicBezTo>
                    <a:pt x="22" y="13"/>
                    <a:pt x="21" y="13"/>
                    <a:pt x="20" y="13"/>
                  </a:cubicBezTo>
                  <a:cubicBezTo>
                    <a:pt x="18" y="13"/>
                    <a:pt x="16" y="14"/>
                    <a:pt x="14" y="14"/>
                  </a:cubicBezTo>
                  <a:cubicBezTo>
                    <a:pt x="17" y="18"/>
                    <a:pt x="18" y="20"/>
                    <a:pt x="19" y="21"/>
                  </a:cubicBezTo>
                  <a:cubicBezTo>
                    <a:pt x="20" y="23"/>
                    <a:pt x="21" y="23"/>
                    <a:pt x="21" y="24"/>
                  </a:cubicBezTo>
                  <a:cubicBezTo>
                    <a:pt x="22" y="24"/>
                    <a:pt x="22" y="24"/>
                    <a:pt x="23" y="23"/>
                  </a:cubicBezTo>
                  <a:cubicBezTo>
                    <a:pt x="23" y="23"/>
                    <a:pt x="23" y="22"/>
                    <a:pt x="24" y="21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9" name="Freeform 89"/>
            <p:cNvSpPr>
              <a:spLocks noEditPoints="1"/>
            </p:cNvSpPr>
            <p:nvPr/>
          </p:nvSpPr>
          <p:spPr bwMode="auto">
            <a:xfrm>
              <a:off x="3839" y="111"/>
              <a:ext cx="242" cy="244"/>
            </a:xfrm>
            <a:custGeom>
              <a:avLst/>
              <a:gdLst>
                <a:gd name="T0" fmla="*/ 203 w 269"/>
                <a:gd name="T1" fmla="*/ 175 h 269"/>
                <a:gd name="T2" fmla="*/ 162 w 269"/>
                <a:gd name="T3" fmla="*/ 135 h 269"/>
                <a:gd name="T4" fmla="*/ 145 w 269"/>
                <a:gd name="T5" fmla="*/ 124 h 269"/>
                <a:gd name="T6" fmla="*/ 124 w 269"/>
                <a:gd name="T7" fmla="*/ 124 h 269"/>
                <a:gd name="T8" fmla="*/ 108 w 269"/>
                <a:gd name="T9" fmla="*/ 135 h 269"/>
                <a:gd name="T10" fmla="*/ 66 w 269"/>
                <a:gd name="T11" fmla="*/ 175 h 269"/>
                <a:gd name="T12" fmla="*/ 57 w 269"/>
                <a:gd name="T13" fmla="*/ 217 h 269"/>
                <a:gd name="T14" fmla="*/ 99 w 269"/>
                <a:gd name="T15" fmla="*/ 166 h 269"/>
                <a:gd name="T16" fmla="*/ 124 w 269"/>
                <a:gd name="T17" fmla="*/ 168 h 269"/>
                <a:gd name="T18" fmla="*/ 115 w 269"/>
                <a:gd name="T19" fmla="*/ 179 h 269"/>
                <a:gd name="T20" fmla="*/ 86 w 269"/>
                <a:gd name="T21" fmla="*/ 228 h 269"/>
                <a:gd name="T22" fmla="*/ 106 w 269"/>
                <a:gd name="T23" fmla="*/ 233 h 269"/>
                <a:gd name="T24" fmla="*/ 135 w 269"/>
                <a:gd name="T25" fmla="*/ 193 h 269"/>
                <a:gd name="T26" fmla="*/ 164 w 269"/>
                <a:gd name="T27" fmla="*/ 233 h 269"/>
                <a:gd name="T28" fmla="*/ 184 w 269"/>
                <a:gd name="T29" fmla="*/ 228 h 269"/>
                <a:gd name="T30" fmla="*/ 154 w 269"/>
                <a:gd name="T31" fmla="*/ 179 h 269"/>
                <a:gd name="T32" fmla="*/ 145 w 269"/>
                <a:gd name="T33" fmla="*/ 168 h 269"/>
                <a:gd name="T34" fmla="*/ 170 w 269"/>
                <a:gd name="T35" fmla="*/ 166 h 269"/>
                <a:gd name="T36" fmla="*/ 213 w 269"/>
                <a:gd name="T37" fmla="*/ 217 h 269"/>
                <a:gd name="T38" fmla="*/ 144 w 269"/>
                <a:gd name="T39" fmla="*/ 33 h 269"/>
                <a:gd name="T40" fmla="*/ 144 w 269"/>
                <a:gd name="T41" fmla="*/ 94 h 269"/>
                <a:gd name="T42" fmla="*/ 152 w 269"/>
                <a:gd name="T43" fmla="*/ 109 h 269"/>
                <a:gd name="T44" fmla="*/ 226 w 269"/>
                <a:gd name="T45" fmla="*/ 169 h 269"/>
                <a:gd name="T46" fmla="*/ 245 w 269"/>
                <a:gd name="T47" fmla="*/ 164 h 269"/>
                <a:gd name="T48" fmla="*/ 204 w 269"/>
                <a:gd name="T49" fmla="*/ 113 h 269"/>
                <a:gd name="T50" fmla="*/ 165 w 269"/>
                <a:gd name="T51" fmla="*/ 68 h 269"/>
                <a:gd name="T52" fmla="*/ 236 w 269"/>
                <a:gd name="T53" fmla="*/ 97 h 269"/>
                <a:gd name="T54" fmla="*/ 199 w 269"/>
                <a:gd name="T55" fmla="*/ 59 h 269"/>
                <a:gd name="T56" fmla="*/ 165 w 269"/>
                <a:gd name="T57" fmla="*/ 33 h 269"/>
                <a:gd name="T58" fmla="*/ 144 w 269"/>
                <a:gd name="T59" fmla="*/ 33 h 269"/>
                <a:gd name="T60" fmla="*/ 104 w 269"/>
                <a:gd name="T61" fmla="*/ 33 h 269"/>
                <a:gd name="T62" fmla="*/ 71 w 269"/>
                <a:gd name="T63" fmla="*/ 59 h 269"/>
                <a:gd name="T64" fmla="*/ 33 w 269"/>
                <a:gd name="T65" fmla="*/ 97 h 269"/>
                <a:gd name="T66" fmla="*/ 104 w 269"/>
                <a:gd name="T67" fmla="*/ 68 h 269"/>
                <a:gd name="T68" fmla="*/ 65 w 269"/>
                <a:gd name="T69" fmla="*/ 113 h 269"/>
                <a:gd name="T70" fmla="*/ 25 w 269"/>
                <a:gd name="T71" fmla="*/ 164 h 269"/>
                <a:gd name="T72" fmla="*/ 44 w 269"/>
                <a:gd name="T73" fmla="*/ 169 h 269"/>
                <a:gd name="T74" fmla="*/ 118 w 269"/>
                <a:gd name="T75" fmla="*/ 109 h 269"/>
                <a:gd name="T76" fmla="*/ 126 w 269"/>
                <a:gd name="T77" fmla="*/ 94 h 269"/>
                <a:gd name="T78" fmla="*/ 126 w 269"/>
                <a:gd name="T79" fmla="*/ 33 h 269"/>
                <a:gd name="T80" fmla="*/ 269 w 269"/>
                <a:gd name="T81" fmla="*/ 135 h 269"/>
                <a:gd name="T82" fmla="*/ 0 w 269"/>
                <a:gd name="T83" fmla="*/ 135 h 269"/>
                <a:gd name="T84" fmla="*/ 269 w 269"/>
                <a:gd name="T85" fmla="*/ 135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9" h="269">
                  <a:moveTo>
                    <a:pt x="218" y="203"/>
                  </a:moveTo>
                  <a:cubicBezTo>
                    <a:pt x="214" y="193"/>
                    <a:pt x="209" y="183"/>
                    <a:pt x="203" y="175"/>
                  </a:cubicBezTo>
                  <a:cubicBezTo>
                    <a:pt x="198" y="166"/>
                    <a:pt x="191" y="158"/>
                    <a:pt x="184" y="151"/>
                  </a:cubicBezTo>
                  <a:cubicBezTo>
                    <a:pt x="177" y="144"/>
                    <a:pt x="170" y="139"/>
                    <a:pt x="162" y="135"/>
                  </a:cubicBezTo>
                  <a:cubicBezTo>
                    <a:pt x="156" y="133"/>
                    <a:pt x="151" y="131"/>
                    <a:pt x="145" y="130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5" y="118"/>
                    <a:pt x="141" y="114"/>
                    <a:pt x="135" y="114"/>
                  </a:cubicBezTo>
                  <a:cubicBezTo>
                    <a:pt x="129" y="114"/>
                    <a:pt x="124" y="118"/>
                    <a:pt x="124" y="124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19" y="131"/>
                    <a:pt x="113" y="133"/>
                    <a:pt x="108" y="135"/>
                  </a:cubicBezTo>
                  <a:cubicBezTo>
                    <a:pt x="100" y="139"/>
                    <a:pt x="92" y="144"/>
                    <a:pt x="85" y="151"/>
                  </a:cubicBezTo>
                  <a:cubicBezTo>
                    <a:pt x="78" y="158"/>
                    <a:pt x="72" y="166"/>
                    <a:pt x="66" y="175"/>
                  </a:cubicBezTo>
                  <a:cubicBezTo>
                    <a:pt x="61" y="183"/>
                    <a:pt x="56" y="193"/>
                    <a:pt x="51" y="203"/>
                  </a:cubicBezTo>
                  <a:cubicBezTo>
                    <a:pt x="49" y="208"/>
                    <a:pt x="51" y="214"/>
                    <a:pt x="57" y="217"/>
                  </a:cubicBezTo>
                  <a:cubicBezTo>
                    <a:pt x="62" y="219"/>
                    <a:pt x="68" y="216"/>
                    <a:pt x="70" y="211"/>
                  </a:cubicBezTo>
                  <a:cubicBezTo>
                    <a:pt x="78" y="192"/>
                    <a:pt x="88" y="177"/>
                    <a:pt x="99" y="166"/>
                  </a:cubicBezTo>
                  <a:cubicBezTo>
                    <a:pt x="107" y="159"/>
                    <a:pt x="116" y="154"/>
                    <a:pt x="124" y="151"/>
                  </a:cubicBezTo>
                  <a:cubicBezTo>
                    <a:pt x="124" y="168"/>
                    <a:pt x="124" y="168"/>
                    <a:pt x="124" y="168"/>
                  </a:cubicBezTo>
                  <a:cubicBezTo>
                    <a:pt x="124" y="174"/>
                    <a:pt x="120" y="176"/>
                    <a:pt x="118" y="177"/>
                  </a:cubicBezTo>
                  <a:cubicBezTo>
                    <a:pt x="117" y="178"/>
                    <a:pt x="116" y="179"/>
                    <a:pt x="115" y="179"/>
                  </a:cubicBezTo>
                  <a:cubicBezTo>
                    <a:pt x="111" y="181"/>
                    <a:pt x="107" y="185"/>
                    <a:pt x="103" y="191"/>
                  </a:cubicBezTo>
                  <a:cubicBezTo>
                    <a:pt x="95" y="201"/>
                    <a:pt x="89" y="214"/>
                    <a:pt x="86" y="228"/>
                  </a:cubicBezTo>
                  <a:cubicBezTo>
                    <a:pt x="85" y="234"/>
                    <a:pt x="88" y="240"/>
                    <a:pt x="94" y="241"/>
                  </a:cubicBezTo>
                  <a:cubicBezTo>
                    <a:pt x="99" y="242"/>
                    <a:pt x="105" y="238"/>
                    <a:pt x="106" y="233"/>
                  </a:cubicBezTo>
                  <a:cubicBezTo>
                    <a:pt x="109" y="221"/>
                    <a:pt x="113" y="211"/>
                    <a:pt x="119" y="203"/>
                  </a:cubicBezTo>
                  <a:cubicBezTo>
                    <a:pt x="122" y="200"/>
                    <a:pt x="128" y="193"/>
                    <a:pt x="135" y="193"/>
                  </a:cubicBezTo>
                  <a:cubicBezTo>
                    <a:pt x="142" y="193"/>
                    <a:pt x="148" y="200"/>
                    <a:pt x="151" y="203"/>
                  </a:cubicBezTo>
                  <a:cubicBezTo>
                    <a:pt x="157" y="211"/>
                    <a:pt x="161" y="221"/>
                    <a:pt x="164" y="233"/>
                  </a:cubicBezTo>
                  <a:cubicBezTo>
                    <a:pt x="165" y="238"/>
                    <a:pt x="170" y="242"/>
                    <a:pt x="176" y="241"/>
                  </a:cubicBezTo>
                  <a:cubicBezTo>
                    <a:pt x="181" y="240"/>
                    <a:pt x="185" y="234"/>
                    <a:pt x="184" y="228"/>
                  </a:cubicBezTo>
                  <a:cubicBezTo>
                    <a:pt x="181" y="214"/>
                    <a:pt x="175" y="201"/>
                    <a:pt x="167" y="191"/>
                  </a:cubicBezTo>
                  <a:cubicBezTo>
                    <a:pt x="163" y="185"/>
                    <a:pt x="158" y="181"/>
                    <a:pt x="154" y="179"/>
                  </a:cubicBezTo>
                  <a:cubicBezTo>
                    <a:pt x="154" y="179"/>
                    <a:pt x="152" y="178"/>
                    <a:pt x="152" y="177"/>
                  </a:cubicBezTo>
                  <a:cubicBezTo>
                    <a:pt x="150" y="176"/>
                    <a:pt x="145" y="174"/>
                    <a:pt x="145" y="168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4" y="154"/>
                    <a:pt x="162" y="159"/>
                    <a:pt x="170" y="166"/>
                  </a:cubicBezTo>
                  <a:cubicBezTo>
                    <a:pt x="181" y="177"/>
                    <a:pt x="191" y="192"/>
                    <a:pt x="200" y="211"/>
                  </a:cubicBezTo>
                  <a:cubicBezTo>
                    <a:pt x="202" y="216"/>
                    <a:pt x="208" y="219"/>
                    <a:pt x="213" y="217"/>
                  </a:cubicBezTo>
                  <a:cubicBezTo>
                    <a:pt x="218" y="214"/>
                    <a:pt x="221" y="208"/>
                    <a:pt x="218" y="203"/>
                  </a:cubicBezTo>
                  <a:moveTo>
                    <a:pt x="144" y="33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144" y="99"/>
                    <a:pt x="144" y="99"/>
                    <a:pt x="144" y="99"/>
                  </a:cubicBezTo>
                  <a:cubicBezTo>
                    <a:pt x="144" y="103"/>
                    <a:pt x="146" y="108"/>
                    <a:pt x="152" y="109"/>
                  </a:cubicBezTo>
                  <a:cubicBezTo>
                    <a:pt x="164" y="111"/>
                    <a:pt x="178" y="119"/>
                    <a:pt x="191" y="129"/>
                  </a:cubicBezTo>
                  <a:cubicBezTo>
                    <a:pt x="204" y="139"/>
                    <a:pt x="215" y="153"/>
                    <a:pt x="226" y="169"/>
                  </a:cubicBezTo>
                  <a:cubicBezTo>
                    <a:pt x="229" y="174"/>
                    <a:pt x="235" y="175"/>
                    <a:pt x="240" y="172"/>
                  </a:cubicBezTo>
                  <a:cubicBezTo>
                    <a:pt x="243" y="170"/>
                    <a:pt x="245" y="167"/>
                    <a:pt x="245" y="164"/>
                  </a:cubicBezTo>
                  <a:cubicBezTo>
                    <a:pt x="245" y="162"/>
                    <a:pt x="244" y="160"/>
                    <a:pt x="243" y="158"/>
                  </a:cubicBezTo>
                  <a:cubicBezTo>
                    <a:pt x="231" y="140"/>
                    <a:pt x="218" y="125"/>
                    <a:pt x="204" y="113"/>
                  </a:cubicBezTo>
                  <a:cubicBezTo>
                    <a:pt x="192" y="103"/>
                    <a:pt x="179" y="95"/>
                    <a:pt x="165" y="91"/>
                  </a:cubicBezTo>
                  <a:cubicBezTo>
                    <a:pt x="165" y="68"/>
                    <a:pt x="165" y="68"/>
                    <a:pt x="165" y="68"/>
                  </a:cubicBezTo>
                  <a:cubicBezTo>
                    <a:pt x="184" y="73"/>
                    <a:pt x="205" y="84"/>
                    <a:pt x="222" y="99"/>
                  </a:cubicBezTo>
                  <a:cubicBezTo>
                    <a:pt x="226" y="102"/>
                    <a:pt x="233" y="102"/>
                    <a:pt x="236" y="97"/>
                  </a:cubicBezTo>
                  <a:cubicBezTo>
                    <a:pt x="240" y="93"/>
                    <a:pt x="240" y="87"/>
                    <a:pt x="235" y="83"/>
                  </a:cubicBezTo>
                  <a:cubicBezTo>
                    <a:pt x="224" y="74"/>
                    <a:pt x="212" y="65"/>
                    <a:pt x="199" y="59"/>
                  </a:cubicBezTo>
                  <a:cubicBezTo>
                    <a:pt x="188" y="53"/>
                    <a:pt x="176" y="49"/>
                    <a:pt x="165" y="46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7"/>
                    <a:pt x="160" y="22"/>
                    <a:pt x="155" y="22"/>
                  </a:cubicBezTo>
                  <a:cubicBezTo>
                    <a:pt x="149" y="22"/>
                    <a:pt x="144" y="27"/>
                    <a:pt x="144" y="33"/>
                  </a:cubicBezTo>
                  <a:moveTo>
                    <a:pt x="115" y="22"/>
                  </a:moveTo>
                  <a:cubicBezTo>
                    <a:pt x="109" y="22"/>
                    <a:pt x="104" y="27"/>
                    <a:pt x="104" y="33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93" y="49"/>
                    <a:pt x="82" y="53"/>
                    <a:pt x="71" y="59"/>
                  </a:cubicBezTo>
                  <a:cubicBezTo>
                    <a:pt x="58" y="65"/>
                    <a:pt x="45" y="74"/>
                    <a:pt x="34" y="83"/>
                  </a:cubicBezTo>
                  <a:cubicBezTo>
                    <a:pt x="30" y="87"/>
                    <a:pt x="30" y="93"/>
                    <a:pt x="33" y="97"/>
                  </a:cubicBezTo>
                  <a:cubicBezTo>
                    <a:pt x="37" y="102"/>
                    <a:pt x="43" y="102"/>
                    <a:pt x="48" y="99"/>
                  </a:cubicBezTo>
                  <a:cubicBezTo>
                    <a:pt x="65" y="84"/>
                    <a:pt x="85" y="73"/>
                    <a:pt x="104" y="68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91" y="95"/>
                    <a:pt x="78" y="103"/>
                    <a:pt x="65" y="113"/>
                  </a:cubicBezTo>
                  <a:cubicBezTo>
                    <a:pt x="51" y="125"/>
                    <a:pt x="38" y="140"/>
                    <a:pt x="26" y="158"/>
                  </a:cubicBezTo>
                  <a:cubicBezTo>
                    <a:pt x="25" y="160"/>
                    <a:pt x="25" y="162"/>
                    <a:pt x="25" y="164"/>
                  </a:cubicBezTo>
                  <a:cubicBezTo>
                    <a:pt x="25" y="167"/>
                    <a:pt x="26" y="170"/>
                    <a:pt x="29" y="172"/>
                  </a:cubicBezTo>
                  <a:cubicBezTo>
                    <a:pt x="34" y="175"/>
                    <a:pt x="41" y="174"/>
                    <a:pt x="44" y="169"/>
                  </a:cubicBezTo>
                  <a:cubicBezTo>
                    <a:pt x="54" y="153"/>
                    <a:pt x="66" y="139"/>
                    <a:pt x="79" y="129"/>
                  </a:cubicBezTo>
                  <a:cubicBezTo>
                    <a:pt x="91" y="119"/>
                    <a:pt x="105" y="111"/>
                    <a:pt x="118" y="109"/>
                  </a:cubicBezTo>
                  <a:cubicBezTo>
                    <a:pt x="123" y="108"/>
                    <a:pt x="126" y="103"/>
                    <a:pt x="126" y="9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27"/>
                    <a:pt x="121" y="22"/>
                    <a:pt x="115" y="22"/>
                  </a:cubicBezTo>
                  <a:moveTo>
                    <a:pt x="269" y="135"/>
                  </a:moveTo>
                  <a:cubicBezTo>
                    <a:pt x="269" y="209"/>
                    <a:pt x="209" y="269"/>
                    <a:pt x="135" y="269"/>
                  </a:cubicBezTo>
                  <a:cubicBezTo>
                    <a:pt x="61" y="269"/>
                    <a:pt x="0" y="209"/>
                    <a:pt x="0" y="135"/>
                  </a:cubicBezTo>
                  <a:cubicBezTo>
                    <a:pt x="0" y="60"/>
                    <a:pt x="61" y="0"/>
                    <a:pt x="135" y="0"/>
                  </a:cubicBezTo>
                  <a:cubicBezTo>
                    <a:pt x="209" y="0"/>
                    <a:pt x="269" y="60"/>
                    <a:pt x="269" y="1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0" name="Freeform 90"/>
            <p:cNvSpPr>
              <a:spLocks noEditPoints="1"/>
            </p:cNvSpPr>
            <p:nvPr/>
          </p:nvSpPr>
          <p:spPr bwMode="auto">
            <a:xfrm>
              <a:off x="4206" y="327"/>
              <a:ext cx="33" cy="43"/>
            </a:xfrm>
            <a:custGeom>
              <a:avLst/>
              <a:gdLst>
                <a:gd name="T0" fmla="*/ 26 w 36"/>
                <a:gd name="T1" fmla="*/ 20 h 48"/>
                <a:gd name="T2" fmla="*/ 28 w 36"/>
                <a:gd name="T3" fmla="*/ 16 h 48"/>
                <a:gd name="T4" fmla="*/ 28 w 36"/>
                <a:gd name="T5" fmla="*/ 13 h 48"/>
                <a:gd name="T6" fmla="*/ 28 w 36"/>
                <a:gd name="T7" fmla="*/ 9 h 48"/>
                <a:gd name="T8" fmla="*/ 26 w 36"/>
                <a:gd name="T9" fmla="*/ 6 h 48"/>
                <a:gd name="T10" fmla="*/ 23 w 36"/>
                <a:gd name="T11" fmla="*/ 3 h 48"/>
                <a:gd name="T12" fmla="*/ 18 w 36"/>
                <a:gd name="T13" fmla="*/ 2 h 48"/>
                <a:gd name="T14" fmla="*/ 13 w 36"/>
                <a:gd name="T15" fmla="*/ 2 h 48"/>
                <a:gd name="T16" fmla="*/ 13 w 36"/>
                <a:gd name="T17" fmla="*/ 24 h 48"/>
                <a:gd name="T18" fmla="*/ 17 w 36"/>
                <a:gd name="T19" fmla="*/ 24 h 48"/>
                <a:gd name="T20" fmla="*/ 23 w 36"/>
                <a:gd name="T21" fmla="*/ 22 h 48"/>
                <a:gd name="T22" fmla="*/ 26 w 36"/>
                <a:gd name="T23" fmla="*/ 20 h 48"/>
                <a:gd name="T24" fmla="*/ 36 w 36"/>
                <a:gd name="T25" fmla="*/ 12 h 48"/>
                <a:gd name="T26" fmla="*/ 35 w 36"/>
                <a:gd name="T27" fmla="*/ 18 h 48"/>
                <a:gd name="T28" fmla="*/ 31 w 36"/>
                <a:gd name="T29" fmla="*/ 23 h 48"/>
                <a:gd name="T30" fmla="*/ 25 w 36"/>
                <a:gd name="T31" fmla="*/ 26 h 48"/>
                <a:gd name="T32" fmla="*/ 19 w 36"/>
                <a:gd name="T33" fmla="*/ 27 h 48"/>
                <a:gd name="T34" fmla="*/ 13 w 36"/>
                <a:gd name="T35" fmla="*/ 27 h 48"/>
                <a:gd name="T36" fmla="*/ 13 w 36"/>
                <a:gd name="T37" fmla="*/ 41 h 48"/>
                <a:gd name="T38" fmla="*/ 14 w 36"/>
                <a:gd name="T39" fmla="*/ 43 h 48"/>
                <a:gd name="T40" fmla="*/ 15 w 36"/>
                <a:gd name="T41" fmla="*/ 45 h 48"/>
                <a:gd name="T42" fmla="*/ 18 w 36"/>
                <a:gd name="T43" fmla="*/ 45 h 48"/>
                <a:gd name="T44" fmla="*/ 20 w 36"/>
                <a:gd name="T45" fmla="*/ 45 h 48"/>
                <a:gd name="T46" fmla="*/ 20 w 36"/>
                <a:gd name="T47" fmla="*/ 48 h 48"/>
                <a:gd name="T48" fmla="*/ 0 w 36"/>
                <a:gd name="T49" fmla="*/ 48 h 48"/>
                <a:gd name="T50" fmla="*/ 0 w 36"/>
                <a:gd name="T51" fmla="*/ 45 h 48"/>
                <a:gd name="T52" fmla="*/ 2 w 36"/>
                <a:gd name="T53" fmla="*/ 45 h 48"/>
                <a:gd name="T54" fmla="*/ 4 w 36"/>
                <a:gd name="T55" fmla="*/ 45 h 48"/>
                <a:gd name="T56" fmla="*/ 6 w 36"/>
                <a:gd name="T57" fmla="*/ 43 h 48"/>
                <a:gd name="T58" fmla="*/ 6 w 36"/>
                <a:gd name="T59" fmla="*/ 41 h 48"/>
                <a:gd name="T60" fmla="*/ 6 w 36"/>
                <a:gd name="T61" fmla="*/ 7 h 48"/>
                <a:gd name="T62" fmla="*/ 6 w 36"/>
                <a:gd name="T63" fmla="*/ 4 h 48"/>
                <a:gd name="T64" fmla="*/ 4 w 36"/>
                <a:gd name="T65" fmla="*/ 3 h 48"/>
                <a:gd name="T66" fmla="*/ 2 w 36"/>
                <a:gd name="T67" fmla="*/ 2 h 48"/>
                <a:gd name="T68" fmla="*/ 0 w 36"/>
                <a:gd name="T69" fmla="*/ 2 h 48"/>
                <a:gd name="T70" fmla="*/ 0 w 36"/>
                <a:gd name="T71" fmla="*/ 0 h 48"/>
                <a:gd name="T72" fmla="*/ 21 w 36"/>
                <a:gd name="T73" fmla="*/ 0 h 48"/>
                <a:gd name="T74" fmla="*/ 32 w 36"/>
                <a:gd name="T75" fmla="*/ 3 h 48"/>
                <a:gd name="T76" fmla="*/ 36 w 36"/>
                <a:gd name="T77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6" h="48">
                  <a:moveTo>
                    <a:pt x="26" y="20"/>
                  </a:moveTo>
                  <a:cubicBezTo>
                    <a:pt x="27" y="19"/>
                    <a:pt x="27" y="17"/>
                    <a:pt x="28" y="16"/>
                  </a:cubicBezTo>
                  <a:cubicBezTo>
                    <a:pt x="28" y="15"/>
                    <a:pt x="28" y="14"/>
                    <a:pt x="28" y="13"/>
                  </a:cubicBezTo>
                  <a:cubicBezTo>
                    <a:pt x="28" y="12"/>
                    <a:pt x="28" y="11"/>
                    <a:pt x="28" y="9"/>
                  </a:cubicBezTo>
                  <a:cubicBezTo>
                    <a:pt x="27" y="8"/>
                    <a:pt x="27" y="7"/>
                    <a:pt x="26" y="6"/>
                  </a:cubicBezTo>
                  <a:cubicBezTo>
                    <a:pt x="25" y="5"/>
                    <a:pt x="24" y="4"/>
                    <a:pt x="23" y="3"/>
                  </a:cubicBezTo>
                  <a:cubicBezTo>
                    <a:pt x="22" y="3"/>
                    <a:pt x="20" y="2"/>
                    <a:pt x="18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9" y="24"/>
                    <a:pt x="21" y="23"/>
                    <a:pt x="23" y="22"/>
                  </a:cubicBezTo>
                  <a:cubicBezTo>
                    <a:pt x="24" y="22"/>
                    <a:pt x="25" y="21"/>
                    <a:pt x="26" y="20"/>
                  </a:cubicBezTo>
                  <a:moveTo>
                    <a:pt x="36" y="12"/>
                  </a:moveTo>
                  <a:cubicBezTo>
                    <a:pt x="36" y="14"/>
                    <a:pt x="36" y="16"/>
                    <a:pt x="35" y="18"/>
                  </a:cubicBezTo>
                  <a:cubicBezTo>
                    <a:pt x="34" y="20"/>
                    <a:pt x="33" y="22"/>
                    <a:pt x="31" y="23"/>
                  </a:cubicBezTo>
                  <a:cubicBezTo>
                    <a:pt x="29" y="24"/>
                    <a:pt x="27" y="25"/>
                    <a:pt x="25" y="26"/>
                  </a:cubicBezTo>
                  <a:cubicBezTo>
                    <a:pt x="23" y="26"/>
                    <a:pt x="21" y="27"/>
                    <a:pt x="19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2"/>
                    <a:pt x="14" y="43"/>
                    <a:pt x="14" y="43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5"/>
                    <a:pt x="17" y="45"/>
                    <a:pt x="18" y="45"/>
                  </a:cubicBezTo>
                  <a:cubicBezTo>
                    <a:pt x="19" y="45"/>
                    <a:pt x="20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3" y="45"/>
                    <a:pt x="4" y="45"/>
                    <a:pt x="4" y="45"/>
                  </a:cubicBezTo>
                  <a:cubicBezTo>
                    <a:pt x="5" y="44"/>
                    <a:pt x="5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6" y="4"/>
                    <a:pt x="5" y="3"/>
                    <a:pt x="4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6" y="0"/>
                    <a:pt x="30" y="1"/>
                    <a:pt x="32" y="3"/>
                  </a:cubicBezTo>
                  <a:cubicBezTo>
                    <a:pt x="35" y="5"/>
                    <a:pt x="36" y="8"/>
                    <a:pt x="36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1" name="Freeform 91"/>
            <p:cNvSpPr/>
            <p:nvPr/>
          </p:nvSpPr>
          <p:spPr bwMode="auto">
            <a:xfrm>
              <a:off x="4244" y="327"/>
              <a:ext cx="36" cy="43"/>
            </a:xfrm>
            <a:custGeom>
              <a:avLst/>
              <a:gdLst>
                <a:gd name="T0" fmla="*/ 40 w 40"/>
                <a:gd name="T1" fmla="*/ 33 h 48"/>
                <a:gd name="T2" fmla="*/ 39 w 40"/>
                <a:gd name="T3" fmla="*/ 48 h 48"/>
                <a:gd name="T4" fmla="*/ 0 w 40"/>
                <a:gd name="T5" fmla="*/ 48 h 48"/>
                <a:gd name="T6" fmla="*/ 0 w 40"/>
                <a:gd name="T7" fmla="*/ 45 h 48"/>
                <a:gd name="T8" fmla="*/ 2 w 40"/>
                <a:gd name="T9" fmla="*/ 45 h 48"/>
                <a:gd name="T10" fmla="*/ 4 w 40"/>
                <a:gd name="T11" fmla="*/ 44 h 48"/>
                <a:gd name="T12" fmla="*/ 6 w 40"/>
                <a:gd name="T13" fmla="*/ 43 h 48"/>
                <a:gd name="T14" fmla="*/ 6 w 40"/>
                <a:gd name="T15" fmla="*/ 41 h 48"/>
                <a:gd name="T16" fmla="*/ 6 w 40"/>
                <a:gd name="T17" fmla="*/ 7 h 48"/>
                <a:gd name="T18" fmla="*/ 6 w 40"/>
                <a:gd name="T19" fmla="*/ 5 h 48"/>
                <a:gd name="T20" fmla="*/ 4 w 40"/>
                <a:gd name="T21" fmla="*/ 3 h 48"/>
                <a:gd name="T22" fmla="*/ 2 w 40"/>
                <a:gd name="T23" fmla="*/ 2 h 48"/>
                <a:gd name="T24" fmla="*/ 0 w 40"/>
                <a:gd name="T25" fmla="*/ 2 h 48"/>
                <a:gd name="T26" fmla="*/ 0 w 40"/>
                <a:gd name="T27" fmla="*/ 0 h 48"/>
                <a:gd name="T28" fmla="*/ 37 w 40"/>
                <a:gd name="T29" fmla="*/ 0 h 48"/>
                <a:gd name="T30" fmla="*/ 37 w 40"/>
                <a:gd name="T31" fmla="*/ 11 h 48"/>
                <a:gd name="T32" fmla="*/ 34 w 40"/>
                <a:gd name="T33" fmla="*/ 11 h 48"/>
                <a:gd name="T34" fmla="*/ 31 w 40"/>
                <a:gd name="T35" fmla="*/ 6 h 48"/>
                <a:gd name="T36" fmla="*/ 27 w 40"/>
                <a:gd name="T37" fmla="*/ 3 h 48"/>
                <a:gd name="T38" fmla="*/ 24 w 40"/>
                <a:gd name="T39" fmla="*/ 3 h 48"/>
                <a:gd name="T40" fmla="*/ 21 w 40"/>
                <a:gd name="T41" fmla="*/ 2 h 48"/>
                <a:gd name="T42" fmla="*/ 14 w 40"/>
                <a:gd name="T43" fmla="*/ 2 h 48"/>
                <a:gd name="T44" fmla="*/ 14 w 40"/>
                <a:gd name="T45" fmla="*/ 21 h 48"/>
                <a:gd name="T46" fmla="*/ 19 w 40"/>
                <a:gd name="T47" fmla="*/ 21 h 48"/>
                <a:gd name="T48" fmla="*/ 23 w 40"/>
                <a:gd name="T49" fmla="*/ 21 h 48"/>
                <a:gd name="T50" fmla="*/ 25 w 40"/>
                <a:gd name="T51" fmla="*/ 19 h 48"/>
                <a:gd name="T52" fmla="*/ 26 w 40"/>
                <a:gd name="T53" fmla="*/ 17 h 48"/>
                <a:gd name="T54" fmla="*/ 27 w 40"/>
                <a:gd name="T55" fmla="*/ 14 h 48"/>
                <a:gd name="T56" fmla="*/ 29 w 40"/>
                <a:gd name="T57" fmla="*/ 14 h 48"/>
                <a:gd name="T58" fmla="*/ 29 w 40"/>
                <a:gd name="T59" fmla="*/ 32 h 48"/>
                <a:gd name="T60" fmla="*/ 27 w 40"/>
                <a:gd name="T61" fmla="*/ 32 h 48"/>
                <a:gd name="T62" fmla="*/ 26 w 40"/>
                <a:gd name="T63" fmla="*/ 29 h 48"/>
                <a:gd name="T64" fmla="*/ 25 w 40"/>
                <a:gd name="T65" fmla="*/ 26 h 48"/>
                <a:gd name="T66" fmla="*/ 22 w 40"/>
                <a:gd name="T67" fmla="*/ 25 h 48"/>
                <a:gd name="T68" fmla="*/ 19 w 40"/>
                <a:gd name="T69" fmla="*/ 24 h 48"/>
                <a:gd name="T70" fmla="*/ 14 w 40"/>
                <a:gd name="T71" fmla="*/ 24 h 48"/>
                <a:gd name="T72" fmla="*/ 14 w 40"/>
                <a:gd name="T73" fmla="*/ 39 h 48"/>
                <a:gd name="T74" fmla="*/ 14 w 40"/>
                <a:gd name="T75" fmla="*/ 42 h 48"/>
                <a:gd name="T76" fmla="*/ 15 w 40"/>
                <a:gd name="T77" fmla="*/ 44 h 48"/>
                <a:gd name="T78" fmla="*/ 17 w 40"/>
                <a:gd name="T79" fmla="*/ 45 h 48"/>
                <a:gd name="T80" fmla="*/ 22 w 40"/>
                <a:gd name="T81" fmla="*/ 45 h 48"/>
                <a:gd name="T82" fmla="*/ 25 w 40"/>
                <a:gd name="T83" fmla="*/ 45 h 48"/>
                <a:gd name="T84" fmla="*/ 28 w 40"/>
                <a:gd name="T85" fmla="*/ 45 h 48"/>
                <a:gd name="T86" fmla="*/ 30 w 40"/>
                <a:gd name="T87" fmla="*/ 44 h 48"/>
                <a:gd name="T88" fmla="*/ 32 w 40"/>
                <a:gd name="T89" fmla="*/ 43 h 48"/>
                <a:gd name="T90" fmla="*/ 36 w 40"/>
                <a:gd name="T91" fmla="*/ 38 h 48"/>
                <a:gd name="T92" fmla="*/ 38 w 40"/>
                <a:gd name="T93" fmla="*/ 33 h 48"/>
                <a:gd name="T94" fmla="*/ 40 w 40"/>
                <a:gd name="T95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0" h="48">
                  <a:moveTo>
                    <a:pt x="40" y="33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3" y="45"/>
                    <a:pt x="4" y="45"/>
                    <a:pt x="4" y="44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3" y="8"/>
                    <a:pt x="31" y="6"/>
                  </a:cubicBezTo>
                  <a:cubicBezTo>
                    <a:pt x="30" y="4"/>
                    <a:pt x="28" y="3"/>
                    <a:pt x="27" y="3"/>
                  </a:cubicBezTo>
                  <a:cubicBezTo>
                    <a:pt x="26" y="3"/>
                    <a:pt x="25" y="3"/>
                    <a:pt x="24" y="3"/>
                  </a:cubicBezTo>
                  <a:cubicBezTo>
                    <a:pt x="23" y="3"/>
                    <a:pt x="22" y="2"/>
                    <a:pt x="21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1" y="21"/>
                    <a:pt x="22" y="21"/>
                    <a:pt x="23" y="21"/>
                  </a:cubicBezTo>
                  <a:cubicBezTo>
                    <a:pt x="24" y="21"/>
                    <a:pt x="24" y="20"/>
                    <a:pt x="25" y="19"/>
                  </a:cubicBezTo>
                  <a:cubicBezTo>
                    <a:pt x="25" y="19"/>
                    <a:pt x="26" y="18"/>
                    <a:pt x="26" y="17"/>
                  </a:cubicBezTo>
                  <a:cubicBezTo>
                    <a:pt x="26" y="16"/>
                    <a:pt x="27" y="15"/>
                    <a:pt x="27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0"/>
                    <a:pt x="26" y="29"/>
                  </a:cubicBezTo>
                  <a:cubicBezTo>
                    <a:pt x="26" y="28"/>
                    <a:pt x="25" y="27"/>
                    <a:pt x="25" y="26"/>
                  </a:cubicBezTo>
                  <a:cubicBezTo>
                    <a:pt x="24" y="25"/>
                    <a:pt x="23" y="25"/>
                    <a:pt x="22" y="25"/>
                  </a:cubicBezTo>
                  <a:cubicBezTo>
                    <a:pt x="22" y="24"/>
                    <a:pt x="20" y="24"/>
                    <a:pt x="19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4" y="43"/>
                    <a:pt x="14" y="43"/>
                    <a:pt x="15" y="44"/>
                  </a:cubicBezTo>
                  <a:cubicBezTo>
                    <a:pt x="16" y="44"/>
                    <a:pt x="16" y="44"/>
                    <a:pt x="17" y="45"/>
                  </a:cubicBezTo>
                  <a:cubicBezTo>
                    <a:pt x="18" y="45"/>
                    <a:pt x="20" y="45"/>
                    <a:pt x="22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7" y="45"/>
                    <a:pt x="28" y="45"/>
                  </a:cubicBezTo>
                  <a:cubicBezTo>
                    <a:pt x="29" y="45"/>
                    <a:pt x="29" y="44"/>
                    <a:pt x="30" y="44"/>
                  </a:cubicBezTo>
                  <a:cubicBezTo>
                    <a:pt x="31" y="44"/>
                    <a:pt x="32" y="44"/>
                    <a:pt x="32" y="43"/>
                  </a:cubicBezTo>
                  <a:cubicBezTo>
                    <a:pt x="33" y="42"/>
                    <a:pt x="34" y="41"/>
                    <a:pt x="36" y="38"/>
                  </a:cubicBezTo>
                  <a:cubicBezTo>
                    <a:pt x="37" y="36"/>
                    <a:pt x="37" y="35"/>
                    <a:pt x="38" y="33"/>
                  </a:cubicBezTo>
                  <a:lnTo>
                    <a:pt x="4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2" name="Freeform 92"/>
            <p:cNvSpPr/>
            <p:nvPr/>
          </p:nvSpPr>
          <p:spPr bwMode="auto">
            <a:xfrm>
              <a:off x="4283" y="327"/>
              <a:ext cx="42" cy="43"/>
            </a:xfrm>
            <a:custGeom>
              <a:avLst/>
              <a:gdLst>
                <a:gd name="T0" fmla="*/ 47 w 47"/>
                <a:gd name="T1" fmla="*/ 48 h 48"/>
                <a:gd name="T2" fmla="*/ 33 w 47"/>
                <a:gd name="T3" fmla="*/ 48 h 48"/>
                <a:gd name="T4" fmla="*/ 24 w 47"/>
                <a:gd name="T5" fmla="*/ 36 h 48"/>
                <a:gd name="T6" fmla="*/ 15 w 47"/>
                <a:gd name="T7" fmla="*/ 24 h 48"/>
                <a:gd name="T8" fmla="*/ 14 w 47"/>
                <a:gd name="T9" fmla="*/ 24 h 48"/>
                <a:gd name="T10" fmla="*/ 14 w 47"/>
                <a:gd name="T11" fmla="*/ 41 h 48"/>
                <a:gd name="T12" fmla="*/ 14 w 47"/>
                <a:gd name="T13" fmla="*/ 43 h 48"/>
                <a:gd name="T14" fmla="*/ 16 w 47"/>
                <a:gd name="T15" fmla="*/ 44 h 48"/>
                <a:gd name="T16" fmla="*/ 18 w 47"/>
                <a:gd name="T17" fmla="*/ 45 h 48"/>
                <a:gd name="T18" fmla="*/ 20 w 47"/>
                <a:gd name="T19" fmla="*/ 45 h 48"/>
                <a:gd name="T20" fmla="*/ 20 w 47"/>
                <a:gd name="T21" fmla="*/ 48 h 48"/>
                <a:gd name="T22" fmla="*/ 0 w 47"/>
                <a:gd name="T23" fmla="*/ 48 h 48"/>
                <a:gd name="T24" fmla="*/ 0 w 47"/>
                <a:gd name="T25" fmla="*/ 45 h 48"/>
                <a:gd name="T26" fmla="*/ 2 w 47"/>
                <a:gd name="T27" fmla="*/ 45 h 48"/>
                <a:gd name="T28" fmla="*/ 4 w 47"/>
                <a:gd name="T29" fmla="*/ 45 h 48"/>
                <a:gd name="T30" fmla="*/ 6 w 47"/>
                <a:gd name="T31" fmla="*/ 43 h 48"/>
                <a:gd name="T32" fmla="*/ 6 w 47"/>
                <a:gd name="T33" fmla="*/ 41 h 48"/>
                <a:gd name="T34" fmla="*/ 6 w 47"/>
                <a:gd name="T35" fmla="*/ 7 h 48"/>
                <a:gd name="T36" fmla="*/ 6 w 47"/>
                <a:gd name="T37" fmla="*/ 5 h 48"/>
                <a:gd name="T38" fmla="*/ 4 w 47"/>
                <a:gd name="T39" fmla="*/ 3 h 48"/>
                <a:gd name="T40" fmla="*/ 2 w 47"/>
                <a:gd name="T41" fmla="*/ 2 h 48"/>
                <a:gd name="T42" fmla="*/ 0 w 47"/>
                <a:gd name="T43" fmla="*/ 2 h 48"/>
                <a:gd name="T44" fmla="*/ 0 w 47"/>
                <a:gd name="T45" fmla="*/ 0 h 48"/>
                <a:gd name="T46" fmla="*/ 20 w 47"/>
                <a:gd name="T47" fmla="*/ 0 h 48"/>
                <a:gd name="T48" fmla="*/ 20 w 47"/>
                <a:gd name="T49" fmla="*/ 2 h 48"/>
                <a:gd name="T50" fmla="*/ 18 w 47"/>
                <a:gd name="T51" fmla="*/ 2 h 48"/>
                <a:gd name="T52" fmla="*/ 16 w 47"/>
                <a:gd name="T53" fmla="*/ 3 h 48"/>
                <a:gd name="T54" fmla="*/ 14 w 47"/>
                <a:gd name="T55" fmla="*/ 4 h 48"/>
                <a:gd name="T56" fmla="*/ 14 w 47"/>
                <a:gd name="T57" fmla="*/ 6 h 48"/>
                <a:gd name="T58" fmla="*/ 14 w 47"/>
                <a:gd name="T59" fmla="*/ 23 h 48"/>
                <a:gd name="T60" fmla="*/ 14 w 47"/>
                <a:gd name="T61" fmla="*/ 23 h 48"/>
                <a:gd name="T62" fmla="*/ 20 w 47"/>
                <a:gd name="T63" fmla="*/ 18 h 48"/>
                <a:gd name="T64" fmla="*/ 26 w 47"/>
                <a:gd name="T65" fmla="*/ 12 h 48"/>
                <a:gd name="T66" fmla="*/ 30 w 47"/>
                <a:gd name="T67" fmla="*/ 7 h 48"/>
                <a:gd name="T68" fmla="*/ 31 w 47"/>
                <a:gd name="T69" fmla="*/ 4 h 48"/>
                <a:gd name="T70" fmla="*/ 30 w 47"/>
                <a:gd name="T71" fmla="*/ 3 h 48"/>
                <a:gd name="T72" fmla="*/ 29 w 47"/>
                <a:gd name="T73" fmla="*/ 2 h 48"/>
                <a:gd name="T74" fmla="*/ 27 w 47"/>
                <a:gd name="T75" fmla="*/ 2 h 48"/>
                <a:gd name="T76" fmla="*/ 26 w 47"/>
                <a:gd name="T77" fmla="*/ 2 h 48"/>
                <a:gd name="T78" fmla="*/ 26 w 47"/>
                <a:gd name="T79" fmla="*/ 0 h 48"/>
                <a:gd name="T80" fmla="*/ 44 w 47"/>
                <a:gd name="T81" fmla="*/ 0 h 48"/>
                <a:gd name="T82" fmla="*/ 44 w 47"/>
                <a:gd name="T83" fmla="*/ 2 h 48"/>
                <a:gd name="T84" fmla="*/ 43 w 47"/>
                <a:gd name="T85" fmla="*/ 2 h 48"/>
                <a:gd name="T86" fmla="*/ 43 w 47"/>
                <a:gd name="T87" fmla="*/ 2 h 48"/>
                <a:gd name="T88" fmla="*/ 42 w 47"/>
                <a:gd name="T89" fmla="*/ 2 h 48"/>
                <a:gd name="T90" fmla="*/ 40 w 47"/>
                <a:gd name="T91" fmla="*/ 3 h 48"/>
                <a:gd name="T92" fmla="*/ 38 w 47"/>
                <a:gd name="T93" fmla="*/ 3 h 48"/>
                <a:gd name="T94" fmla="*/ 36 w 47"/>
                <a:gd name="T95" fmla="*/ 5 h 48"/>
                <a:gd name="T96" fmla="*/ 29 w 47"/>
                <a:gd name="T97" fmla="*/ 13 h 48"/>
                <a:gd name="T98" fmla="*/ 21 w 47"/>
                <a:gd name="T99" fmla="*/ 21 h 48"/>
                <a:gd name="T100" fmla="*/ 30 w 47"/>
                <a:gd name="T101" fmla="*/ 31 h 48"/>
                <a:gd name="T102" fmla="*/ 37 w 47"/>
                <a:gd name="T103" fmla="*/ 40 h 48"/>
                <a:gd name="T104" fmla="*/ 40 w 47"/>
                <a:gd name="T105" fmla="*/ 43 h 48"/>
                <a:gd name="T106" fmla="*/ 42 w 47"/>
                <a:gd name="T107" fmla="*/ 44 h 48"/>
                <a:gd name="T108" fmla="*/ 44 w 47"/>
                <a:gd name="T109" fmla="*/ 45 h 48"/>
                <a:gd name="T110" fmla="*/ 47 w 47"/>
                <a:gd name="T111" fmla="*/ 45 h 48"/>
                <a:gd name="T112" fmla="*/ 47 w 47"/>
                <a:gd name="T1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7" h="48">
                  <a:moveTo>
                    <a:pt x="47" y="48"/>
                  </a:moveTo>
                  <a:cubicBezTo>
                    <a:pt x="33" y="48"/>
                    <a:pt x="33" y="48"/>
                    <a:pt x="33" y="48"/>
                  </a:cubicBezTo>
                  <a:cubicBezTo>
                    <a:pt x="30" y="44"/>
                    <a:pt x="28" y="40"/>
                    <a:pt x="24" y="36"/>
                  </a:cubicBezTo>
                  <a:cubicBezTo>
                    <a:pt x="21" y="32"/>
                    <a:pt x="18" y="28"/>
                    <a:pt x="15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3"/>
                  </a:cubicBezTo>
                  <a:cubicBezTo>
                    <a:pt x="14" y="43"/>
                    <a:pt x="15" y="44"/>
                    <a:pt x="16" y="44"/>
                  </a:cubicBezTo>
                  <a:cubicBezTo>
                    <a:pt x="16" y="44"/>
                    <a:pt x="17" y="45"/>
                    <a:pt x="18" y="45"/>
                  </a:cubicBezTo>
                  <a:cubicBezTo>
                    <a:pt x="18" y="45"/>
                    <a:pt x="19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2" y="45"/>
                  </a:cubicBezTo>
                  <a:cubicBezTo>
                    <a:pt x="3" y="45"/>
                    <a:pt x="4" y="45"/>
                    <a:pt x="4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2"/>
                    <a:pt x="18" y="2"/>
                  </a:cubicBezTo>
                  <a:cubicBezTo>
                    <a:pt x="17" y="3"/>
                    <a:pt x="16" y="3"/>
                    <a:pt x="16" y="3"/>
                  </a:cubicBezTo>
                  <a:cubicBezTo>
                    <a:pt x="15" y="3"/>
                    <a:pt x="14" y="4"/>
                    <a:pt x="14" y="4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6" y="21"/>
                    <a:pt x="18" y="19"/>
                    <a:pt x="20" y="18"/>
                  </a:cubicBezTo>
                  <a:cubicBezTo>
                    <a:pt x="22" y="16"/>
                    <a:pt x="24" y="14"/>
                    <a:pt x="26" y="12"/>
                  </a:cubicBezTo>
                  <a:cubicBezTo>
                    <a:pt x="27" y="10"/>
                    <a:pt x="29" y="8"/>
                    <a:pt x="30" y="7"/>
                  </a:cubicBezTo>
                  <a:cubicBezTo>
                    <a:pt x="30" y="6"/>
                    <a:pt x="31" y="5"/>
                    <a:pt x="31" y="4"/>
                  </a:cubicBezTo>
                  <a:cubicBezTo>
                    <a:pt x="31" y="3"/>
                    <a:pt x="31" y="3"/>
                    <a:pt x="30" y="3"/>
                  </a:cubicBezTo>
                  <a:cubicBezTo>
                    <a:pt x="30" y="3"/>
                    <a:pt x="29" y="3"/>
                    <a:pt x="29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7" y="2"/>
                    <a:pt x="26" y="2"/>
                    <a:pt x="26" y="2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1" y="2"/>
                    <a:pt x="41" y="2"/>
                    <a:pt x="40" y="3"/>
                  </a:cubicBezTo>
                  <a:cubicBezTo>
                    <a:pt x="40" y="3"/>
                    <a:pt x="39" y="3"/>
                    <a:pt x="38" y="3"/>
                  </a:cubicBezTo>
                  <a:cubicBezTo>
                    <a:pt x="37" y="4"/>
                    <a:pt x="36" y="4"/>
                    <a:pt x="36" y="5"/>
                  </a:cubicBezTo>
                  <a:cubicBezTo>
                    <a:pt x="34" y="8"/>
                    <a:pt x="31" y="10"/>
                    <a:pt x="29" y="13"/>
                  </a:cubicBezTo>
                  <a:cubicBezTo>
                    <a:pt x="26" y="16"/>
                    <a:pt x="24" y="18"/>
                    <a:pt x="21" y="21"/>
                  </a:cubicBezTo>
                  <a:cubicBezTo>
                    <a:pt x="25" y="25"/>
                    <a:pt x="27" y="28"/>
                    <a:pt x="30" y="31"/>
                  </a:cubicBezTo>
                  <a:cubicBezTo>
                    <a:pt x="32" y="34"/>
                    <a:pt x="34" y="37"/>
                    <a:pt x="37" y="40"/>
                  </a:cubicBezTo>
                  <a:cubicBezTo>
                    <a:pt x="38" y="41"/>
                    <a:pt x="39" y="42"/>
                    <a:pt x="40" y="43"/>
                  </a:cubicBezTo>
                  <a:cubicBezTo>
                    <a:pt x="41" y="43"/>
                    <a:pt x="41" y="44"/>
                    <a:pt x="42" y="44"/>
                  </a:cubicBezTo>
                  <a:cubicBezTo>
                    <a:pt x="43" y="45"/>
                    <a:pt x="43" y="45"/>
                    <a:pt x="44" y="45"/>
                  </a:cubicBezTo>
                  <a:cubicBezTo>
                    <a:pt x="45" y="45"/>
                    <a:pt x="46" y="45"/>
                    <a:pt x="47" y="45"/>
                  </a:cubicBezTo>
                  <a:lnTo>
                    <a:pt x="47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3" name="Freeform 93"/>
            <p:cNvSpPr/>
            <p:nvPr/>
          </p:nvSpPr>
          <p:spPr bwMode="auto">
            <a:xfrm>
              <a:off x="4327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2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6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6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3" y="45"/>
                  </a:cubicBezTo>
                  <a:cubicBezTo>
                    <a:pt x="4" y="45"/>
                    <a:pt x="5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6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5" y="43"/>
                  </a:cubicBezTo>
                  <a:cubicBezTo>
                    <a:pt x="15" y="43"/>
                    <a:pt x="16" y="44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4" name="Freeform 94"/>
            <p:cNvSpPr/>
            <p:nvPr/>
          </p:nvSpPr>
          <p:spPr bwMode="auto">
            <a:xfrm>
              <a:off x="4348" y="327"/>
              <a:ext cx="47" cy="43"/>
            </a:xfrm>
            <a:custGeom>
              <a:avLst/>
              <a:gdLst>
                <a:gd name="T0" fmla="*/ 52 w 52"/>
                <a:gd name="T1" fmla="*/ 2 h 48"/>
                <a:gd name="T2" fmla="*/ 49 w 52"/>
                <a:gd name="T3" fmla="*/ 3 h 48"/>
                <a:gd name="T4" fmla="*/ 46 w 52"/>
                <a:gd name="T5" fmla="*/ 4 h 48"/>
                <a:gd name="T6" fmla="*/ 45 w 52"/>
                <a:gd name="T7" fmla="*/ 7 h 48"/>
                <a:gd name="T8" fmla="*/ 44 w 52"/>
                <a:gd name="T9" fmla="*/ 13 h 48"/>
                <a:gd name="T10" fmla="*/ 44 w 52"/>
                <a:gd name="T11" fmla="*/ 48 h 48"/>
                <a:gd name="T12" fmla="*/ 41 w 52"/>
                <a:gd name="T13" fmla="*/ 48 h 48"/>
                <a:gd name="T14" fmla="*/ 12 w 52"/>
                <a:gd name="T15" fmla="*/ 9 h 48"/>
                <a:gd name="T16" fmla="*/ 12 w 52"/>
                <a:gd name="T17" fmla="*/ 34 h 48"/>
                <a:gd name="T18" fmla="*/ 13 w 52"/>
                <a:gd name="T19" fmla="*/ 40 h 48"/>
                <a:gd name="T20" fmla="*/ 14 w 52"/>
                <a:gd name="T21" fmla="*/ 43 h 48"/>
                <a:gd name="T22" fmla="*/ 18 w 52"/>
                <a:gd name="T23" fmla="*/ 45 h 48"/>
                <a:gd name="T24" fmla="*/ 21 w 52"/>
                <a:gd name="T25" fmla="*/ 45 h 48"/>
                <a:gd name="T26" fmla="*/ 21 w 52"/>
                <a:gd name="T27" fmla="*/ 48 h 48"/>
                <a:gd name="T28" fmla="*/ 1 w 52"/>
                <a:gd name="T29" fmla="*/ 48 h 48"/>
                <a:gd name="T30" fmla="*/ 1 w 52"/>
                <a:gd name="T31" fmla="*/ 45 h 48"/>
                <a:gd name="T32" fmla="*/ 4 w 52"/>
                <a:gd name="T33" fmla="*/ 45 h 48"/>
                <a:gd name="T34" fmla="*/ 7 w 52"/>
                <a:gd name="T35" fmla="*/ 43 h 48"/>
                <a:gd name="T36" fmla="*/ 9 w 52"/>
                <a:gd name="T37" fmla="*/ 41 h 48"/>
                <a:gd name="T38" fmla="*/ 9 w 52"/>
                <a:gd name="T39" fmla="*/ 34 h 48"/>
                <a:gd name="T40" fmla="*/ 9 w 52"/>
                <a:gd name="T41" fmla="*/ 10 h 48"/>
                <a:gd name="T42" fmla="*/ 9 w 52"/>
                <a:gd name="T43" fmla="*/ 7 h 48"/>
                <a:gd name="T44" fmla="*/ 7 w 52"/>
                <a:gd name="T45" fmla="*/ 5 h 48"/>
                <a:gd name="T46" fmla="*/ 4 w 52"/>
                <a:gd name="T47" fmla="*/ 3 h 48"/>
                <a:gd name="T48" fmla="*/ 0 w 52"/>
                <a:gd name="T49" fmla="*/ 2 h 48"/>
                <a:gd name="T50" fmla="*/ 0 w 52"/>
                <a:gd name="T51" fmla="*/ 0 h 48"/>
                <a:gd name="T52" fmla="*/ 14 w 52"/>
                <a:gd name="T53" fmla="*/ 0 h 48"/>
                <a:gd name="T54" fmla="*/ 41 w 52"/>
                <a:gd name="T55" fmla="*/ 36 h 48"/>
                <a:gd name="T56" fmla="*/ 41 w 52"/>
                <a:gd name="T57" fmla="*/ 13 h 48"/>
                <a:gd name="T58" fmla="*/ 41 w 52"/>
                <a:gd name="T59" fmla="*/ 7 h 48"/>
                <a:gd name="T60" fmla="*/ 39 w 52"/>
                <a:gd name="T61" fmla="*/ 4 h 48"/>
                <a:gd name="T62" fmla="*/ 36 w 52"/>
                <a:gd name="T63" fmla="*/ 3 h 48"/>
                <a:gd name="T64" fmla="*/ 33 w 52"/>
                <a:gd name="T65" fmla="*/ 2 h 48"/>
                <a:gd name="T66" fmla="*/ 33 w 52"/>
                <a:gd name="T67" fmla="*/ 0 h 48"/>
                <a:gd name="T68" fmla="*/ 52 w 52"/>
                <a:gd name="T69" fmla="*/ 0 h 48"/>
                <a:gd name="T70" fmla="*/ 52 w 52"/>
                <a:gd name="T71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2" h="48">
                  <a:moveTo>
                    <a:pt x="52" y="2"/>
                  </a:moveTo>
                  <a:cubicBezTo>
                    <a:pt x="52" y="2"/>
                    <a:pt x="51" y="2"/>
                    <a:pt x="49" y="3"/>
                  </a:cubicBezTo>
                  <a:cubicBezTo>
                    <a:pt x="48" y="3"/>
                    <a:pt x="47" y="3"/>
                    <a:pt x="46" y="4"/>
                  </a:cubicBezTo>
                  <a:cubicBezTo>
                    <a:pt x="46" y="4"/>
                    <a:pt x="45" y="5"/>
                    <a:pt x="45" y="7"/>
                  </a:cubicBezTo>
                  <a:cubicBezTo>
                    <a:pt x="45" y="9"/>
                    <a:pt x="44" y="11"/>
                    <a:pt x="44" y="13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6"/>
                    <a:pt x="13" y="38"/>
                    <a:pt x="13" y="40"/>
                  </a:cubicBezTo>
                  <a:cubicBezTo>
                    <a:pt x="13" y="41"/>
                    <a:pt x="14" y="43"/>
                    <a:pt x="14" y="43"/>
                  </a:cubicBezTo>
                  <a:cubicBezTo>
                    <a:pt x="15" y="44"/>
                    <a:pt x="16" y="44"/>
                    <a:pt x="18" y="45"/>
                  </a:cubicBezTo>
                  <a:cubicBezTo>
                    <a:pt x="19" y="45"/>
                    <a:pt x="20" y="45"/>
                    <a:pt x="21" y="45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2" y="45"/>
                    <a:pt x="3" y="45"/>
                    <a:pt x="4" y="45"/>
                  </a:cubicBezTo>
                  <a:cubicBezTo>
                    <a:pt x="6" y="44"/>
                    <a:pt x="7" y="44"/>
                    <a:pt x="7" y="43"/>
                  </a:cubicBezTo>
                  <a:cubicBezTo>
                    <a:pt x="8" y="43"/>
                    <a:pt x="8" y="42"/>
                    <a:pt x="9" y="41"/>
                  </a:cubicBezTo>
                  <a:cubicBezTo>
                    <a:pt x="9" y="39"/>
                    <a:pt x="9" y="37"/>
                    <a:pt x="9" y="34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9" y="7"/>
                  </a:cubicBezTo>
                  <a:cubicBezTo>
                    <a:pt x="8" y="6"/>
                    <a:pt x="8" y="5"/>
                    <a:pt x="7" y="5"/>
                  </a:cubicBezTo>
                  <a:cubicBezTo>
                    <a:pt x="6" y="4"/>
                    <a:pt x="5" y="3"/>
                    <a:pt x="4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1"/>
                    <a:pt x="41" y="9"/>
                    <a:pt x="41" y="7"/>
                  </a:cubicBezTo>
                  <a:cubicBezTo>
                    <a:pt x="40" y="5"/>
                    <a:pt x="40" y="5"/>
                    <a:pt x="39" y="4"/>
                  </a:cubicBezTo>
                  <a:cubicBezTo>
                    <a:pt x="38" y="4"/>
                    <a:pt x="37" y="3"/>
                    <a:pt x="36" y="3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5" name="Freeform 95"/>
            <p:cNvSpPr/>
            <p:nvPr/>
          </p:nvSpPr>
          <p:spPr bwMode="auto">
            <a:xfrm>
              <a:off x="4398" y="326"/>
              <a:ext cx="42" cy="45"/>
            </a:xfrm>
            <a:custGeom>
              <a:avLst/>
              <a:gdLst>
                <a:gd name="T0" fmla="*/ 47 w 47"/>
                <a:gd name="T1" fmla="*/ 29 h 50"/>
                <a:gd name="T2" fmla="*/ 45 w 47"/>
                <a:gd name="T3" fmla="*/ 30 h 50"/>
                <a:gd name="T4" fmla="*/ 43 w 47"/>
                <a:gd name="T5" fmla="*/ 30 h 50"/>
                <a:gd name="T6" fmla="*/ 42 w 47"/>
                <a:gd name="T7" fmla="*/ 32 h 50"/>
                <a:gd name="T8" fmla="*/ 41 w 47"/>
                <a:gd name="T9" fmla="*/ 34 h 50"/>
                <a:gd name="T10" fmla="*/ 41 w 47"/>
                <a:gd name="T11" fmla="*/ 38 h 50"/>
                <a:gd name="T12" fmla="*/ 41 w 47"/>
                <a:gd name="T13" fmla="*/ 43 h 50"/>
                <a:gd name="T14" fmla="*/ 41 w 47"/>
                <a:gd name="T15" fmla="*/ 45 h 50"/>
                <a:gd name="T16" fmla="*/ 32 w 47"/>
                <a:gd name="T17" fmla="*/ 49 h 50"/>
                <a:gd name="T18" fmla="*/ 24 w 47"/>
                <a:gd name="T19" fmla="*/ 50 h 50"/>
                <a:gd name="T20" fmla="*/ 15 w 47"/>
                <a:gd name="T21" fmla="*/ 48 h 50"/>
                <a:gd name="T22" fmla="*/ 7 w 47"/>
                <a:gd name="T23" fmla="*/ 43 h 50"/>
                <a:gd name="T24" fmla="*/ 2 w 47"/>
                <a:gd name="T25" fmla="*/ 35 h 50"/>
                <a:gd name="T26" fmla="*/ 0 w 47"/>
                <a:gd name="T27" fmla="*/ 25 h 50"/>
                <a:gd name="T28" fmla="*/ 2 w 47"/>
                <a:gd name="T29" fmla="*/ 15 h 50"/>
                <a:gd name="T30" fmla="*/ 7 w 47"/>
                <a:gd name="T31" fmla="*/ 7 h 50"/>
                <a:gd name="T32" fmla="*/ 15 w 47"/>
                <a:gd name="T33" fmla="*/ 1 h 50"/>
                <a:gd name="T34" fmla="*/ 24 w 47"/>
                <a:gd name="T35" fmla="*/ 0 h 50"/>
                <a:gd name="T36" fmla="*/ 31 w 47"/>
                <a:gd name="T37" fmla="*/ 1 h 50"/>
                <a:gd name="T38" fmla="*/ 37 w 47"/>
                <a:gd name="T39" fmla="*/ 3 h 50"/>
                <a:gd name="T40" fmla="*/ 38 w 47"/>
                <a:gd name="T41" fmla="*/ 1 h 50"/>
                <a:gd name="T42" fmla="*/ 41 w 47"/>
                <a:gd name="T43" fmla="*/ 1 h 50"/>
                <a:gd name="T44" fmla="*/ 41 w 47"/>
                <a:gd name="T45" fmla="*/ 17 h 50"/>
                <a:gd name="T46" fmla="*/ 38 w 47"/>
                <a:gd name="T47" fmla="*/ 17 h 50"/>
                <a:gd name="T48" fmla="*/ 37 w 47"/>
                <a:gd name="T49" fmla="*/ 12 h 50"/>
                <a:gd name="T50" fmla="*/ 34 w 47"/>
                <a:gd name="T51" fmla="*/ 7 h 50"/>
                <a:gd name="T52" fmla="*/ 30 w 47"/>
                <a:gd name="T53" fmla="*/ 4 h 50"/>
                <a:gd name="T54" fmla="*/ 24 w 47"/>
                <a:gd name="T55" fmla="*/ 2 h 50"/>
                <a:gd name="T56" fmla="*/ 18 w 47"/>
                <a:gd name="T57" fmla="*/ 4 h 50"/>
                <a:gd name="T58" fmla="*/ 13 w 47"/>
                <a:gd name="T59" fmla="*/ 8 h 50"/>
                <a:gd name="T60" fmla="*/ 10 w 47"/>
                <a:gd name="T61" fmla="*/ 15 h 50"/>
                <a:gd name="T62" fmla="*/ 9 w 47"/>
                <a:gd name="T63" fmla="*/ 25 h 50"/>
                <a:gd name="T64" fmla="*/ 10 w 47"/>
                <a:gd name="T65" fmla="*/ 33 h 50"/>
                <a:gd name="T66" fmla="*/ 13 w 47"/>
                <a:gd name="T67" fmla="*/ 40 h 50"/>
                <a:gd name="T68" fmla="*/ 18 w 47"/>
                <a:gd name="T69" fmla="*/ 45 h 50"/>
                <a:gd name="T70" fmla="*/ 25 w 47"/>
                <a:gd name="T71" fmla="*/ 47 h 50"/>
                <a:gd name="T72" fmla="*/ 31 w 47"/>
                <a:gd name="T73" fmla="*/ 46 h 50"/>
                <a:gd name="T74" fmla="*/ 34 w 47"/>
                <a:gd name="T75" fmla="*/ 44 h 50"/>
                <a:gd name="T76" fmla="*/ 34 w 47"/>
                <a:gd name="T77" fmla="*/ 40 h 50"/>
                <a:gd name="T78" fmla="*/ 34 w 47"/>
                <a:gd name="T79" fmla="*/ 37 h 50"/>
                <a:gd name="T80" fmla="*/ 34 w 47"/>
                <a:gd name="T81" fmla="*/ 35 h 50"/>
                <a:gd name="T82" fmla="*/ 34 w 47"/>
                <a:gd name="T83" fmla="*/ 32 h 50"/>
                <a:gd name="T84" fmla="*/ 32 w 47"/>
                <a:gd name="T85" fmla="*/ 30 h 50"/>
                <a:gd name="T86" fmla="*/ 29 w 47"/>
                <a:gd name="T87" fmla="*/ 30 h 50"/>
                <a:gd name="T88" fmla="*/ 26 w 47"/>
                <a:gd name="T89" fmla="*/ 29 h 50"/>
                <a:gd name="T90" fmla="*/ 26 w 47"/>
                <a:gd name="T91" fmla="*/ 27 h 50"/>
                <a:gd name="T92" fmla="*/ 47 w 47"/>
                <a:gd name="T93" fmla="*/ 27 h 50"/>
                <a:gd name="T94" fmla="*/ 47 w 47"/>
                <a:gd name="T95" fmla="*/ 2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" h="50">
                  <a:moveTo>
                    <a:pt x="47" y="29"/>
                  </a:moveTo>
                  <a:cubicBezTo>
                    <a:pt x="47" y="29"/>
                    <a:pt x="46" y="30"/>
                    <a:pt x="45" y="30"/>
                  </a:cubicBezTo>
                  <a:cubicBezTo>
                    <a:pt x="44" y="30"/>
                    <a:pt x="44" y="30"/>
                    <a:pt x="43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1" y="32"/>
                    <a:pt x="41" y="33"/>
                    <a:pt x="41" y="34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1" y="40"/>
                    <a:pt x="41" y="42"/>
                    <a:pt x="41" y="43"/>
                  </a:cubicBezTo>
                  <a:cubicBezTo>
                    <a:pt x="41" y="44"/>
                    <a:pt x="41" y="45"/>
                    <a:pt x="41" y="45"/>
                  </a:cubicBezTo>
                  <a:cubicBezTo>
                    <a:pt x="38" y="47"/>
                    <a:pt x="35" y="48"/>
                    <a:pt x="32" y="49"/>
                  </a:cubicBezTo>
                  <a:cubicBezTo>
                    <a:pt x="29" y="49"/>
                    <a:pt x="26" y="50"/>
                    <a:pt x="24" y="50"/>
                  </a:cubicBezTo>
                  <a:cubicBezTo>
                    <a:pt x="21" y="50"/>
                    <a:pt x="18" y="49"/>
                    <a:pt x="15" y="48"/>
                  </a:cubicBezTo>
                  <a:cubicBezTo>
                    <a:pt x="12" y="47"/>
                    <a:pt x="9" y="45"/>
                    <a:pt x="7" y="43"/>
                  </a:cubicBezTo>
                  <a:cubicBezTo>
                    <a:pt x="5" y="41"/>
                    <a:pt x="4" y="38"/>
                    <a:pt x="2" y="35"/>
                  </a:cubicBezTo>
                  <a:cubicBezTo>
                    <a:pt x="1" y="32"/>
                    <a:pt x="0" y="29"/>
                    <a:pt x="0" y="25"/>
                  </a:cubicBezTo>
                  <a:cubicBezTo>
                    <a:pt x="0" y="21"/>
                    <a:pt x="1" y="18"/>
                    <a:pt x="2" y="15"/>
                  </a:cubicBezTo>
                  <a:cubicBezTo>
                    <a:pt x="3" y="12"/>
                    <a:pt x="5" y="9"/>
                    <a:pt x="7" y="7"/>
                  </a:cubicBezTo>
                  <a:cubicBezTo>
                    <a:pt x="9" y="4"/>
                    <a:pt x="12" y="3"/>
                    <a:pt x="15" y="1"/>
                  </a:cubicBezTo>
                  <a:cubicBezTo>
                    <a:pt x="18" y="0"/>
                    <a:pt x="21" y="0"/>
                    <a:pt x="24" y="0"/>
                  </a:cubicBezTo>
                  <a:cubicBezTo>
                    <a:pt x="27" y="0"/>
                    <a:pt x="29" y="0"/>
                    <a:pt x="31" y="1"/>
                  </a:cubicBezTo>
                  <a:cubicBezTo>
                    <a:pt x="33" y="1"/>
                    <a:pt x="35" y="2"/>
                    <a:pt x="37" y="3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6"/>
                    <a:pt x="37" y="14"/>
                    <a:pt x="37" y="12"/>
                  </a:cubicBezTo>
                  <a:cubicBezTo>
                    <a:pt x="36" y="10"/>
                    <a:pt x="35" y="9"/>
                    <a:pt x="34" y="7"/>
                  </a:cubicBezTo>
                  <a:cubicBezTo>
                    <a:pt x="33" y="6"/>
                    <a:pt x="31" y="5"/>
                    <a:pt x="30" y="4"/>
                  </a:cubicBezTo>
                  <a:cubicBezTo>
                    <a:pt x="28" y="3"/>
                    <a:pt x="26" y="2"/>
                    <a:pt x="24" y="2"/>
                  </a:cubicBezTo>
                  <a:cubicBezTo>
                    <a:pt x="22" y="2"/>
                    <a:pt x="20" y="3"/>
                    <a:pt x="18" y="4"/>
                  </a:cubicBezTo>
                  <a:cubicBezTo>
                    <a:pt x="16" y="5"/>
                    <a:pt x="14" y="6"/>
                    <a:pt x="13" y="8"/>
                  </a:cubicBezTo>
                  <a:cubicBezTo>
                    <a:pt x="11" y="10"/>
                    <a:pt x="10" y="12"/>
                    <a:pt x="10" y="15"/>
                  </a:cubicBezTo>
                  <a:cubicBezTo>
                    <a:pt x="9" y="18"/>
                    <a:pt x="9" y="21"/>
                    <a:pt x="9" y="25"/>
                  </a:cubicBezTo>
                  <a:cubicBezTo>
                    <a:pt x="9" y="28"/>
                    <a:pt x="9" y="31"/>
                    <a:pt x="10" y="33"/>
                  </a:cubicBezTo>
                  <a:cubicBezTo>
                    <a:pt x="10" y="36"/>
                    <a:pt x="11" y="38"/>
                    <a:pt x="13" y="40"/>
                  </a:cubicBezTo>
                  <a:cubicBezTo>
                    <a:pt x="14" y="42"/>
                    <a:pt x="16" y="44"/>
                    <a:pt x="18" y="45"/>
                  </a:cubicBezTo>
                  <a:cubicBezTo>
                    <a:pt x="20" y="46"/>
                    <a:pt x="23" y="47"/>
                    <a:pt x="25" y="47"/>
                  </a:cubicBezTo>
                  <a:cubicBezTo>
                    <a:pt x="27" y="47"/>
                    <a:pt x="29" y="46"/>
                    <a:pt x="31" y="46"/>
                  </a:cubicBezTo>
                  <a:cubicBezTo>
                    <a:pt x="32" y="45"/>
                    <a:pt x="33" y="45"/>
                    <a:pt x="34" y="44"/>
                  </a:cubicBezTo>
                  <a:cubicBezTo>
                    <a:pt x="34" y="43"/>
                    <a:pt x="34" y="41"/>
                    <a:pt x="34" y="40"/>
                  </a:cubicBezTo>
                  <a:cubicBezTo>
                    <a:pt x="34" y="39"/>
                    <a:pt x="34" y="38"/>
                    <a:pt x="34" y="37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3"/>
                    <a:pt x="34" y="32"/>
                  </a:cubicBezTo>
                  <a:cubicBezTo>
                    <a:pt x="34" y="31"/>
                    <a:pt x="33" y="31"/>
                    <a:pt x="32" y="30"/>
                  </a:cubicBezTo>
                  <a:cubicBezTo>
                    <a:pt x="32" y="30"/>
                    <a:pt x="31" y="30"/>
                    <a:pt x="29" y="30"/>
                  </a:cubicBezTo>
                  <a:cubicBezTo>
                    <a:pt x="28" y="30"/>
                    <a:pt x="27" y="29"/>
                    <a:pt x="26" y="29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47" y="27"/>
                    <a:pt x="47" y="27"/>
                    <a:pt x="47" y="27"/>
                  </a:cubicBezTo>
                  <a:lnTo>
                    <a:pt x="4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6" name="Freeform 96"/>
            <p:cNvSpPr/>
            <p:nvPr/>
          </p:nvSpPr>
          <p:spPr bwMode="auto">
            <a:xfrm>
              <a:off x="4458" y="327"/>
              <a:ext cx="44" cy="44"/>
            </a:xfrm>
            <a:custGeom>
              <a:avLst/>
              <a:gdLst>
                <a:gd name="T0" fmla="*/ 49 w 49"/>
                <a:gd name="T1" fmla="*/ 2 h 49"/>
                <a:gd name="T2" fmla="*/ 47 w 49"/>
                <a:gd name="T3" fmla="*/ 2 h 49"/>
                <a:gd name="T4" fmla="*/ 44 w 49"/>
                <a:gd name="T5" fmla="*/ 4 h 49"/>
                <a:gd name="T6" fmla="*/ 42 w 49"/>
                <a:gd name="T7" fmla="*/ 7 h 49"/>
                <a:gd name="T8" fmla="*/ 42 w 49"/>
                <a:gd name="T9" fmla="*/ 13 h 49"/>
                <a:gd name="T10" fmla="*/ 42 w 49"/>
                <a:gd name="T11" fmla="*/ 34 h 49"/>
                <a:gd name="T12" fmla="*/ 40 w 49"/>
                <a:gd name="T13" fmla="*/ 40 h 49"/>
                <a:gd name="T14" fmla="*/ 35 w 49"/>
                <a:gd name="T15" fmla="*/ 45 h 49"/>
                <a:gd name="T16" fmla="*/ 30 w 49"/>
                <a:gd name="T17" fmla="*/ 48 h 49"/>
                <a:gd name="T18" fmla="*/ 24 w 49"/>
                <a:gd name="T19" fmla="*/ 49 h 49"/>
                <a:gd name="T20" fmla="*/ 17 w 49"/>
                <a:gd name="T21" fmla="*/ 48 h 49"/>
                <a:gd name="T22" fmla="*/ 11 w 49"/>
                <a:gd name="T23" fmla="*/ 45 h 49"/>
                <a:gd name="T24" fmla="*/ 7 w 49"/>
                <a:gd name="T25" fmla="*/ 40 h 49"/>
                <a:gd name="T26" fmla="*/ 6 w 49"/>
                <a:gd name="T27" fmla="*/ 35 h 49"/>
                <a:gd name="T28" fmla="*/ 6 w 49"/>
                <a:gd name="T29" fmla="*/ 7 h 49"/>
                <a:gd name="T30" fmla="*/ 6 w 49"/>
                <a:gd name="T31" fmla="*/ 5 h 49"/>
                <a:gd name="T32" fmla="*/ 4 w 49"/>
                <a:gd name="T33" fmla="*/ 3 h 49"/>
                <a:gd name="T34" fmla="*/ 2 w 49"/>
                <a:gd name="T35" fmla="*/ 2 h 49"/>
                <a:gd name="T36" fmla="*/ 0 w 49"/>
                <a:gd name="T37" fmla="*/ 2 h 49"/>
                <a:gd name="T38" fmla="*/ 0 w 49"/>
                <a:gd name="T39" fmla="*/ 0 h 49"/>
                <a:gd name="T40" fmla="*/ 20 w 49"/>
                <a:gd name="T41" fmla="*/ 0 h 49"/>
                <a:gd name="T42" fmla="*/ 20 w 49"/>
                <a:gd name="T43" fmla="*/ 2 h 49"/>
                <a:gd name="T44" fmla="*/ 17 w 49"/>
                <a:gd name="T45" fmla="*/ 2 h 49"/>
                <a:gd name="T46" fmla="*/ 15 w 49"/>
                <a:gd name="T47" fmla="*/ 3 h 49"/>
                <a:gd name="T48" fmla="*/ 14 w 49"/>
                <a:gd name="T49" fmla="*/ 4 h 49"/>
                <a:gd name="T50" fmla="*/ 13 w 49"/>
                <a:gd name="T51" fmla="*/ 6 h 49"/>
                <a:gd name="T52" fmla="*/ 13 w 49"/>
                <a:gd name="T53" fmla="*/ 33 h 49"/>
                <a:gd name="T54" fmla="*/ 14 w 49"/>
                <a:gd name="T55" fmla="*/ 37 h 49"/>
                <a:gd name="T56" fmla="*/ 16 w 49"/>
                <a:gd name="T57" fmla="*/ 41 h 49"/>
                <a:gd name="T58" fmla="*/ 19 w 49"/>
                <a:gd name="T59" fmla="*/ 44 h 49"/>
                <a:gd name="T60" fmla="*/ 25 w 49"/>
                <a:gd name="T61" fmla="*/ 45 h 49"/>
                <a:gd name="T62" fmla="*/ 32 w 49"/>
                <a:gd name="T63" fmla="*/ 44 h 49"/>
                <a:gd name="T64" fmla="*/ 36 w 49"/>
                <a:gd name="T65" fmla="*/ 41 h 49"/>
                <a:gd name="T66" fmla="*/ 38 w 49"/>
                <a:gd name="T67" fmla="*/ 37 h 49"/>
                <a:gd name="T68" fmla="*/ 38 w 49"/>
                <a:gd name="T69" fmla="*/ 33 h 49"/>
                <a:gd name="T70" fmla="*/ 38 w 49"/>
                <a:gd name="T71" fmla="*/ 13 h 49"/>
                <a:gd name="T72" fmla="*/ 38 w 49"/>
                <a:gd name="T73" fmla="*/ 7 h 49"/>
                <a:gd name="T74" fmla="*/ 36 w 49"/>
                <a:gd name="T75" fmla="*/ 4 h 49"/>
                <a:gd name="T76" fmla="*/ 33 w 49"/>
                <a:gd name="T77" fmla="*/ 3 h 49"/>
                <a:gd name="T78" fmla="*/ 30 w 49"/>
                <a:gd name="T79" fmla="*/ 2 h 49"/>
                <a:gd name="T80" fmla="*/ 30 w 49"/>
                <a:gd name="T81" fmla="*/ 0 h 49"/>
                <a:gd name="T82" fmla="*/ 49 w 49"/>
                <a:gd name="T83" fmla="*/ 0 h 49"/>
                <a:gd name="T84" fmla="*/ 49 w 49"/>
                <a:gd name="T85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" h="49">
                  <a:moveTo>
                    <a:pt x="49" y="2"/>
                  </a:moveTo>
                  <a:cubicBezTo>
                    <a:pt x="49" y="2"/>
                    <a:pt x="48" y="2"/>
                    <a:pt x="47" y="2"/>
                  </a:cubicBezTo>
                  <a:cubicBezTo>
                    <a:pt x="45" y="3"/>
                    <a:pt x="44" y="3"/>
                    <a:pt x="44" y="4"/>
                  </a:cubicBezTo>
                  <a:cubicBezTo>
                    <a:pt x="43" y="4"/>
                    <a:pt x="42" y="5"/>
                    <a:pt x="42" y="7"/>
                  </a:cubicBezTo>
                  <a:cubicBezTo>
                    <a:pt x="42" y="8"/>
                    <a:pt x="42" y="10"/>
                    <a:pt x="42" y="13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6"/>
                    <a:pt x="41" y="39"/>
                    <a:pt x="40" y="40"/>
                  </a:cubicBezTo>
                  <a:cubicBezTo>
                    <a:pt x="39" y="42"/>
                    <a:pt x="37" y="44"/>
                    <a:pt x="35" y="45"/>
                  </a:cubicBezTo>
                  <a:cubicBezTo>
                    <a:pt x="34" y="47"/>
                    <a:pt x="32" y="47"/>
                    <a:pt x="30" y="48"/>
                  </a:cubicBezTo>
                  <a:cubicBezTo>
                    <a:pt x="28" y="48"/>
                    <a:pt x="26" y="49"/>
                    <a:pt x="24" y="49"/>
                  </a:cubicBezTo>
                  <a:cubicBezTo>
                    <a:pt x="21" y="49"/>
                    <a:pt x="19" y="48"/>
                    <a:pt x="17" y="48"/>
                  </a:cubicBezTo>
                  <a:cubicBezTo>
                    <a:pt x="14" y="47"/>
                    <a:pt x="12" y="46"/>
                    <a:pt x="11" y="45"/>
                  </a:cubicBezTo>
                  <a:cubicBezTo>
                    <a:pt x="9" y="43"/>
                    <a:pt x="8" y="42"/>
                    <a:pt x="7" y="40"/>
                  </a:cubicBezTo>
                  <a:cubicBezTo>
                    <a:pt x="7" y="38"/>
                    <a:pt x="6" y="37"/>
                    <a:pt x="6" y="35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5" y="3"/>
                    <a:pt x="14" y="4"/>
                    <a:pt x="14" y="4"/>
                  </a:cubicBezTo>
                  <a:cubicBezTo>
                    <a:pt x="14" y="5"/>
                    <a:pt x="13" y="6"/>
                    <a:pt x="13" y="6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5"/>
                    <a:pt x="14" y="37"/>
                  </a:cubicBezTo>
                  <a:cubicBezTo>
                    <a:pt x="14" y="38"/>
                    <a:pt x="15" y="39"/>
                    <a:pt x="16" y="41"/>
                  </a:cubicBezTo>
                  <a:cubicBezTo>
                    <a:pt x="16" y="42"/>
                    <a:pt x="18" y="43"/>
                    <a:pt x="19" y="44"/>
                  </a:cubicBezTo>
                  <a:cubicBezTo>
                    <a:pt x="21" y="45"/>
                    <a:pt x="23" y="45"/>
                    <a:pt x="25" y="45"/>
                  </a:cubicBezTo>
                  <a:cubicBezTo>
                    <a:pt x="28" y="45"/>
                    <a:pt x="30" y="45"/>
                    <a:pt x="32" y="44"/>
                  </a:cubicBezTo>
                  <a:cubicBezTo>
                    <a:pt x="33" y="43"/>
                    <a:pt x="35" y="42"/>
                    <a:pt x="36" y="41"/>
                  </a:cubicBezTo>
                  <a:cubicBezTo>
                    <a:pt x="37" y="39"/>
                    <a:pt x="37" y="38"/>
                    <a:pt x="38" y="37"/>
                  </a:cubicBezTo>
                  <a:cubicBezTo>
                    <a:pt x="38" y="35"/>
                    <a:pt x="38" y="34"/>
                    <a:pt x="38" y="3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1"/>
                    <a:pt x="38" y="9"/>
                    <a:pt x="38" y="7"/>
                  </a:cubicBezTo>
                  <a:cubicBezTo>
                    <a:pt x="37" y="5"/>
                    <a:pt x="37" y="4"/>
                    <a:pt x="36" y="4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7" name="Freeform 97"/>
            <p:cNvSpPr/>
            <p:nvPr/>
          </p:nvSpPr>
          <p:spPr bwMode="auto">
            <a:xfrm>
              <a:off x="4505" y="327"/>
              <a:ext cx="46" cy="43"/>
            </a:xfrm>
            <a:custGeom>
              <a:avLst/>
              <a:gdLst>
                <a:gd name="T0" fmla="*/ 51 w 51"/>
                <a:gd name="T1" fmla="*/ 2 h 48"/>
                <a:gd name="T2" fmla="*/ 48 w 51"/>
                <a:gd name="T3" fmla="*/ 3 h 48"/>
                <a:gd name="T4" fmla="*/ 46 w 51"/>
                <a:gd name="T5" fmla="*/ 4 h 48"/>
                <a:gd name="T6" fmla="*/ 44 w 51"/>
                <a:gd name="T7" fmla="*/ 7 h 48"/>
                <a:gd name="T8" fmla="*/ 43 w 51"/>
                <a:gd name="T9" fmla="*/ 13 h 48"/>
                <a:gd name="T10" fmla="*/ 43 w 51"/>
                <a:gd name="T11" fmla="*/ 48 h 48"/>
                <a:gd name="T12" fmla="*/ 40 w 51"/>
                <a:gd name="T13" fmla="*/ 48 h 48"/>
                <a:gd name="T14" fmla="*/ 11 w 51"/>
                <a:gd name="T15" fmla="*/ 9 h 48"/>
                <a:gd name="T16" fmla="*/ 11 w 51"/>
                <a:gd name="T17" fmla="*/ 34 h 48"/>
                <a:gd name="T18" fmla="*/ 12 w 51"/>
                <a:gd name="T19" fmla="*/ 40 h 48"/>
                <a:gd name="T20" fmla="*/ 14 w 51"/>
                <a:gd name="T21" fmla="*/ 43 h 48"/>
                <a:gd name="T22" fmla="*/ 17 w 51"/>
                <a:gd name="T23" fmla="*/ 45 h 48"/>
                <a:gd name="T24" fmla="*/ 20 w 51"/>
                <a:gd name="T25" fmla="*/ 45 h 48"/>
                <a:gd name="T26" fmla="*/ 20 w 51"/>
                <a:gd name="T27" fmla="*/ 48 h 48"/>
                <a:gd name="T28" fmla="*/ 0 w 51"/>
                <a:gd name="T29" fmla="*/ 48 h 48"/>
                <a:gd name="T30" fmla="*/ 0 w 51"/>
                <a:gd name="T31" fmla="*/ 45 h 48"/>
                <a:gd name="T32" fmla="*/ 3 w 51"/>
                <a:gd name="T33" fmla="*/ 45 h 48"/>
                <a:gd name="T34" fmla="*/ 6 w 51"/>
                <a:gd name="T35" fmla="*/ 43 h 48"/>
                <a:gd name="T36" fmla="*/ 8 w 51"/>
                <a:gd name="T37" fmla="*/ 41 h 48"/>
                <a:gd name="T38" fmla="*/ 8 w 51"/>
                <a:gd name="T39" fmla="*/ 34 h 48"/>
                <a:gd name="T40" fmla="*/ 8 w 51"/>
                <a:gd name="T41" fmla="*/ 10 h 48"/>
                <a:gd name="T42" fmla="*/ 8 w 51"/>
                <a:gd name="T43" fmla="*/ 7 h 48"/>
                <a:gd name="T44" fmla="*/ 6 w 51"/>
                <a:gd name="T45" fmla="*/ 5 h 48"/>
                <a:gd name="T46" fmla="*/ 3 w 51"/>
                <a:gd name="T47" fmla="*/ 3 h 48"/>
                <a:gd name="T48" fmla="*/ 0 w 51"/>
                <a:gd name="T49" fmla="*/ 2 h 48"/>
                <a:gd name="T50" fmla="*/ 0 w 51"/>
                <a:gd name="T51" fmla="*/ 0 h 48"/>
                <a:gd name="T52" fmla="*/ 13 w 51"/>
                <a:gd name="T53" fmla="*/ 0 h 48"/>
                <a:gd name="T54" fmla="*/ 40 w 51"/>
                <a:gd name="T55" fmla="*/ 36 h 48"/>
                <a:gd name="T56" fmla="*/ 40 w 51"/>
                <a:gd name="T57" fmla="*/ 13 h 48"/>
                <a:gd name="T58" fmla="*/ 40 w 51"/>
                <a:gd name="T59" fmla="*/ 7 h 48"/>
                <a:gd name="T60" fmla="*/ 38 w 51"/>
                <a:gd name="T61" fmla="*/ 4 h 48"/>
                <a:gd name="T62" fmla="*/ 35 w 51"/>
                <a:gd name="T63" fmla="*/ 3 h 48"/>
                <a:gd name="T64" fmla="*/ 32 w 51"/>
                <a:gd name="T65" fmla="*/ 2 h 48"/>
                <a:gd name="T66" fmla="*/ 32 w 51"/>
                <a:gd name="T67" fmla="*/ 0 h 48"/>
                <a:gd name="T68" fmla="*/ 51 w 51"/>
                <a:gd name="T69" fmla="*/ 0 h 48"/>
                <a:gd name="T70" fmla="*/ 51 w 51"/>
                <a:gd name="T71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1" h="48">
                  <a:moveTo>
                    <a:pt x="51" y="2"/>
                  </a:moveTo>
                  <a:cubicBezTo>
                    <a:pt x="51" y="2"/>
                    <a:pt x="50" y="2"/>
                    <a:pt x="48" y="3"/>
                  </a:cubicBezTo>
                  <a:cubicBezTo>
                    <a:pt x="47" y="3"/>
                    <a:pt x="46" y="3"/>
                    <a:pt x="46" y="4"/>
                  </a:cubicBezTo>
                  <a:cubicBezTo>
                    <a:pt x="45" y="4"/>
                    <a:pt x="44" y="5"/>
                    <a:pt x="44" y="7"/>
                  </a:cubicBezTo>
                  <a:cubicBezTo>
                    <a:pt x="44" y="9"/>
                    <a:pt x="43" y="11"/>
                    <a:pt x="43" y="13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6"/>
                    <a:pt x="12" y="38"/>
                    <a:pt x="12" y="40"/>
                  </a:cubicBezTo>
                  <a:cubicBezTo>
                    <a:pt x="12" y="41"/>
                    <a:pt x="13" y="43"/>
                    <a:pt x="14" y="43"/>
                  </a:cubicBezTo>
                  <a:cubicBezTo>
                    <a:pt x="14" y="44"/>
                    <a:pt x="15" y="44"/>
                    <a:pt x="17" y="45"/>
                  </a:cubicBezTo>
                  <a:cubicBezTo>
                    <a:pt x="18" y="45"/>
                    <a:pt x="19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7" y="43"/>
                    <a:pt x="7" y="42"/>
                    <a:pt x="8" y="41"/>
                  </a:cubicBezTo>
                  <a:cubicBezTo>
                    <a:pt x="8" y="39"/>
                    <a:pt x="8" y="37"/>
                    <a:pt x="8" y="3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7" y="6"/>
                    <a:pt x="7" y="5"/>
                    <a:pt x="6" y="5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0" y="9"/>
                    <a:pt x="40" y="7"/>
                  </a:cubicBezTo>
                  <a:cubicBezTo>
                    <a:pt x="39" y="5"/>
                    <a:pt x="39" y="5"/>
                    <a:pt x="38" y="4"/>
                  </a:cubicBezTo>
                  <a:cubicBezTo>
                    <a:pt x="37" y="4"/>
                    <a:pt x="36" y="3"/>
                    <a:pt x="35" y="3"/>
                  </a:cubicBezTo>
                  <a:cubicBezTo>
                    <a:pt x="34" y="2"/>
                    <a:pt x="32" y="2"/>
                    <a:pt x="32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5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8" name="Freeform 98"/>
            <p:cNvSpPr/>
            <p:nvPr/>
          </p:nvSpPr>
          <p:spPr bwMode="auto">
            <a:xfrm>
              <a:off x="4552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3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7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7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4" y="45"/>
                    <a:pt x="5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5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5" y="42"/>
                    <a:pt x="15" y="43"/>
                  </a:cubicBezTo>
                  <a:cubicBezTo>
                    <a:pt x="15" y="43"/>
                    <a:pt x="16" y="44"/>
                    <a:pt x="17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9" name="Freeform 99"/>
            <p:cNvSpPr/>
            <p:nvPr/>
          </p:nvSpPr>
          <p:spPr bwMode="auto">
            <a:xfrm>
              <a:off x="4573" y="327"/>
              <a:ext cx="44" cy="43"/>
            </a:xfrm>
            <a:custGeom>
              <a:avLst/>
              <a:gdLst>
                <a:gd name="T0" fmla="*/ 49 w 49"/>
                <a:gd name="T1" fmla="*/ 2 h 48"/>
                <a:gd name="T2" fmla="*/ 47 w 49"/>
                <a:gd name="T3" fmla="*/ 2 h 48"/>
                <a:gd name="T4" fmla="*/ 45 w 49"/>
                <a:gd name="T5" fmla="*/ 3 h 48"/>
                <a:gd name="T6" fmla="*/ 43 w 49"/>
                <a:gd name="T7" fmla="*/ 5 h 48"/>
                <a:gd name="T8" fmla="*/ 42 w 49"/>
                <a:gd name="T9" fmla="*/ 8 h 48"/>
                <a:gd name="T10" fmla="*/ 35 w 49"/>
                <a:gd name="T11" fmla="*/ 25 h 48"/>
                <a:gd name="T12" fmla="*/ 26 w 49"/>
                <a:gd name="T13" fmla="*/ 48 h 48"/>
                <a:gd name="T14" fmla="*/ 23 w 49"/>
                <a:gd name="T15" fmla="*/ 48 h 48"/>
                <a:gd name="T16" fmla="*/ 14 w 49"/>
                <a:gd name="T17" fmla="*/ 23 h 48"/>
                <a:gd name="T18" fmla="*/ 7 w 49"/>
                <a:gd name="T19" fmla="*/ 7 h 48"/>
                <a:gd name="T20" fmla="*/ 6 w 49"/>
                <a:gd name="T21" fmla="*/ 5 h 48"/>
                <a:gd name="T22" fmla="*/ 5 w 49"/>
                <a:gd name="T23" fmla="*/ 3 h 48"/>
                <a:gd name="T24" fmla="*/ 3 w 49"/>
                <a:gd name="T25" fmla="*/ 2 h 48"/>
                <a:gd name="T26" fmla="*/ 0 w 49"/>
                <a:gd name="T27" fmla="*/ 2 h 48"/>
                <a:gd name="T28" fmla="*/ 0 w 49"/>
                <a:gd name="T29" fmla="*/ 0 h 48"/>
                <a:gd name="T30" fmla="*/ 20 w 49"/>
                <a:gd name="T31" fmla="*/ 0 h 48"/>
                <a:gd name="T32" fmla="*/ 20 w 49"/>
                <a:gd name="T33" fmla="*/ 2 h 48"/>
                <a:gd name="T34" fmla="*/ 16 w 49"/>
                <a:gd name="T35" fmla="*/ 3 h 48"/>
                <a:gd name="T36" fmla="*/ 14 w 49"/>
                <a:gd name="T37" fmla="*/ 4 h 48"/>
                <a:gd name="T38" fmla="*/ 14 w 49"/>
                <a:gd name="T39" fmla="*/ 5 h 48"/>
                <a:gd name="T40" fmla="*/ 15 w 49"/>
                <a:gd name="T41" fmla="*/ 6 h 48"/>
                <a:gd name="T42" fmla="*/ 19 w 49"/>
                <a:gd name="T43" fmla="*/ 16 h 48"/>
                <a:gd name="T44" fmla="*/ 27 w 49"/>
                <a:gd name="T45" fmla="*/ 38 h 48"/>
                <a:gd name="T46" fmla="*/ 33 w 49"/>
                <a:gd name="T47" fmla="*/ 23 h 48"/>
                <a:gd name="T48" fmla="*/ 37 w 49"/>
                <a:gd name="T49" fmla="*/ 11 h 48"/>
                <a:gd name="T50" fmla="*/ 38 w 49"/>
                <a:gd name="T51" fmla="*/ 7 h 48"/>
                <a:gd name="T52" fmla="*/ 39 w 49"/>
                <a:gd name="T53" fmla="*/ 5 h 48"/>
                <a:gd name="T54" fmla="*/ 38 w 49"/>
                <a:gd name="T55" fmla="*/ 4 h 48"/>
                <a:gd name="T56" fmla="*/ 36 w 49"/>
                <a:gd name="T57" fmla="*/ 3 h 48"/>
                <a:gd name="T58" fmla="*/ 34 w 49"/>
                <a:gd name="T59" fmla="*/ 2 h 48"/>
                <a:gd name="T60" fmla="*/ 31 w 49"/>
                <a:gd name="T61" fmla="*/ 2 h 48"/>
                <a:gd name="T62" fmla="*/ 31 w 49"/>
                <a:gd name="T63" fmla="*/ 0 h 48"/>
                <a:gd name="T64" fmla="*/ 49 w 49"/>
                <a:gd name="T65" fmla="*/ 0 h 48"/>
                <a:gd name="T66" fmla="*/ 49 w 49"/>
                <a:gd name="T6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9" h="48">
                  <a:moveTo>
                    <a:pt x="49" y="2"/>
                  </a:moveTo>
                  <a:cubicBezTo>
                    <a:pt x="49" y="2"/>
                    <a:pt x="48" y="2"/>
                    <a:pt x="47" y="2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4" y="4"/>
                    <a:pt x="44" y="4"/>
                    <a:pt x="43" y="5"/>
                  </a:cubicBezTo>
                  <a:cubicBezTo>
                    <a:pt x="43" y="6"/>
                    <a:pt x="42" y="7"/>
                    <a:pt x="42" y="8"/>
                  </a:cubicBezTo>
                  <a:cubicBezTo>
                    <a:pt x="40" y="11"/>
                    <a:pt x="38" y="17"/>
                    <a:pt x="35" y="25"/>
                  </a:cubicBezTo>
                  <a:cubicBezTo>
                    <a:pt x="32" y="32"/>
                    <a:pt x="29" y="40"/>
                    <a:pt x="26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0" y="39"/>
                    <a:pt x="17" y="31"/>
                    <a:pt x="14" y="23"/>
                  </a:cubicBezTo>
                  <a:cubicBezTo>
                    <a:pt x="11" y="15"/>
                    <a:pt x="9" y="9"/>
                    <a:pt x="7" y="7"/>
                  </a:cubicBezTo>
                  <a:cubicBezTo>
                    <a:pt x="7" y="6"/>
                    <a:pt x="7" y="5"/>
                    <a:pt x="6" y="5"/>
                  </a:cubicBezTo>
                  <a:cubicBezTo>
                    <a:pt x="6" y="4"/>
                    <a:pt x="5" y="4"/>
                    <a:pt x="5" y="3"/>
                  </a:cubicBezTo>
                  <a:cubicBezTo>
                    <a:pt x="4" y="3"/>
                    <a:pt x="3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7" y="2"/>
                    <a:pt x="16" y="3"/>
                  </a:cubicBezTo>
                  <a:cubicBezTo>
                    <a:pt x="15" y="3"/>
                    <a:pt x="14" y="3"/>
                    <a:pt x="14" y="4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5" y="5"/>
                    <a:pt x="15" y="6"/>
                  </a:cubicBezTo>
                  <a:cubicBezTo>
                    <a:pt x="15" y="8"/>
                    <a:pt x="17" y="11"/>
                    <a:pt x="19" y="16"/>
                  </a:cubicBezTo>
                  <a:cubicBezTo>
                    <a:pt x="21" y="21"/>
                    <a:pt x="23" y="28"/>
                    <a:pt x="27" y="38"/>
                  </a:cubicBezTo>
                  <a:cubicBezTo>
                    <a:pt x="28" y="34"/>
                    <a:pt x="30" y="29"/>
                    <a:pt x="33" y="23"/>
                  </a:cubicBezTo>
                  <a:cubicBezTo>
                    <a:pt x="35" y="17"/>
                    <a:pt x="36" y="13"/>
                    <a:pt x="37" y="11"/>
                  </a:cubicBezTo>
                  <a:cubicBezTo>
                    <a:pt x="38" y="9"/>
                    <a:pt x="38" y="8"/>
                    <a:pt x="38" y="7"/>
                  </a:cubicBezTo>
                  <a:cubicBezTo>
                    <a:pt x="38" y="6"/>
                    <a:pt x="39" y="6"/>
                    <a:pt x="39" y="5"/>
                  </a:cubicBezTo>
                  <a:cubicBezTo>
                    <a:pt x="39" y="5"/>
                    <a:pt x="38" y="4"/>
                    <a:pt x="38" y="4"/>
                  </a:cubicBezTo>
                  <a:cubicBezTo>
                    <a:pt x="37" y="3"/>
                    <a:pt x="37" y="3"/>
                    <a:pt x="36" y="3"/>
                  </a:cubicBezTo>
                  <a:cubicBezTo>
                    <a:pt x="35" y="3"/>
                    <a:pt x="35" y="2"/>
                    <a:pt x="34" y="2"/>
                  </a:cubicBezTo>
                  <a:cubicBezTo>
                    <a:pt x="33" y="2"/>
                    <a:pt x="32" y="2"/>
                    <a:pt x="31" y="2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0" name="Freeform 100"/>
            <p:cNvSpPr/>
            <p:nvPr/>
          </p:nvSpPr>
          <p:spPr bwMode="auto">
            <a:xfrm>
              <a:off x="4619" y="327"/>
              <a:ext cx="36" cy="43"/>
            </a:xfrm>
            <a:custGeom>
              <a:avLst/>
              <a:gdLst>
                <a:gd name="T0" fmla="*/ 40 w 40"/>
                <a:gd name="T1" fmla="*/ 33 h 48"/>
                <a:gd name="T2" fmla="*/ 39 w 40"/>
                <a:gd name="T3" fmla="*/ 48 h 48"/>
                <a:gd name="T4" fmla="*/ 0 w 40"/>
                <a:gd name="T5" fmla="*/ 48 h 48"/>
                <a:gd name="T6" fmla="*/ 0 w 40"/>
                <a:gd name="T7" fmla="*/ 45 h 48"/>
                <a:gd name="T8" fmla="*/ 2 w 40"/>
                <a:gd name="T9" fmla="*/ 45 h 48"/>
                <a:gd name="T10" fmla="*/ 5 w 40"/>
                <a:gd name="T11" fmla="*/ 44 h 48"/>
                <a:gd name="T12" fmla="*/ 6 w 40"/>
                <a:gd name="T13" fmla="*/ 43 h 48"/>
                <a:gd name="T14" fmla="*/ 7 w 40"/>
                <a:gd name="T15" fmla="*/ 41 h 48"/>
                <a:gd name="T16" fmla="*/ 7 w 40"/>
                <a:gd name="T17" fmla="*/ 7 h 48"/>
                <a:gd name="T18" fmla="*/ 6 w 40"/>
                <a:gd name="T19" fmla="*/ 5 h 48"/>
                <a:gd name="T20" fmla="*/ 5 w 40"/>
                <a:gd name="T21" fmla="*/ 3 h 48"/>
                <a:gd name="T22" fmla="*/ 2 w 40"/>
                <a:gd name="T23" fmla="*/ 2 h 48"/>
                <a:gd name="T24" fmla="*/ 0 w 40"/>
                <a:gd name="T25" fmla="*/ 2 h 48"/>
                <a:gd name="T26" fmla="*/ 0 w 40"/>
                <a:gd name="T27" fmla="*/ 0 h 48"/>
                <a:gd name="T28" fmla="*/ 37 w 40"/>
                <a:gd name="T29" fmla="*/ 0 h 48"/>
                <a:gd name="T30" fmla="*/ 37 w 40"/>
                <a:gd name="T31" fmla="*/ 11 h 48"/>
                <a:gd name="T32" fmla="*/ 34 w 40"/>
                <a:gd name="T33" fmla="*/ 11 h 48"/>
                <a:gd name="T34" fmla="*/ 31 w 40"/>
                <a:gd name="T35" fmla="*/ 6 h 48"/>
                <a:gd name="T36" fmla="*/ 27 w 40"/>
                <a:gd name="T37" fmla="*/ 3 h 48"/>
                <a:gd name="T38" fmla="*/ 25 w 40"/>
                <a:gd name="T39" fmla="*/ 3 h 48"/>
                <a:gd name="T40" fmla="*/ 21 w 40"/>
                <a:gd name="T41" fmla="*/ 2 h 48"/>
                <a:gd name="T42" fmla="*/ 14 w 40"/>
                <a:gd name="T43" fmla="*/ 2 h 48"/>
                <a:gd name="T44" fmla="*/ 14 w 40"/>
                <a:gd name="T45" fmla="*/ 21 h 48"/>
                <a:gd name="T46" fmla="*/ 19 w 40"/>
                <a:gd name="T47" fmla="*/ 21 h 48"/>
                <a:gd name="T48" fmla="*/ 23 w 40"/>
                <a:gd name="T49" fmla="*/ 21 h 48"/>
                <a:gd name="T50" fmla="*/ 25 w 40"/>
                <a:gd name="T51" fmla="*/ 19 h 48"/>
                <a:gd name="T52" fmla="*/ 26 w 40"/>
                <a:gd name="T53" fmla="*/ 17 h 48"/>
                <a:gd name="T54" fmla="*/ 27 w 40"/>
                <a:gd name="T55" fmla="*/ 14 h 48"/>
                <a:gd name="T56" fmla="*/ 29 w 40"/>
                <a:gd name="T57" fmla="*/ 14 h 48"/>
                <a:gd name="T58" fmla="*/ 29 w 40"/>
                <a:gd name="T59" fmla="*/ 32 h 48"/>
                <a:gd name="T60" fmla="*/ 27 w 40"/>
                <a:gd name="T61" fmla="*/ 32 h 48"/>
                <a:gd name="T62" fmla="*/ 26 w 40"/>
                <a:gd name="T63" fmla="*/ 29 h 48"/>
                <a:gd name="T64" fmla="*/ 25 w 40"/>
                <a:gd name="T65" fmla="*/ 26 h 48"/>
                <a:gd name="T66" fmla="*/ 23 w 40"/>
                <a:gd name="T67" fmla="*/ 25 h 48"/>
                <a:gd name="T68" fmla="*/ 19 w 40"/>
                <a:gd name="T69" fmla="*/ 24 h 48"/>
                <a:gd name="T70" fmla="*/ 14 w 40"/>
                <a:gd name="T71" fmla="*/ 24 h 48"/>
                <a:gd name="T72" fmla="*/ 14 w 40"/>
                <a:gd name="T73" fmla="*/ 39 h 48"/>
                <a:gd name="T74" fmla="*/ 14 w 40"/>
                <a:gd name="T75" fmla="*/ 42 h 48"/>
                <a:gd name="T76" fmla="*/ 15 w 40"/>
                <a:gd name="T77" fmla="*/ 44 h 48"/>
                <a:gd name="T78" fmla="*/ 18 w 40"/>
                <a:gd name="T79" fmla="*/ 45 h 48"/>
                <a:gd name="T80" fmla="*/ 22 w 40"/>
                <a:gd name="T81" fmla="*/ 45 h 48"/>
                <a:gd name="T82" fmla="*/ 25 w 40"/>
                <a:gd name="T83" fmla="*/ 45 h 48"/>
                <a:gd name="T84" fmla="*/ 28 w 40"/>
                <a:gd name="T85" fmla="*/ 45 h 48"/>
                <a:gd name="T86" fmla="*/ 31 w 40"/>
                <a:gd name="T87" fmla="*/ 44 h 48"/>
                <a:gd name="T88" fmla="*/ 32 w 40"/>
                <a:gd name="T89" fmla="*/ 43 h 48"/>
                <a:gd name="T90" fmla="*/ 36 w 40"/>
                <a:gd name="T91" fmla="*/ 38 h 48"/>
                <a:gd name="T92" fmla="*/ 38 w 40"/>
                <a:gd name="T93" fmla="*/ 33 h 48"/>
                <a:gd name="T94" fmla="*/ 40 w 40"/>
                <a:gd name="T95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0" h="48">
                  <a:moveTo>
                    <a:pt x="40" y="33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4" y="45"/>
                    <a:pt x="4" y="45"/>
                    <a:pt x="5" y="44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6" y="5"/>
                    <a:pt x="6" y="5"/>
                  </a:cubicBezTo>
                  <a:cubicBezTo>
                    <a:pt x="6" y="4"/>
                    <a:pt x="5" y="4"/>
                    <a:pt x="5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3" y="8"/>
                    <a:pt x="31" y="6"/>
                  </a:cubicBezTo>
                  <a:cubicBezTo>
                    <a:pt x="30" y="4"/>
                    <a:pt x="28" y="3"/>
                    <a:pt x="27" y="3"/>
                  </a:cubicBezTo>
                  <a:cubicBezTo>
                    <a:pt x="26" y="3"/>
                    <a:pt x="26" y="3"/>
                    <a:pt x="25" y="3"/>
                  </a:cubicBezTo>
                  <a:cubicBezTo>
                    <a:pt x="24" y="3"/>
                    <a:pt x="22" y="2"/>
                    <a:pt x="21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1" y="21"/>
                    <a:pt x="22" y="21"/>
                    <a:pt x="23" y="21"/>
                  </a:cubicBezTo>
                  <a:cubicBezTo>
                    <a:pt x="24" y="21"/>
                    <a:pt x="24" y="20"/>
                    <a:pt x="25" y="19"/>
                  </a:cubicBezTo>
                  <a:cubicBezTo>
                    <a:pt x="25" y="19"/>
                    <a:pt x="26" y="18"/>
                    <a:pt x="26" y="17"/>
                  </a:cubicBezTo>
                  <a:cubicBezTo>
                    <a:pt x="27" y="16"/>
                    <a:pt x="27" y="15"/>
                    <a:pt x="27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7" y="30"/>
                    <a:pt x="26" y="29"/>
                  </a:cubicBezTo>
                  <a:cubicBezTo>
                    <a:pt x="26" y="28"/>
                    <a:pt x="25" y="27"/>
                    <a:pt x="25" y="26"/>
                  </a:cubicBezTo>
                  <a:cubicBezTo>
                    <a:pt x="24" y="25"/>
                    <a:pt x="24" y="25"/>
                    <a:pt x="23" y="25"/>
                  </a:cubicBezTo>
                  <a:cubicBezTo>
                    <a:pt x="22" y="24"/>
                    <a:pt x="21" y="24"/>
                    <a:pt x="19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4" y="43"/>
                    <a:pt x="15" y="43"/>
                    <a:pt x="15" y="44"/>
                  </a:cubicBezTo>
                  <a:cubicBezTo>
                    <a:pt x="16" y="44"/>
                    <a:pt x="17" y="44"/>
                    <a:pt x="18" y="45"/>
                  </a:cubicBezTo>
                  <a:cubicBezTo>
                    <a:pt x="19" y="45"/>
                    <a:pt x="20" y="45"/>
                    <a:pt x="22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7" y="45"/>
                    <a:pt x="28" y="45"/>
                  </a:cubicBezTo>
                  <a:cubicBezTo>
                    <a:pt x="29" y="45"/>
                    <a:pt x="30" y="44"/>
                    <a:pt x="31" y="44"/>
                  </a:cubicBezTo>
                  <a:cubicBezTo>
                    <a:pt x="31" y="44"/>
                    <a:pt x="32" y="44"/>
                    <a:pt x="32" y="43"/>
                  </a:cubicBezTo>
                  <a:cubicBezTo>
                    <a:pt x="33" y="42"/>
                    <a:pt x="35" y="41"/>
                    <a:pt x="36" y="38"/>
                  </a:cubicBezTo>
                  <a:cubicBezTo>
                    <a:pt x="37" y="36"/>
                    <a:pt x="38" y="35"/>
                    <a:pt x="38" y="33"/>
                  </a:cubicBezTo>
                  <a:lnTo>
                    <a:pt x="4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1" name="Freeform 101"/>
            <p:cNvSpPr>
              <a:spLocks noEditPoints="1"/>
            </p:cNvSpPr>
            <p:nvPr/>
          </p:nvSpPr>
          <p:spPr bwMode="auto">
            <a:xfrm>
              <a:off x="4660" y="327"/>
              <a:ext cx="42" cy="43"/>
            </a:xfrm>
            <a:custGeom>
              <a:avLst/>
              <a:gdLst>
                <a:gd name="T0" fmla="*/ 29 w 47"/>
                <a:gd name="T1" fmla="*/ 12 h 48"/>
                <a:gd name="T2" fmla="*/ 27 w 47"/>
                <a:gd name="T3" fmla="*/ 5 h 48"/>
                <a:gd name="T4" fmla="*/ 20 w 47"/>
                <a:gd name="T5" fmla="*/ 2 h 48"/>
                <a:gd name="T6" fmla="*/ 14 w 47"/>
                <a:gd name="T7" fmla="*/ 2 h 48"/>
                <a:gd name="T8" fmla="*/ 14 w 47"/>
                <a:gd name="T9" fmla="*/ 23 h 48"/>
                <a:gd name="T10" fmla="*/ 18 w 47"/>
                <a:gd name="T11" fmla="*/ 23 h 48"/>
                <a:gd name="T12" fmla="*/ 26 w 47"/>
                <a:gd name="T13" fmla="*/ 20 h 48"/>
                <a:gd name="T14" fmla="*/ 29 w 47"/>
                <a:gd name="T15" fmla="*/ 12 h 48"/>
                <a:gd name="T16" fmla="*/ 47 w 47"/>
                <a:gd name="T17" fmla="*/ 48 h 48"/>
                <a:gd name="T18" fmla="*/ 34 w 47"/>
                <a:gd name="T19" fmla="*/ 48 h 48"/>
                <a:gd name="T20" fmla="*/ 26 w 47"/>
                <a:gd name="T21" fmla="*/ 36 h 48"/>
                <a:gd name="T22" fmla="*/ 19 w 47"/>
                <a:gd name="T23" fmla="*/ 26 h 48"/>
                <a:gd name="T24" fmla="*/ 14 w 47"/>
                <a:gd name="T25" fmla="*/ 26 h 48"/>
                <a:gd name="T26" fmla="*/ 14 w 47"/>
                <a:gd name="T27" fmla="*/ 41 h 48"/>
                <a:gd name="T28" fmla="*/ 14 w 47"/>
                <a:gd name="T29" fmla="*/ 43 h 48"/>
                <a:gd name="T30" fmla="*/ 16 w 47"/>
                <a:gd name="T31" fmla="*/ 45 h 48"/>
                <a:gd name="T32" fmla="*/ 18 w 47"/>
                <a:gd name="T33" fmla="*/ 45 h 48"/>
                <a:gd name="T34" fmla="*/ 21 w 47"/>
                <a:gd name="T35" fmla="*/ 45 h 48"/>
                <a:gd name="T36" fmla="*/ 21 w 47"/>
                <a:gd name="T37" fmla="*/ 48 h 48"/>
                <a:gd name="T38" fmla="*/ 0 w 47"/>
                <a:gd name="T39" fmla="*/ 48 h 48"/>
                <a:gd name="T40" fmla="*/ 0 w 47"/>
                <a:gd name="T41" fmla="*/ 45 h 48"/>
                <a:gd name="T42" fmla="*/ 3 w 47"/>
                <a:gd name="T43" fmla="*/ 45 h 48"/>
                <a:gd name="T44" fmla="*/ 5 w 47"/>
                <a:gd name="T45" fmla="*/ 45 h 48"/>
                <a:gd name="T46" fmla="*/ 6 w 47"/>
                <a:gd name="T47" fmla="*/ 43 h 48"/>
                <a:gd name="T48" fmla="*/ 7 w 47"/>
                <a:gd name="T49" fmla="*/ 41 h 48"/>
                <a:gd name="T50" fmla="*/ 7 w 47"/>
                <a:gd name="T51" fmla="*/ 6 h 48"/>
                <a:gd name="T52" fmla="*/ 6 w 47"/>
                <a:gd name="T53" fmla="*/ 4 h 48"/>
                <a:gd name="T54" fmla="*/ 5 w 47"/>
                <a:gd name="T55" fmla="*/ 3 h 48"/>
                <a:gd name="T56" fmla="*/ 3 w 47"/>
                <a:gd name="T57" fmla="*/ 2 h 48"/>
                <a:gd name="T58" fmla="*/ 0 w 47"/>
                <a:gd name="T59" fmla="*/ 2 h 48"/>
                <a:gd name="T60" fmla="*/ 0 w 47"/>
                <a:gd name="T61" fmla="*/ 0 h 48"/>
                <a:gd name="T62" fmla="*/ 22 w 47"/>
                <a:gd name="T63" fmla="*/ 0 h 48"/>
                <a:gd name="T64" fmla="*/ 28 w 47"/>
                <a:gd name="T65" fmla="*/ 0 h 48"/>
                <a:gd name="T66" fmla="*/ 33 w 47"/>
                <a:gd name="T67" fmla="*/ 2 h 48"/>
                <a:gd name="T68" fmla="*/ 36 w 47"/>
                <a:gd name="T69" fmla="*/ 6 h 48"/>
                <a:gd name="T70" fmla="*/ 38 w 47"/>
                <a:gd name="T71" fmla="*/ 11 h 48"/>
                <a:gd name="T72" fmla="*/ 37 w 47"/>
                <a:gd name="T73" fmla="*/ 16 h 48"/>
                <a:gd name="T74" fmla="*/ 34 w 47"/>
                <a:gd name="T75" fmla="*/ 20 h 48"/>
                <a:gd name="T76" fmla="*/ 31 w 47"/>
                <a:gd name="T77" fmla="*/ 22 h 48"/>
                <a:gd name="T78" fmla="*/ 26 w 47"/>
                <a:gd name="T79" fmla="*/ 24 h 48"/>
                <a:gd name="T80" fmla="*/ 32 w 47"/>
                <a:gd name="T81" fmla="*/ 32 h 48"/>
                <a:gd name="T82" fmla="*/ 38 w 47"/>
                <a:gd name="T83" fmla="*/ 40 h 48"/>
                <a:gd name="T84" fmla="*/ 40 w 47"/>
                <a:gd name="T85" fmla="*/ 43 h 48"/>
                <a:gd name="T86" fmla="*/ 43 w 47"/>
                <a:gd name="T87" fmla="*/ 44 h 48"/>
                <a:gd name="T88" fmla="*/ 45 w 47"/>
                <a:gd name="T89" fmla="*/ 45 h 48"/>
                <a:gd name="T90" fmla="*/ 47 w 47"/>
                <a:gd name="T91" fmla="*/ 45 h 48"/>
                <a:gd name="T92" fmla="*/ 47 w 47"/>
                <a:gd name="T9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7" h="48">
                  <a:moveTo>
                    <a:pt x="29" y="12"/>
                  </a:moveTo>
                  <a:cubicBezTo>
                    <a:pt x="29" y="9"/>
                    <a:pt x="28" y="7"/>
                    <a:pt x="27" y="5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1" y="23"/>
                    <a:pt x="24" y="22"/>
                    <a:pt x="26" y="20"/>
                  </a:cubicBezTo>
                  <a:cubicBezTo>
                    <a:pt x="28" y="18"/>
                    <a:pt x="29" y="15"/>
                    <a:pt x="29" y="12"/>
                  </a:cubicBezTo>
                  <a:moveTo>
                    <a:pt x="47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31" y="43"/>
                    <a:pt x="29" y="39"/>
                    <a:pt x="26" y="36"/>
                  </a:cubicBezTo>
                  <a:cubicBezTo>
                    <a:pt x="24" y="33"/>
                    <a:pt x="22" y="29"/>
                    <a:pt x="19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3"/>
                    <a:pt x="14" y="43"/>
                  </a:cubicBezTo>
                  <a:cubicBezTo>
                    <a:pt x="15" y="44"/>
                    <a:pt x="15" y="44"/>
                    <a:pt x="16" y="45"/>
                  </a:cubicBezTo>
                  <a:cubicBezTo>
                    <a:pt x="16" y="45"/>
                    <a:pt x="17" y="45"/>
                    <a:pt x="18" y="45"/>
                  </a:cubicBezTo>
                  <a:cubicBezTo>
                    <a:pt x="19" y="45"/>
                    <a:pt x="20" y="45"/>
                    <a:pt x="21" y="45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4" y="45"/>
                    <a:pt x="4" y="45"/>
                    <a:pt x="5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6" y="4"/>
                  </a:cubicBezTo>
                  <a:cubicBezTo>
                    <a:pt x="6" y="4"/>
                    <a:pt x="6" y="3"/>
                    <a:pt x="5" y="3"/>
                  </a:cubicBezTo>
                  <a:cubicBezTo>
                    <a:pt x="4" y="3"/>
                    <a:pt x="4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6" y="0"/>
                    <a:pt x="28" y="0"/>
                  </a:cubicBezTo>
                  <a:cubicBezTo>
                    <a:pt x="30" y="1"/>
                    <a:pt x="32" y="1"/>
                    <a:pt x="33" y="2"/>
                  </a:cubicBezTo>
                  <a:cubicBezTo>
                    <a:pt x="34" y="3"/>
                    <a:pt x="36" y="4"/>
                    <a:pt x="36" y="6"/>
                  </a:cubicBezTo>
                  <a:cubicBezTo>
                    <a:pt x="37" y="7"/>
                    <a:pt x="38" y="9"/>
                    <a:pt x="38" y="11"/>
                  </a:cubicBezTo>
                  <a:cubicBezTo>
                    <a:pt x="38" y="13"/>
                    <a:pt x="37" y="15"/>
                    <a:pt x="37" y="16"/>
                  </a:cubicBezTo>
                  <a:cubicBezTo>
                    <a:pt x="36" y="17"/>
                    <a:pt x="35" y="19"/>
                    <a:pt x="34" y="20"/>
                  </a:cubicBezTo>
                  <a:cubicBezTo>
                    <a:pt x="33" y="21"/>
                    <a:pt x="32" y="22"/>
                    <a:pt x="31" y="22"/>
                  </a:cubicBezTo>
                  <a:cubicBezTo>
                    <a:pt x="29" y="23"/>
                    <a:pt x="28" y="24"/>
                    <a:pt x="26" y="24"/>
                  </a:cubicBezTo>
                  <a:cubicBezTo>
                    <a:pt x="28" y="27"/>
                    <a:pt x="30" y="30"/>
                    <a:pt x="32" y="32"/>
                  </a:cubicBezTo>
                  <a:cubicBezTo>
                    <a:pt x="33" y="34"/>
                    <a:pt x="35" y="37"/>
                    <a:pt x="38" y="40"/>
                  </a:cubicBezTo>
                  <a:cubicBezTo>
                    <a:pt x="39" y="41"/>
                    <a:pt x="39" y="42"/>
                    <a:pt x="40" y="43"/>
                  </a:cubicBezTo>
                  <a:cubicBezTo>
                    <a:pt x="41" y="43"/>
                    <a:pt x="42" y="44"/>
                    <a:pt x="43" y="44"/>
                  </a:cubicBezTo>
                  <a:cubicBezTo>
                    <a:pt x="43" y="45"/>
                    <a:pt x="44" y="45"/>
                    <a:pt x="45" y="45"/>
                  </a:cubicBezTo>
                  <a:cubicBezTo>
                    <a:pt x="46" y="45"/>
                    <a:pt x="46" y="45"/>
                    <a:pt x="47" y="45"/>
                  </a:cubicBezTo>
                  <a:lnTo>
                    <a:pt x="47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2" name="Freeform 102"/>
            <p:cNvSpPr/>
            <p:nvPr/>
          </p:nvSpPr>
          <p:spPr bwMode="auto">
            <a:xfrm>
              <a:off x="4704" y="326"/>
              <a:ext cx="30" cy="45"/>
            </a:xfrm>
            <a:custGeom>
              <a:avLst/>
              <a:gdLst>
                <a:gd name="T0" fmla="*/ 30 w 33"/>
                <a:gd name="T1" fmla="*/ 27 h 50"/>
                <a:gd name="T2" fmla="*/ 32 w 33"/>
                <a:gd name="T3" fmla="*/ 30 h 50"/>
                <a:gd name="T4" fmla="*/ 33 w 33"/>
                <a:gd name="T5" fmla="*/ 35 h 50"/>
                <a:gd name="T6" fmla="*/ 28 w 33"/>
                <a:gd name="T7" fmla="*/ 46 h 50"/>
                <a:gd name="T8" fmla="*/ 16 w 33"/>
                <a:gd name="T9" fmla="*/ 50 h 50"/>
                <a:gd name="T10" fmla="*/ 10 w 33"/>
                <a:gd name="T11" fmla="*/ 49 h 50"/>
                <a:gd name="T12" fmla="*/ 4 w 33"/>
                <a:gd name="T13" fmla="*/ 46 h 50"/>
                <a:gd name="T14" fmla="*/ 3 w 33"/>
                <a:gd name="T15" fmla="*/ 49 h 50"/>
                <a:gd name="T16" fmla="*/ 0 w 33"/>
                <a:gd name="T17" fmla="*/ 49 h 50"/>
                <a:gd name="T18" fmla="*/ 0 w 33"/>
                <a:gd name="T19" fmla="*/ 32 h 50"/>
                <a:gd name="T20" fmla="*/ 2 w 33"/>
                <a:gd name="T21" fmla="*/ 32 h 50"/>
                <a:gd name="T22" fmla="*/ 4 w 33"/>
                <a:gd name="T23" fmla="*/ 38 h 50"/>
                <a:gd name="T24" fmla="*/ 7 w 33"/>
                <a:gd name="T25" fmla="*/ 42 h 50"/>
                <a:gd name="T26" fmla="*/ 12 w 33"/>
                <a:gd name="T27" fmla="*/ 46 h 50"/>
                <a:gd name="T28" fmla="*/ 17 w 33"/>
                <a:gd name="T29" fmla="*/ 47 h 50"/>
                <a:gd name="T30" fmla="*/ 21 w 33"/>
                <a:gd name="T31" fmla="*/ 46 h 50"/>
                <a:gd name="T32" fmla="*/ 24 w 33"/>
                <a:gd name="T33" fmla="*/ 44 h 50"/>
                <a:gd name="T34" fmla="*/ 25 w 33"/>
                <a:gd name="T35" fmla="*/ 42 h 50"/>
                <a:gd name="T36" fmla="*/ 26 w 33"/>
                <a:gd name="T37" fmla="*/ 38 h 50"/>
                <a:gd name="T38" fmla="*/ 24 w 33"/>
                <a:gd name="T39" fmla="*/ 33 h 50"/>
                <a:gd name="T40" fmla="*/ 20 w 33"/>
                <a:gd name="T41" fmla="*/ 29 h 50"/>
                <a:gd name="T42" fmla="*/ 15 w 33"/>
                <a:gd name="T43" fmla="*/ 27 h 50"/>
                <a:gd name="T44" fmla="*/ 10 w 33"/>
                <a:gd name="T45" fmla="*/ 25 h 50"/>
                <a:gd name="T46" fmla="*/ 3 w 33"/>
                <a:gd name="T47" fmla="*/ 20 h 50"/>
                <a:gd name="T48" fmla="*/ 1 w 33"/>
                <a:gd name="T49" fmla="*/ 13 h 50"/>
                <a:gd name="T50" fmla="*/ 2 w 33"/>
                <a:gd name="T51" fmla="*/ 8 h 50"/>
                <a:gd name="T52" fmla="*/ 5 w 33"/>
                <a:gd name="T53" fmla="*/ 3 h 50"/>
                <a:gd name="T54" fmla="*/ 10 w 33"/>
                <a:gd name="T55" fmla="*/ 1 h 50"/>
                <a:gd name="T56" fmla="*/ 16 w 33"/>
                <a:gd name="T57" fmla="*/ 0 h 50"/>
                <a:gd name="T58" fmla="*/ 21 w 33"/>
                <a:gd name="T59" fmla="*/ 1 h 50"/>
                <a:gd name="T60" fmla="*/ 26 w 33"/>
                <a:gd name="T61" fmla="*/ 3 h 50"/>
                <a:gd name="T62" fmla="*/ 28 w 33"/>
                <a:gd name="T63" fmla="*/ 1 h 50"/>
                <a:gd name="T64" fmla="*/ 30 w 33"/>
                <a:gd name="T65" fmla="*/ 1 h 50"/>
                <a:gd name="T66" fmla="*/ 31 w 33"/>
                <a:gd name="T67" fmla="*/ 17 h 50"/>
                <a:gd name="T68" fmla="*/ 28 w 33"/>
                <a:gd name="T69" fmla="*/ 17 h 50"/>
                <a:gd name="T70" fmla="*/ 26 w 33"/>
                <a:gd name="T71" fmla="*/ 11 h 50"/>
                <a:gd name="T72" fmla="*/ 24 w 33"/>
                <a:gd name="T73" fmla="*/ 7 h 50"/>
                <a:gd name="T74" fmla="*/ 20 w 33"/>
                <a:gd name="T75" fmla="*/ 4 h 50"/>
                <a:gd name="T76" fmla="*/ 15 w 33"/>
                <a:gd name="T77" fmla="*/ 3 h 50"/>
                <a:gd name="T78" fmla="*/ 10 w 33"/>
                <a:gd name="T79" fmla="*/ 5 h 50"/>
                <a:gd name="T80" fmla="*/ 7 w 33"/>
                <a:gd name="T81" fmla="*/ 10 h 50"/>
                <a:gd name="T82" fmla="*/ 9 w 33"/>
                <a:gd name="T83" fmla="*/ 15 h 50"/>
                <a:gd name="T84" fmla="*/ 13 w 33"/>
                <a:gd name="T85" fmla="*/ 18 h 50"/>
                <a:gd name="T86" fmla="*/ 18 w 33"/>
                <a:gd name="T87" fmla="*/ 20 h 50"/>
                <a:gd name="T88" fmla="*/ 23 w 33"/>
                <a:gd name="T89" fmla="*/ 22 h 50"/>
                <a:gd name="T90" fmla="*/ 26 w 33"/>
                <a:gd name="T91" fmla="*/ 24 h 50"/>
                <a:gd name="T92" fmla="*/ 30 w 33"/>
                <a:gd name="T93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" h="50">
                  <a:moveTo>
                    <a:pt x="30" y="27"/>
                  </a:moveTo>
                  <a:cubicBezTo>
                    <a:pt x="31" y="28"/>
                    <a:pt x="31" y="29"/>
                    <a:pt x="32" y="30"/>
                  </a:cubicBezTo>
                  <a:cubicBezTo>
                    <a:pt x="32" y="32"/>
                    <a:pt x="33" y="33"/>
                    <a:pt x="33" y="35"/>
                  </a:cubicBezTo>
                  <a:cubicBezTo>
                    <a:pt x="33" y="39"/>
                    <a:pt x="31" y="43"/>
                    <a:pt x="28" y="46"/>
                  </a:cubicBezTo>
                  <a:cubicBezTo>
                    <a:pt x="25" y="48"/>
                    <a:pt x="21" y="50"/>
                    <a:pt x="16" y="50"/>
                  </a:cubicBezTo>
                  <a:cubicBezTo>
                    <a:pt x="14" y="50"/>
                    <a:pt x="12" y="49"/>
                    <a:pt x="10" y="49"/>
                  </a:cubicBezTo>
                  <a:cubicBezTo>
                    <a:pt x="8" y="48"/>
                    <a:pt x="6" y="47"/>
                    <a:pt x="4" y="46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3" y="34"/>
                    <a:pt x="4" y="36"/>
                    <a:pt x="4" y="38"/>
                  </a:cubicBezTo>
                  <a:cubicBezTo>
                    <a:pt x="5" y="39"/>
                    <a:pt x="6" y="41"/>
                    <a:pt x="7" y="42"/>
                  </a:cubicBezTo>
                  <a:cubicBezTo>
                    <a:pt x="9" y="44"/>
                    <a:pt x="10" y="45"/>
                    <a:pt x="12" y="46"/>
                  </a:cubicBezTo>
                  <a:cubicBezTo>
                    <a:pt x="13" y="46"/>
                    <a:pt x="15" y="47"/>
                    <a:pt x="17" y="47"/>
                  </a:cubicBezTo>
                  <a:cubicBezTo>
                    <a:pt x="19" y="47"/>
                    <a:pt x="20" y="46"/>
                    <a:pt x="21" y="46"/>
                  </a:cubicBezTo>
                  <a:cubicBezTo>
                    <a:pt x="22" y="46"/>
                    <a:pt x="23" y="45"/>
                    <a:pt x="24" y="44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41"/>
                    <a:pt x="26" y="40"/>
                    <a:pt x="26" y="38"/>
                  </a:cubicBezTo>
                  <a:cubicBezTo>
                    <a:pt x="26" y="36"/>
                    <a:pt x="25" y="35"/>
                    <a:pt x="24" y="33"/>
                  </a:cubicBezTo>
                  <a:cubicBezTo>
                    <a:pt x="23" y="31"/>
                    <a:pt x="22" y="30"/>
                    <a:pt x="20" y="29"/>
                  </a:cubicBezTo>
                  <a:cubicBezTo>
                    <a:pt x="18" y="29"/>
                    <a:pt x="16" y="28"/>
                    <a:pt x="15" y="27"/>
                  </a:cubicBezTo>
                  <a:cubicBezTo>
                    <a:pt x="13" y="26"/>
                    <a:pt x="11" y="26"/>
                    <a:pt x="10" y="25"/>
                  </a:cubicBezTo>
                  <a:cubicBezTo>
                    <a:pt x="7" y="24"/>
                    <a:pt x="5" y="22"/>
                    <a:pt x="3" y="20"/>
                  </a:cubicBezTo>
                  <a:cubicBezTo>
                    <a:pt x="2" y="18"/>
                    <a:pt x="1" y="16"/>
                    <a:pt x="1" y="13"/>
                  </a:cubicBezTo>
                  <a:cubicBezTo>
                    <a:pt x="1" y="11"/>
                    <a:pt x="1" y="9"/>
                    <a:pt x="2" y="8"/>
                  </a:cubicBezTo>
                  <a:cubicBezTo>
                    <a:pt x="3" y="6"/>
                    <a:pt x="4" y="5"/>
                    <a:pt x="5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5"/>
                    <a:pt x="27" y="13"/>
                    <a:pt x="26" y="11"/>
                  </a:cubicBezTo>
                  <a:cubicBezTo>
                    <a:pt x="26" y="10"/>
                    <a:pt x="25" y="8"/>
                    <a:pt x="24" y="7"/>
                  </a:cubicBezTo>
                  <a:cubicBezTo>
                    <a:pt x="23" y="6"/>
                    <a:pt x="22" y="5"/>
                    <a:pt x="20" y="4"/>
                  </a:cubicBezTo>
                  <a:cubicBezTo>
                    <a:pt x="19" y="3"/>
                    <a:pt x="17" y="3"/>
                    <a:pt x="15" y="3"/>
                  </a:cubicBezTo>
                  <a:cubicBezTo>
                    <a:pt x="13" y="3"/>
                    <a:pt x="11" y="3"/>
                    <a:pt x="10" y="5"/>
                  </a:cubicBezTo>
                  <a:cubicBezTo>
                    <a:pt x="8" y="6"/>
                    <a:pt x="7" y="8"/>
                    <a:pt x="7" y="10"/>
                  </a:cubicBezTo>
                  <a:cubicBezTo>
                    <a:pt x="7" y="12"/>
                    <a:pt x="8" y="13"/>
                    <a:pt x="9" y="15"/>
                  </a:cubicBezTo>
                  <a:cubicBezTo>
                    <a:pt x="10" y="16"/>
                    <a:pt x="11" y="17"/>
                    <a:pt x="13" y="18"/>
                  </a:cubicBezTo>
                  <a:cubicBezTo>
                    <a:pt x="15" y="19"/>
                    <a:pt x="16" y="20"/>
                    <a:pt x="18" y="20"/>
                  </a:cubicBezTo>
                  <a:cubicBezTo>
                    <a:pt x="19" y="21"/>
                    <a:pt x="21" y="21"/>
                    <a:pt x="23" y="22"/>
                  </a:cubicBezTo>
                  <a:cubicBezTo>
                    <a:pt x="24" y="23"/>
                    <a:pt x="25" y="23"/>
                    <a:pt x="26" y="24"/>
                  </a:cubicBezTo>
                  <a:cubicBezTo>
                    <a:pt x="28" y="25"/>
                    <a:pt x="29" y="26"/>
                    <a:pt x="30" y="2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3" name="Freeform 103"/>
            <p:cNvSpPr/>
            <p:nvPr/>
          </p:nvSpPr>
          <p:spPr bwMode="auto">
            <a:xfrm>
              <a:off x="4738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2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6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6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3" y="45"/>
                  </a:cubicBezTo>
                  <a:cubicBezTo>
                    <a:pt x="4" y="45"/>
                    <a:pt x="4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6" y="4"/>
                    <a:pt x="6" y="4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6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5" y="43"/>
                  </a:cubicBezTo>
                  <a:cubicBezTo>
                    <a:pt x="15" y="43"/>
                    <a:pt x="16" y="44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4" name="Freeform 104"/>
            <p:cNvSpPr/>
            <p:nvPr/>
          </p:nvSpPr>
          <p:spPr bwMode="auto">
            <a:xfrm>
              <a:off x="4761" y="327"/>
              <a:ext cx="37" cy="43"/>
            </a:xfrm>
            <a:custGeom>
              <a:avLst/>
              <a:gdLst>
                <a:gd name="T0" fmla="*/ 42 w 42"/>
                <a:gd name="T1" fmla="*/ 13 h 48"/>
                <a:gd name="T2" fmla="*/ 39 w 42"/>
                <a:gd name="T3" fmla="*/ 13 h 48"/>
                <a:gd name="T4" fmla="*/ 38 w 42"/>
                <a:gd name="T5" fmla="*/ 10 h 48"/>
                <a:gd name="T6" fmla="*/ 36 w 42"/>
                <a:gd name="T7" fmla="*/ 7 h 48"/>
                <a:gd name="T8" fmla="*/ 34 w 42"/>
                <a:gd name="T9" fmla="*/ 4 h 48"/>
                <a:gd name="T10" fmla="*/ 32 w 42"/>
                <a:gd name="T11" fmla="*/ 3 h 48"/>
                <a:gd name="T12" fmla="*/ 29 w 42"/>
                <a:gd name="T13" fmla="*/ 2 h 48"/>
                <a:gd name="T14" fmla="*/ 26 w 42"/>
                <a:gd name="T15" fmla="*/ 2 h 48"/>
                <a:gd name="T16" fmla="*/ 24 w 42"/>
                <a:gd name="T17" fmla="*/ 2 h 48"/>
                <a:gd name="T18" fmla="*/ 24 w 42"/>
                <a:gd name="T19" fmla="*/ 41 h 48"/>
                <a:gd name="T20" fmla="*/ 25 w 42"/>
                <a:gd name="T21" fmla="*/ 43 h 48"/>
                <a:gd name="T22" fmla="*/ 26 w 42"/>
                <a:gd name="T23" fmla="*/ 44 h 48"/>
                <a:gd name="T24" fmla="*/ 29 w 42"/>
                <a:gd name="T25" fmla="*/ 45 h 48"/>
                <a:gd name="T26" fmla="*/ 32 w 42"/>
                <a:gd name="T27" fmla="*/ 45 h 48"/>
                <a:gd name="T28" fmla="*/ 32 w 42"/>
                <a:gd name="T29" fmla="*/ 48 h 48"/>
                <a:gd name="T30" fmla="*/ 9 w 42"/>
                <a:gd name="T31" fmla="*/ 48 h 48"/>
                <a:gd name="T32" fmla="*/ 9 w 42"/>
                <a:gd name="T33" fmla="*/ 45 h 48"/>
                <a:gd name="T34" fmla="*/ 12 w 42"/>
                <a:gd name="T35" fmla="*/ 45 h 48"/>
                <a:gd name="T36" fmla="*/ 15 w 42"/>
                <a:gd name="T37" fmla="*/ 44 h 48"/>
                <a:gd name="T38" fmla="*/ 17 w 42"/>
                <a:gd name="T39" fmla="*/ 43 h 48"/>
                <a:gd name="T40" fmla="*/ 17 w 42"/>
                <a:gd name="T41" fmla="*/ 41 h 48"/>
                <a:gd name="T42" fmla="*/ 17 w 42"/>
                <a:gd name="T43" fmla="*/ 2 h 48"/>
                <a:gd name="T44" fmla="*/ 15 w 42"/>
                <a:gd name="T45" fmla="*/ 2 h 48"/>
                <a:gd name="T46" fmla="*/ 12 w 42"/>
                <a:gd name="T47" fmla="*/ 2 h 48"/>
                <a:gd name="T48" fmla="*/ 10 w 42"/>
                <a:gd name="T49" fmla="*/ 3 h 48"/>
                <a:gd name="T50" fmla="*/ 7 w 42"/>
                <a:gd name="T51" fmla="*/ 4 h 48"/>
                <a:gd name="T52" fmla="*/ 5 w 42"/>
                <a:gd name="T53" fmla="*/ 7 h 48"/>
                <a:gd name="T54" fmla="*/ 3 w 42"/>
                <a:gd name="T55" fmla="*/ 10 h 48"/>
                <a:gd name="T56" fmla="*/ 2 w 42"/>
                <a:gd name="T57" fmla="*/ 13 h 48"/>
                <a:gd name="T58" fmla="*/ 0 w 42"/>
                <a:gd name="T59" fmla="*/ 13 h 48"/>
                <a:gd name="T60" fmla="*/ 0 w 42"/>
                <a:gd name="T61" fmla="*/ 0 h 48"/>
                <a:gd name="T62" fmla="*/ 42 w 42"/>
                <a:gd name="T63" fmla="*/ 0 h 48"/>
                <a:gd name="T64" fmla="*/ 42 w 42"/>
                <a:gd name="T65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" h="48">
                  <a:moveTo>
                    <a:pt x="42" y="13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2"/>
                    <a:pt x="39" y="11"/>
                    <a:pt x="38" y="10"/>
                  </a:cubicBezTo>
                  <a:cubicBezTo>
                    <a:pt x="38" y="9"/>
                    <a:pt x="37" y="8"/>
                    <a:pt x="36" y="7"/>
                  </a:cubicBezTo>
                  <a:cubicBezTo>
                    <a:pt x="36" y="6"/>
                    <a:pt x="35" y="5"/>
                    <a:pt x="34" y="4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8" y="2"/>
                    <a:pt x="27" y="2"/>
                    <a:pt x="26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41"/>
                    <a:pt x="24" y="42"/>
                    <a:pt x="25" y="43"/>
                  </a:cubicBezTo>
                  <a:cubicBezTo>
                    <a:pt x="25" y="43"/>
                    <a:pt x="26" y="44"/>
                    <a:pt x="26" y="44"/>
                  </a:cubicBezTo>
                  <a:cubicBezTo>
                    <a:pt x="27" y="44"/>
                    <a:pt x="28" y="44"/>
                    <a:pt x="29" y="45"/>
                  </a:cubicBezTo>
                  <a:cubicBezTo>
                    <a:pt x="30" y="45"/>
                    <a:pt x="31" y="45"/>
                    <a:pt x="32" y="45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3" y="45"/>
                    <a:pt x="14" y="45"/>
                    <a:pt x="15" y="44"/>
                  </a:cubicBezTo>
                  <a:cubicBezTo>
                    <a:pt x="16" y="44"/>
                    <a:pt x="16" y="44"/>
                    <a:pt x="17" y="43"/>
                  </a:cubicBezTo>
                  <a:cubicBezTo>
                    <a:pt x="17" y="43"/>
                    <a:pt x="17" y="42"/>
                    <a:pt x="17" y="4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4" y="2"/>
                    <a:pt x="12" y="2"/>
                  </a:cubicBezTo>
                  <a:cubicBezTo>
                    <a:pt x="11" y="2"/>
                    <a:pt x="10" y="2"/>
                    <a:pt x="10" y="3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6" y="5"/>
                    <a:pt x="6" y="6"/>
                    <a:pt x="5" y="7"/>
                  </a:cubicBezTo>
                  <a:cubicBezTo>
                    <a:pt x="4" y="8"/>
                    <a:pt x="4" y="9"/>
                    <a:pt x="3" y="10"/>
                  </a:cubicBezTo>
                  <a:cubicBezTo>
                    <a:pt x="3" y="11"/>
                    <a:pt x="2" y="12"/>
                    <a:pt x="2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42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5" name="Freeform 105"/>
            <p:cNvSpPr/>
            <p:nvPr/>
          </p:nvSpPr>
          <p:spPr bwMode="auto">
            <a:xfrm>
              <a:off x="4801" y="327"/>
              <a:ext cx="41" cy="43"/>
            </a:xfrm>
            <a:custGeom>
              <a:avLst/>
              <a:gdLst>
                <a:gd name="T0" fmla="*/ 45 w 45"/>
                <a:gd name="T1" fmla="*/ 2 h 48"/>
                <a:gd name="T2" fmla="*/ 44 w 45"/>
                <a:gd name="T3" fmla="*/ 3 h 48"/>
                <a:gd name="T4" fmla="*/ 42 w 45"/>
                <a:gd name="T5" fmla="*/ 3 h 48"/>
                <a:gd name="T6" fmla="*/ 40 w 45"/>
                <a:gd name="T7" fmla="*/ 5 h 48"/>
                <a:gd name="T8" fmla="*/ 38 w 45"/>
                <a:gd name="T9" fmla="*/ 7 h 48"/>
                <a:gd name="T10" fmla="*/ 33 w 45"/>
                <a:gd name="T11" fmla="*/ 14 h 48"/>
                <a:gd name="T12" fmla="*/ 28 w 45"/>
                <a:gd name="T13" fmla="*/ 24 h 48"/>
                <a:gd name="T14" fmla="*/ 26 w 45"/>
                <a:gd name="T15" fmla="*/ 28 h 48"/>
                <a:gd name="T16" fmla="*/ 26 w 45"/>
                <a:gd name="T17" fmla="*/ 31 h 48"/>
                <a:gd name="T18" fmla="*/ 26 w 45"/>
                <a:gd name="T19" fmla="*/ 41 h 48"/>
                <a:gd name="T20" fmla="*/ 26 w 45"/>
                <a:gd name="T21" fmla="*/ 43 h 48"/>
                <a:gd name="T22" fmla="*/ 28 w 45"/>
                <a:gd name="T23" fmla="*/ 44 h 48"/>
                <a:gd name="T24" fmla="*/ 30 w 45"/>
                <a:gd name="T25" fmla="*/ 45 h 48"/>
                <a:gd name="T26" fmla="*/ 33 w 45"/>
                <a:gd name="T27" fmla="*/ 45 h 48"/>
                <a:gd name="T28" fmla="*/ 33 w 45"/>
                <a:gd name="T29" fmla="*/ 48 h 48"/>
                <a:gd name="T30" fmla="*/ 11 w 45"/>
                <a:gd name="T31" fmla="*/ 48 h 48"/>
                <a:gd name="T32" fmla="*/ 11 w 45"/>
                <a:gd name="T33" fmla="*/ 45 h 48"/>
                <a:gd name="T34" fmla="*/ 14 w 45"/>
                <a:gd name="T35" fmla="*/ 45 h 48"/>
                <a:gd name="T36" fmla="*/ 16 w 45"/>
                <a:gd name="T37" fmla="*/ 44 h 48"/>
                <a:gd name="T38" fmla="*/ 18 w 45"/>
                <a:gd name="T39" fmla="*/ 43 h 48"/>
                <a:gd name="T40" fmla="*/ 19 w 45"/>
                <a:gd name="T41" fmla="*/ 41 h 48"/>
                <a:gd name="T42" fmla="*/ 19 w 45"/>
                <a:gd name="T43" fmla="*/ 29 h 48"/>
                <a:gd name="T44" fmla="*/ 18 w 45"/>
                <a:gd name="T45" fmla="*/ 27 h 48"/>
                <a:gd name="T46" fmla="*/ 16 w 45"/>
                <a:gd name="T47" fmla="*/ 24 h 48"/>
                <a:gd name="T48" fmla="*/ 12 w 45"/>
                <a:gd name="T49" fmla="*/ 16 h 48"/>
                <a:gd name="T50" fmla="*/ 8 w 45"/>
                <a:gd name="T51" fmla="*/ 8 h 48"/>
                <a:gd name="T52" fmla="*/ 6 w 45"/>
                <a:gd name="T53" fmla="*/ 5 h 48"/>
                <a:gd name="T54" fmla="*/ 4 w 45"/>
                <a:gd name="T55" fmla="*/ 3 h 48"/>
                <a:gd name="T56" fmla="*/ 2 w 45"/>
                <a:gd name="T57" fmla="*/ 2 h 48"/>
                <a:gd name="T58" fmla="*/ 0 w 45"/>
                <a:gd name="T59" fmla="*/ 2 h 48"/>
                <a:gd name="T60" fmla="*/ 0 w 45"/>
                <a:gd name="T61" fmla="*/ 0 h 48"/>
                <a:gd name="T62" fmla="*/ 20 w 45"/>
                <a:gd name="T63" fmla="*/ 0 h 48"/>
                <a:gd name="T64" fmla="*/ 20 w 45"/>
                <a:gd name="T65" fmla="*/ 2 h 48"/>
                <a:gd name="T66" fmla="*/ 15 w 45"/>
                <a:gd name="T67" fmla="*/ 3 h 48"/>
                <a:gd name="T68" fmla="*/ 14 w 45"/>
                <a:gd name="T69" fmla="*/ 4 h 48"/>
                <a:gd name="T70" fmla="*/ 14 w 45"/>
                <a:gd name="T71" fmla="*/ 4 h 48"/>
                <a:gd name="T72" fmla="*/ 15 w 45"/>
                <a:gd name="T73" fmla="*/ 6 h 48"/>
                <a:gd name="T74" fmla="*/ 16 w 45"/>
                <a:gd name="T75" fmla="*/ 8 h 48"/>
                <a:gd name="T76" fmla="*/ 17 w 45"/>
                <a:gd name="T77" fmla="*/ 10 h 48"/>
                <a:gd name="T78" fmla="*/ 20 w 45"/>
                <a:gd name="T79" fmla="*/ 16 h 48"/>
                <a:gd name="T80" fmla="*/ 24 w 45"/>
                <a:gd name="T81" fmla="*/ 24 h 48"/>
                <a:gd name="T82" fmla="*/ 32 w 45"/>
                <a:gd name="T83" fmla="*/ 10 h 48"/>
                <a:gd name="T84" fmla="*/ 35 w 45"/>
                <a:gd name="T85" fmla="*/ 5 h 48"/>
                <a:gd name="T86" fmla="*/ 35 w 45"/>
                <a:gd name="T87" fmla="*/ 3 h 48"/>
                <a:gd name="T88" fmla="*/ 33 w 45"/>
                <a:gd name="T89" fmla="*/ 3 h 48"/>
                <a:gd name="T90" fmla="*/ 31 w 45"/>
                <a:gd name="T91" fmla="*/ 2 h 48"/>
                <a:gd name="T92" fmla="*/ 29 w 45"/>
                <a:gd name="T93" fmla="*/ 2 h 48"/>
                <a:gd name="T94" fmla="*/ 29 w 45"/>
                <a:gd name="T95" fmla="*/ 0 h 48"/>
                <a:gd name="T96" fmla="*/ 45 w 45"/>
                <a:gd name="T97" fmla="*/ 0 h 48"/>
                <a:gd name="T98" fmla="*/ 45 w 45"/>
                <a:gd name="T99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" h="48">
                  <a:moveTo>
                    <a:pt x="45" y="2"/>
                  </a:moveTo>
                  <a:cubicBezTo>
                    <a:pt x="45" y="2"/>
                    <a:pt x="44" y="2"/>
                    <a:pt x="44" y="3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1" y="4"/>
                    <a:pt x="40" y="4"/>
                    <a:pt x="40" y="5"/>
                  </a:cubicBezTo>
                  <a:cubicBezTo>
                    <a:pt x="40" y="5"/>
                    <a:pt x="39" y="6"/>
                    <a:pt x="38" y="7"/>
                  </a:cubicBezTo>
                  <a:cubicBezTo>
                    <a:pt x="36" y="9"/>
                    <a:pt x="35" y="12"/>
                    <a:pt x="33" y="14"/>
                  </a:cubicBezTo>
                  <a:cubicBezTo>
                    <a:pt x="32" y="17"/>
                    <a:pt x="30" y="20"/>
                    <a:pt x="28" y="24"/>
                  </a:cubicBezTo>
                  <a:cubicBezTo>
                    <a:pt x="27" y="26"/>
                    <a:pt x="26" y="27"/>
                    <a:pt x="26" y="28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2"/>
                    <a:pt x="26" y="43"/>
                  </a:cubicBezTo>
                  <a:cubicBezTo>
                    <a:pt x="27" y="43"/>
                    <a:pt x="27" y="44"/>
                    <a:pt x="28" y="44"/>
                  </a:cubicBezTo>
                  <a:cubicBezTo>
                    <a:pt x="28" y="44"/>
                    <a:pt x="29" y="45"/>
                    <a:pt x="30" y="45"/>
                  </a:cubicBezTo>
                  <a:cubicBezTo>
                    <a:pt x="32" y="45"/>
                    <a:pt x="33" y="45"/>
                    <a:pt x="33" y="45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2" y="45"/>
                    <a:pt x="13" y="45"/>
                    <a:pt x="14" y="45"/>
                  </a:cubicBezTo>
                  <a:cubicBezTo>
                    <a:pt x="15" y="45"/>
                    <a:pt x="16" y="45"/>
                    <a:pt x="16" y="44"/>
                  </a:cubicBezTo>
                  <a:cubicBezTo>
                    <a:pt x="17" y="44"/>
                    <a:pt x="18" y="44"/>
                    <a:pt x="18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7"/>
                  </a:cubicBezTo>
                  <a:cubicBezTo>
                    <a:pt x="17" y="26"/>
                    <a:pt x="17" y="25"/>
                    <a:pt x="16" y="24"/>
                  </a:cubicBezTo>
                  <a:cubicBezTo>
                    <a:pt x="15" y="21"/>
                    <a:pt x="13" y="19"/>
                    <a:pt x="12" y="16"/>
                  </a:cubicBezTo>
                  <a:cubicBezTo>
                    <a:pt x="10" y="13"/>
                    <a:pt x="9" y="10"/>
                    <a:pt x="8" y="8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2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8" y="2"/>
                    <a:pt x="16" y="2"/>
                    <a:pt x="15" y="3"/>
                  </a:cubicBezTo>
                  <a:cubicBezTo>
                    <a:pt x="14" y="3"/>
                    <a:pt x="14" y="3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4" y="5"/>
                    <a:pt x="15" y="6"/>
                  </a:cubicBezTo>
                  <a:cubicBezTo>
                    <a:pt x="15" y="6"/>
                    <a:pt x="15" y="7"/>
                    <a:pt x="16" y="8"/>
                  </a:cubicBezTo>
                  <a:cubicBezTo>
                    <a:pt x="16" y="8"/>
                    <a:pt x="16" y="9"/>
                    <a:pt x="17" y="10"/>
                  </a:cubicBezTo>
                  <a:cubicBezTo>
                    <a:pt x="18" y="12"/>
                    <a:pt x="19" y="14"/>
                    <a:pt x="20" y="16"/>
                  </a:cubicBezTo>
                  <a:cubicBezTo>
                    <a:pt x="21" y="18"/>
                    <a:pt x="22" y="20"/>
                    <a:pt x="24" y="24"/>
                  </a:cubicBezTo>
                  <a:cubicBezTo>
                    <a:pt x="28" y="18"/>
                    <a:pt x="31" y="14"/>
                    <a:pt x="32" y="10"/>
                  </a:cubicBezTo>
                  <a:cubicBezTo>
                    <a:pt x="34" y="7"/>
                    <a:pt x="35" y="5"/>
                    <a:pt x="35" y="5"/>
                  </a:cubicBezTo>
                  <a:cubicBezTo>
                    <a:pt x="35" y="4"/>
                    <a:pt x="35" y="4"/>
                    <a:pt x="35" y="3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2"/>
                    <a:pt x="32" y="2"/>
                    <a:pt x="31" y="2"/>
                  </a:cubicBezTo>
                  <a:cubicBezTo>
                    <a:pt x="30" y="2"/>
                    <a:pt x="29" y="2"/>
                    <a:pt x="29" y="2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6" name="Freeform 106"/>
            <p:cNvSpPr/>
            <p:nvPr/>
          </p:nvSpPr>
          <p:spPr bwMode="auto">
            <a:xfrm>
              <a:off x="4293" y="160"/>
              <a:ext cx="74" cy="104"/>
            </a:xfrm>
            <a:custGeom>
              <a:avLst/>
              <a:gdLst>
                <a:gd name="T0" fmla="*/ 63 w 82"/>
                <a:gd name="T1" fmla="*/ 87 h 115"/>
                <a:gd name="T2" fmla="*/ 59 w 82"/>
                <a:gd name="T3" fmla="*/ 88 h 115"/>
                <a:gd name="T4" fmla="*/ 47 w 82"/>
                <a:gd name="T5" fmla="*/ 92 h 115"/>
                <a:gd name="T6" fmla="*/ 31 w 82"/>
                <a:gd name="T7" fmla="*/ 92 h 115"/>
                <a:gd name="T8" fmla="*/ 31 w 82"/>
                <a:gd name="T9" fmla="*/ 91 h 115"/>
                <a:gd name="T10" fmla="*/ 41 w 82"/>
                <a:gd name="T11" fmla="*/ 81 h 115"/>
                <a:gd name="T12" fmla="*/ 41 w 82"/>
                <a:gd name="T13" fmla="*/ 68 h 115"/>
                <a:gd name="T14" fmla="*/ 55 w 82"/>
                <a:gd name="T15" fmla="*/ 63 h 115"/>
                <a:gd name="T16" fmla="*/ 66 w 82"/>
                <a:gd name="T17" fmla="*/ 59 h 115"/>
                <a:gd name="T18" fmla="*/ 75 w 82"/>
                <a:gd name="T19" fmla="*/ 48 h 115"/>
                <a:gd name="T20" fmla="*/ 76 w 82"/>
                <a:gd name="T21" fmla="*/ 42 h 115"/>
                <a:gd name="T22" fmla="*/ 76 w 82"/>
                <a:gd name="T23" fmla="*/ 38 h 115"/>
                <a:gd name="T24" fmla="*/ 64 w 82"/>
                <a:gd name="T25" fmla="*/ 33 h 115"/>
                <a:gd name="T26" fmla="*/ 60 w 82"/>
                <a:gd name="T27" fmla="*/ 29 h 115"/>
                <a:gd name="T28" fmla="*/ 59 w 82"/>
                <a:gd name="T29" fmla="*/ 26 h 115"/>
                <a:gd name="T30" fmla="*/ 58 w 82"/>
                <a:gd name="T31" fmla="*/ 25 h 115"/>
                <a:gd name="T32" fmla="*/ 54 w 82"/>
                <a:gd name="T33" fmla="*/ 26 h 115"/>
                <a:gd name="T34" fmla="*/ 53 w 82"/>
                <a:gd name="T35" fmla="*/ 27 h 115"/>
                <a:gd name="T36" fmla="*/ 53 w 82"/>
                <a:gd name="T37" fmla="*/ 28 h 115"/>
                <a:gd name="T38" fmla="*/ 53 w 82"/>
                <a:gd name="T39" fmla="*/ 38 h 115"/>
                <a:gd name="T40" fmla="*/ 46 w 82"/>
                <a:gd name="T41" fmla="*/ 43 h 115"/>
                <a:gd name="T42" fmla="*/ 41 w 82"/>
                <a:gd name="T43" fmla="*/ 49 h 115"/>
                <a:gd name="T44" fmla="*/ 37 w 82"/>
                <a:gd name="T45" fmla="*/ 47 h 115"/>
                <a:gd name="T46" fmla="*/ 20 w 82"/>
                <a:gd name="T47" fmla="*/ 7 h 115"/>
                <a:gd name="T48" fmla="*/ 12 w 82"/>
                <a:gd name="T49" fmla="*/ 0 h 115"/>
                <a:gd name="T50" fmla="*/ 8 w 82"/>
                <a:gd name="T51" fmla="*/ 10 h 115"/>
                <a:gd name="T52" fmla="*/ 8 w 82"/>
                <a:gd name="T53" fmla="*/ 12 h 115"/>
                <a:gd name="T54" fmla="*/ 3 w 82"/>
                <a:gd name="T55" fmla="*/ 36 h 115"/>
                <a:gd name="T56" fmla="*/ 0 w 82"/>
                <a:gd name="T57" fmla="*/ 50 h 115"/>
                <a:gd name="T58" fmla="*/ 6 w 82"/>
                <a:gd name="T59" fmla="*/ 76 h 115"/>
                <a:gd name="T60" fmla="*/ 8 w 82"/>
                <a:gd name="T61" fmla="*/ 86 h 115"/>
                <a:gd name="T62" fmla="*/ 19 w 82"/>
                <a:gd name="T63" fmla="*/ 110 h 115"/>
                <a:gd name="T64" fmla="*/ 38 w 82"/>
                <a:gd name="T65" fmla="*/ 112 h 115"/>
                <a:gd name="T66" fmla="*/ 43 w 82"/>
                <a:gd name="T67" fmla="*/ 108 h 115"/>
                <a:gd name="T68" fmla="*/ 50 w 82"/>
                <a:gd name="T69" fmla="*/ 108 h 115"/>
                <a:gd name="T70" fmla="*/ 68 w 82"/>
                <a:gd name="T71" fmla="*/ 103 h 115"/>
                <a:gd name="T72" fmla="*/ 77 w 82"/>
                <a:gd name="T73" fmla="*/ 98 h 115"/>
                <a:gd name="T74" fmla="*/ 82 w 82"/>
                <a:gd name="T75" fmla="*/ 88 h 115"/>
                <a:gd name="T76" fmla="*/ 80 w 82"/>
                <a:gd name="T77" fmla="*/ 83 h 115"/>
                <a:gd name="T78" fmla="*/ 63 w 82"/>
                <a:gd name="T79" fmla="*/ 8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2" h="115">
                  <a:moveTo>
                    <a:pt x="63" y="87"/>
                  </a:moveTo>
                  <a:cubicBezTo>
                    <a:pt x="62" y="87"/>
                    <a:pt x="60" y="88"/>
                    <a:pt x="59" y="88"/>
                  </a:cubicBezTo>
                  <a:cubicBezTo>
                    <a:pt x="55" y="89"/>
                    <a:pt x="51" y="90"/>
                    <a:pt x="47" y="92"/>
                  </a:cubicBezTo>
                  <a:cubicBezTo>
                    <a:pt x="42" y="93"/>
                    <a:pt x="36" y="96"/>
                    <a:pt x="31" y="92"/>
                  </a:cubicBezTo>
                  <a:cubicBezTo>
                    <a:pt x="31" y="92"/>
                    <a:pt x="31" y="92"/>
                    <a:pt x="31" y="91"/>
                  </a:cubicBezTo>
                  <a:cubicBezTo>
                    <a:pt x="35" y="87"/>
                    <a:pt x="35" y="84"/>
                    <a:pt x="41" y="81"/>
                  </a:cubicBezTo>
                  <a:cubicBezTo>
                    <a:pt x="41" y="77"/>
                    <a:pt x="43" y="71"/>
                    <a:pt x="41" y="68"/>
                  </a:cubicBezTo>
                  <a:cubicBezTo>
                    <a:pt x="41" y="62"/>
                    <a:pt x="49" y="65"/>
                    <a:pt x="55" y="63"/>
                  </a:cubicBezTo>
                  <a:cubicBezTo>
                    <a:pt x="59" y="63"/>
                    <a:pt x="63" y="61"/>
                    <a:pt x="66" y="59"/>
                  </a:cubicBezTo>
                  <a:cubicBezTo>
                    <a:pt x="70" y="57"/>
                    <a:pt x="73" y="52"/>
                    <a:pt x="75" y="48"/>
                  </a:cubicBezTo>
                  <a:cubicBezTo>
                    <a:pt x="76" y="47"/>
                    <a:pt x="75" y="43"/>
                    <a:pt x="76" y="42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76" y="38"/>
                    <a:pt x="65" y="34"/>
                    <a:pt x="64" y="33"/>
                  </a:cubicBezTo>
                  <a:cubicBezTo>
                    <a:pt x="63" y="33"/>
                    <a:pt x="60" y="30"/>
                    <a:pt x="60" y="29"/>
                  </a:cubicBezTo>
                  <a:cubicBezTo>
                    <a:pt x="59" y="28"/>
                    <a:pt x="60" y="27"/>
                    <a:pt x="59" y="26"/>
                  </a:cubicBezTo>
                  <a:cubicBezTo>
                    <a:pt x="59" y="25"/>
                    <a:pt x="58" y="25"/>
                    <a:pt x="58" y="25"/>
                  </a:cubicBezTo>
                  <a:cubicBezTo>
                    <a:pt x="56" y="25"/>
                    <a:pt x="55" y="26"/>
                    <a:pt x="54" y="26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2" y="41"/>
                    <a:pt x="48" y="42"/>
                    <a:pt x="46" y="43"/>
                  </a:cubicBezTo>
                  <a:cubicBezTo>
                    <a:pt x="44" y="45"/>
                    <a:pt x="43" y="47"/>
                    <a:pt x="41" y="49"/>
                  </a:cubicBezTo>
                  <a:cubicBezTo>
                    <a:pt x="38" y="48"/>
                    <a:pt x="38" y="48"/>
                    <a:pt x="37" y="47"/>
                  </a:cubicBezTo>
                  <a:cubicBezTo>
                    <a:pt x="33" y="30"/>
                    <a:pt x="32" y="16"/>
                    <a:pt x="20" y="7"/>
                  </a:cubicBezTo>
                  <a:cubicBezTo>
                    <a:pt x="18" y="5"/>
                    <a:pt x="16" y="1"/>
                    <a:pt x="12" y="0"/>
                  </a:cubicBezTo>
                  <a:cubicBezTo>
                    <a:pt x="11" y="3"/>
                    <a:pt x="9" y="7"/>
                    <a:pt x="8" y="10"/>
                  </a:cubicBezTo>
                  <a:cubicBezTo>
                    <a:pt x="8" y="11"/>
                    <a:pt x="9" y="12"/>
                    <a:pt x="8" y="12"/>
                  </a:cubicBezTo>
                  <a:cubicBezTo>
                    <a:pt x="6" y="20"/>
                    <a:pt x="5" y="28"/>
                    <a:pt x="3" y="36"/>
                  </a:cubicBezTo>
                  <a:cubicBezTo>
                    <a:pt x="2" y="38"/>
                    <a:pt x="0" y="48"/>
                    <a:pt x="0" y="50"/>
                  </a:cubicBezTo>
                  <a:cubicBezTo>
                    <a:pt x="2" y="58"/>
                    <a:pt x="4" y="68"/>
                    <a:pt x="6" y="76"/>
                  </a:cubicBezTo>
                  <a:cubicBezTo>
                    <a:pt x="7" y="80"/>
                    <a:pt x="7" y="82"/>
                    <a:pt x="8" y="86"/>
                  </a:cubicBezTo>
                  <a:cubicBezTo>
                    <a:pt x="9" y="92"/>
                    <a:pt x="15" y="107"/>
                    <a:pt x="19" y="110"/>
                  </a:cubicBezTo>
                  <a:cubicBezTo>
                    <a:pt x="24" y="113"/>
                    <a:pt x="32" y="115"/>
                    <a:pt x="38" y="112"/>
                  </a:cubicBezTo>
                  <a:cubicBezTo>
                    <a:pt x="40" y="111"/>
                    <a:pt x="42" y="108"/>
                    <a:pt x="43" y="108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6" y="106"/>
                    <a:pt x="62" y="105"/>
                    <a:pt x="68" y="103"/>
                  </a:cubicBezTo>
                  <a:cubicBezTo>
                    <a:pt x="70" y="102"/>
                    <a:pt x="75" y="99"/>
                    <a:pt x="77" y="98"/>
                  </a:cubicBezTo>
                  <a:cubicBezTo>
                    <a:pt x="79" y="95"/>
                    <a:pt x="79" y="91"/>
                    <a:pt x="82" y="88"/>
                  </a:cubicBezTo>
                  <a:cubicBezTo>
                    <a:pt x="82" y="86"/>
                    <a:pt x="81" y="84"/>
                    <a:pt x="80" y="83"/>
                  </a:cubicBezTo>
                  <a:cubicBezTo>
                    <a:pt x="73" y="83"/>
                    <a:pt x="68" y="85"/>
                    <a:pt x="63" y="8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7" name="Freeform 107"/>
            <p:cNvSpPr>
              <a:spLocks noEditPoints="1"/>
            </p:cNvSpPr>
            <p:nvPr/>
          </p:nvSpPr>
          <p:spPr bwMode="auto">
            <a:xfrm>
              <a:off x="4206" y="140"/>
              <a:ext cx="63" cy="145"/>
            </a:xfrm>
            <a:custGeom>
              <a:avLst/>
              <a:gdLst>
                <a:gd name="T0" fmla="*/ 48 w 70"/>
                <a:gd name="T1" fmla="*/ 115 h 160"/>
                <a:gd name="T2" fmla="*/ 48 w 70"/>
                <a:gd name="T3" fmla="*/ 120 h 160"/>
                <a:gd name="T4" fmla="*/ 42 w 70"/>
                <a:gd name="T5" fmla="*/ 124 h 160"/>
                <a:gd name="T6" fmla="*/ 37 w 70"/>
                <a:gd name="T7" fmla="*/ 128 h 160"/>
                <a:gd name="T8" fmla="*/ 29 w 70"/>
                <a:gd name="T9" fmla="*/ 131 h 160"/>
                <a:gd name="T10" fmla="*/ 22 w 70"/>
                <a:gd name="T11" fmla="*/ 136 h 160"/>
                <a:gd name="T12" fmla="*/ 12 w 70"/>
                <a:gd name="T13" fmla="*/ 137 h 160"/>
                <a:gd name="T14" fmla="*/ 11 w 70"/>
                <a:gd name="T15" fmla="*/ 137 h 160"/>
                <a:gd name="T16" fmla="*/ 16 w 70"/>
                <a:gd name="T17" fmla="*/ 127 h 160"/>
                <a:gd name="T18" fmla="*/ 28 w 70"/>
                <a:gd name="T19" fmla="*/ 111 h 160"/>
                <a:gd name="T20" fmla="*/ 29 w 70"/>
                <a:gd name="T21" fmla="*/ 108 h 160"/>
                <a:gd name="T22" fmla="*/ 34 w 70"/>
                <a:gd name="T23" fmla="*/ 102 h 160"/>
                <a:gd name="T24" fmla="*/ 46 w 70"/>
                <a:gd name="T25" fmla="*/ 93 h 160"/>
                <a:gd name="T26" fmla="*/ 48 w 70"/>
                <a:gd name="T27" fmla="*/ 93 h 160"/>
                <a:gd name="T28" fmla="*/ 48 w 70"/>
                <a:gd name="T29" fmla="*/ 108 h 160"/>
                <a:gd name="T30" fmla="*/ 48 w 70"/>
                <a:gd name="T31" fmla="*/ 115 h 160"/>
                <a:gd name="T32" fmla="*/ 69 w 70"/>
                <a:gd name="T33" fmla="*/ 55 h 160"/>
                <a:gd name="T34" fmla="*/ 68 w 70"/>
                <a:gd name="T35" fmla="*/ 39 h 160"/>
                <a:gd name="T36" fmla="*/ 68 w 70"/>
                <a:gd name="T37" fmla="*/ 28 h 160"/>
                <a:gd name="T38" fmla="*/ 39 w 70"/>
                <a:gd name="T39" fmla="*/ 7 h 160"/>
                <a:gd name="T40" fmla="*/ 31 w 70"/>
                <a:gd name="T41" fmla="*/ 1 h 160"/>
                <a:gd name="T42" fmla="*/ 28 w 70"/>
                <a:gd name="T43" fmla="*/ 4 h 160"/>
                <a:gd name="T44" fmla="*/ 35 w 70"/>
                <a:gd name="T45" fmla="*/ 15 h 160"/>
                <a:gd name="T46" fmla="*/ 39 w 70"/>
                <a:gd name="T47" fmla="*/ 22 h 160"/>
                <a:gd name="T48" fmla="*/ 48 w 70"/>
                <a:gd name="T49" fmla="*/ 33 h 160"/>
                <a:gd name="T50" fmla="*/ 49 w 70"/>
                <a:gd name="T51" fmla="*/ 67 h 160"/>
                <a:gd name="T52" fmla="*/ 49 w 70"/>
                <a:gd name="T53" fmla="*/ 76 h 160"/>
                <a:gd name="T54" fmla="*/ 48 w 70"/>
                <a:gd name="T55" fmla="*/ 85 h 160"/>
                <a:gd name="T56" fmla="*/ 42 w 70"/>
                <a:gd name="T57" fmla="*/ 81 h 160"/>
                <a:gd name="T58" fmla="*/ 36 w 70"/>
                <a:gd name="T59" fmla="*/ 80 h 160"/>
                <a:gd name="T60" fmla="*/ 31 w 70"/>
                <a:gd name="T61" fmla="*/ 76 h 160"/>
                <a:gd name="T62" fmla="*/ 24 w 70"/>
                <a:gd name="T63" fmla="*/ 76 h 160"/>
                <a:gd name="T64" fmla="*/ 16 w 70"/>
                <a:gd name="T65" fmla="*/ 72 h 160"/>
                <a:gd name="T66" fmla="*/ 13 w 70"/>
                <a:gd name="T67" fmla="*/ 74 h 160"/>
                <a:gd name="T68" fmla="*/ 18 w 70"/>
                <a:gd name="T69" fmla="*/ 83 h 160"/>
                <a:gd name="T70" fmla="*/ 18 w 70"/>
                <a:gd name="T71" fmla="*/ 86 h 160"/>
                <a:gd name="T72" fmla="*/ 20 w 70"/>
                <a:gd name="T73" fmla="*/ 95 h 160"/>
                <a:gd name="T74" fmla="*/ 17 w 70"/>
                <a:gd name="T75" fmla="*/ 105 h 160"/>
                <a:gd name="T76" fmla="*/ 2 w 70"/>
                <a:gd name="T77" fmla="*/ 135 h 160"/>
                <a:gd name="T78" fmla="*/ 1 w 70"/>
                <a:gd name="T79" fmla="*/ 136 h 160"/>
                <a:gd name="T80" fmla="*/ 1 w 70"/>
                <a:gd name="T81" fmla="*/ 137 h 160"/>
                <a:gd name="T82" fmla="*/ 6 w 70"/>
                <a:gd name="T83" fmla="*/ 159 h 160"/>
                <a:gd name="T84" fmla="*/ 6 w 70"/>
                <a:gd name="T85" fmla="*/ 160 h 160"/>
                <a:gd name="T86" fmla="*/ 14 w 70"/>
                <a:gd name="T87" fmla="*/ 160 h 160"/>
                <a:gd name="T88" fmla="*/ 22 w 70"/>
                <a:gd name="T89" fmla="*/ 151 h 160"/>
                <a:gd name="T90" fmla="*/ 34 w 70"/>
                <a:gd name="T91" fmla="*/ 144 h 160"/>
                <a:gd name="T92" fmla="*/ 36 w 70"/>
                <a:gd name="T93" fmla="*/ 142 h 160"/>
                <a:gd name="T94" fmla="*/ 47 w 70"/>
                <a:gd name="T95" fmla="*/ 133 h 160"/>
                <a:gd name="T96" fmla="*/ 48 w 70"/>
                <a:gd name="T97" fmla="*/ 133 h 160"/>
                <a:gd name="T98" fmla="*/ 48 w 70"/>
                <a:gd name="T99" fmla="*/ 138 h 160"/>
                <a:gd name="T100" fmla="*/ 50 w 70"/>
                <a:gd name="T101" fmla="*/ 155 h 160"/>
                <a:gd name="T102" fmla="*/ 55 w 70"/>
                <a:gd name="T103" fmla="*/ 155 h 160"/>
                <a:gd name="T104" fmla="*/ 61 w 70"/>
                <a:gd name="T105" fmla="*/ 145 h 160"/>
                <a:gd name="T106" fmla="*/ 68 w 70"/>
                <a:gd name="T107" fmla="*/ 117 h 160"/>
                <a:gd name="T108" fmla="*/ 68 w 70"/>
                <a:gd name="T109" fmla="*/ 106 h 160"/>
                <a:gd name="T110" fmla="*/ 70 w 70"/>
                <a:gd name="T111" fmla="*/ 75 h 160"/>
                <a:gd name="T112" fmla="*/ 70 w 70"/>
                <a:gd name="T113" fmla="*/ 62 h 160"/>
                <a:gd name="T114" fmla="*/ 69 w 70"/>
                <a:gd name="T115" fmla="*/ 5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0" h="160">
                  <a:moveTo>
                    <a:pt x="48" y="115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7" y="122"/>
                    <a:pt x="43" y="123"/>
                    <a:pt x="42" y="124"/>
                  </a:cubicBezTo>
                  <a:cubicBezTo>
                    <a:pt x="40" y="125"/>
                    <a:pt x="39" y="127"/>
                    <a:pt x="37" y="128"/>
                  </a:cubicBezTo>
                  <a:cubicBezTo>
                    <a:pt x="34" y="129"/>
                    <a:pt x="32" y="129"/>
                    <a:pt x="29" y="131"/>
                  </a:cubicBezTo>
                  <a:cubicBezTo>
                    <a:pt x="27" y="132"/>
                    <a:pt x="25" y="134"/>
                    <a:pt x="22" y="136"/>
                  </a:cubicBezTo>
                  <a:cubicBezTo>
                    <a:pt x="21" y="137"/>
                    <a:pt x="15" y="139"/>
                    <a:pt x="12" y="137"/>
                  </a:cubicBezTo>
                  <a:cubicBezTo>
                    <a:pt x="12" y="137"/>
                    <a:pt x="11" y="137"/>
                    <a:pt x="11" y="137"/>
                  </a:cubicBezTo>
                  <a:cubicBezTo>
                    <a:pt x="11" y="132"/>
                    <a:pt x="14" y="130"/>
                    <a:pt x="16" y="127"/>
                  </a:cubicBezTo>
                  <a:cubicBezTo>
                    <a:pt x="20" y="121"/>
                    <a:pt x="24" y="117"/>
                    <a:pt x="28" y="111"/>
                  </a:cubicBezTo>
                  <a:cubicBezTo>
                    <a:pt x="28" y="110"/>
                    <a:pt x="29" y="109"/>
                    <a:pt x="29" y="108"/>
                  </a:cubicBezTo>
                  <a:cubicBezTo>
                    <a:pt x="30" y="106"/>
                    <a:pt x="33" y="104"/>
                    <a:pt x="34" y="102"/>
                  </a:cubicBezTo>
                  <a:cubicBezTo>
                    <a:pt x="41" y="102"/>
                    <a:pt x="45" y="98"/>
                    <a:pt x="46" y="93"/>
                  </a:cubicBezTo>
                  <a:cubicBezTo>
                    <a:pt x="47" y="93"/>
                    <a:pt x="48" y="93"/>
                    <a:pt x="48" y="93"/>
                  </a:cubicBezTo>
                  <a:cubicBezTo>
                    <a:pt x="48" y="98"/>
                    <a:pt x="48" y="103"/>
                    <a:pt x="48" y="108"/>
                  </a:cubicBezTo>
                  <a:cubicBezTo>
                    <a:pt x="48" y="110"/>
                    <a:pt x="49" y="114"/>
                    <a:pt x="48" y="115"/>
                  </a:cubicBezTo>
                  <a:moveTo>
                    <a:pt x="69" y="55"/>
                  </a:moveTo>
                  <a:cubicBezTo>
                    <a:pt x="69" y="50"/>
                    <a:pt x="69" y="44"/>
                    <a:pt x="68" y="39"/>
                  </a:cubicBezTo>
                  <a:cubicBezTo>
                    <a:pt x="68" y="36"/>
                    <a:pt x="69" y="31"/>
                    <a:pt x="68" y="28"/>
                  </a:cubicBezTo>
                  <a:cubicBezTo>
                    <a:pt x="64" y="19"/>
                    <a:pt x="48" y="11"/>
                    <a:pt x="39" y="7"/>
                  </a:cubicBezTo>
                  <a:cubicBezTo>
                    <a:pt x="36" y="5"/>
                    <a:pt x="36" y="2"/>
                    <a:pt x="31" y="1"/>
                  </a:cubicBezTo>
                  <a:cubicBezTo>
                    <a:pt x="30" y="0"/>
                    <a:pt x="28" y="3"/>
                    <a:pt x="28" y="4"/>
                  </a:cubicBezTo>
                  <a:cubicBezTo>
                    <a:pt x="27" y="9"/>
                    <a:pt x="32" y="11"/>
                    <a:pt x="35" y="15"/>
                  </a:cubicBezTo>
                  <a:cubicBezTo>
                    <a:pt x="36" y="17"/>
                    <a:pt x="37" y="20"/>
                    <a:pt x="39" y="22"/>
                  </a:cubicBezTo>
                  <a:cubicBezTo>
                    <a:pt x="42" y="26"/>
                    <a:pt x="46" y="29"/>
                    <a:pt x="48" y="33"/>
                  </a:cubicBezTo>
                  <a:cubicBezTo>
                    <a:pt x="50" y="40"/>
                    <a:pt x="50" y="59"/>
                    <a:pt x="49" y="67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8" y="79"/>
                    <a:pt x="48" y="82"/>
                    <a:pt x="48" y="85"/>
                  </a:cubicBezTo>
                  <a:cubicBezTo>
                    <a:pt x="45" y="84"/>
                    <a:pt x="44" y="82"/>
                    <a:pt x="42" y="81"/>
                  </a:cubicBezTo>
                  <a:cubicBezTo>
                    <a:pt x="40" y="81"/>
                    <a:pt x="38" y="80"/>
                    <a:pt x="36" y="80"/>
                  </a:cubicBezTo>
                  <a:cubicBezTo>
                    <a:pt x="35" y="79"/>
                    <a:pt x="34" y="77"/>
                    <a:pt x="31" y="76"/>
                  </a:cubicBezTo>
                  <a:cubicBezTo>
                    <a:pt x="29" y="75"/>
                    <a:pt x="27" y="76"/>
                    <a:pt x="24" y="76"/>
                  </a:cubicBezTo>
                  <a:cubicBezTo>
                    <a:pt x="21" y="75"/>
                    <a:pt x="20" y="72"/>
                    <a:pt x="16" y="72"/>
                  </a:cubicBezTo>
                  <a:cubicBezTo>
                    <a:pt x="15" y="72"/>
                    <a:pt x="13" y="74"/>
                    <a:pt x="13" y="74"/>
                  </a:cubicBezTo>
                  <a:cubicBezTo>
                    <a:pt x="14" y="78"/>
                    <a:pt x="17" y="80"/>
                    <a:pt x="18" y="83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8" y="88"/>
                    <a:pt x="19" y="92"/>
                    <a:pt x="20" y="95"/>
                  </a:cubicBezTo>
                  <a:cubicBezTo>
                    <a:pt x="21" y="100"/>
                    <a:pt x="18" y="102"/>
                    <a:pt x="17" y="105"/>
                  </a:cubicBezTo>
                  <a:cubicBezTo>
                    <a:pt x="13" y="117"/>
                    <a:pt x="11" y="129"/>
                    <a:pt x="2" y="135"/>
                  </a:cubicBezTo>
                  <a:cubicBezTo>
                    <a:pt x="2" y="135"/>
                    <a:pt x="1" y="135"/>
                    <a:pt x="1" y="136"/>
                  </a:cubicBezTo>
                  <a:cubicBezTo>
                    <a:pt x="1" y="136"/>
                    <a:pt x="1" y="137"/>
                    <a:pt x="1" y="137"/>
                  </a:cubicBezTo>
                  <a:cubicBezTo>
                    <a:pt x="1" y="144"/>
                    <a:pt x="0" y="157"/>
                    <a:pt x="6" y="159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7" y="160"/>
                    <a:pt x="13" y="160"/>
                    <a:pt x="14" y="160"/>
                  </a:cubicBezTo>
                  <a:cubicBezTo>
                    <a:pt x="16" y="159"/>
                    <a:pt x="20" y="153"/>
                    <a:pt x="22" y="151"/>
                  </a:cubicBezTo>
                  <a:cubicBezTo>
                    <a:pt x="26" y="149"/>
                    <a:pt x="30" y="147"/>
                    <a:pt x="34" y="144"/>
                  </a:cubicBezTo>
                  <a:cubicBezTo>
                    <a:pt x="35" y="143"/>
                    <a:pt x="35" y="143"/>
                    <a:pt x="36" y="142"/>
                  </a:cubicBezTo>
                  <a:cubicBezTo>
                    <a:pt x="40" y="139"/>
                    <a:pt x="43" y="136"/>
                    <a:pt x="47" y="133"/>
                  </a:cubicBezTo>
                  <a:cubicBezTo>
                    <a:pt x="47" y="133"/>
                    <a:pt x="48" y="132"/>
                    <a:pt x="48" y="133"/>
                  </a:cubicBezTo>
                  <a:cubicBezTo>
                    <a:pt x="48" y="134"/>
                    <a:pt x="49" y="137"/>
                    <a:pt x="48" y="138"/>
                  </a:cubicBezTo>
                  <a:cubicBezTo>
                    <a:pt x="48" y="146"/>
                    <a:pt x="47" y="151"/>
                    <a:pt x="50" y="155"/>
                  </a:cubicBezTo>
                  <a:cubicBezTo>
                    <a:pt x="51" y="155"/>
                    <a:pt x="54" y="155"/>
                    <a:pt x="55" y="155"/>
                  </a:cubicBezTo>
                  <a:cubicBezTo>
                    <a:pt x="58" y="153"/>
                    <a:pt x="60" y="148"/>
                    <a:pt x="61" y="145"/>
                  </a:cubicBezTo>
                  <a:cubicBezTo>
                    <a:pt x="64" y="136"/>
                    <a:pt x="65" y="127"/>
                    <a:pt x="68" y="117"/>
                  </a:cubicBezTo>
                  <a:cubicBezTo>
                    <a:pt x="68" y="113"/>
                    <a:pt x="68" y="110"/>
                    <a:pt x="68" y="106"/>
                  </a:cubicBezTo>
                  <a:cubicBezTo>
                    <a:pt x="70" y="97"/>
                    <a:pt x="70" y="86"/>
                    <a:pt x="70" y="75"/>
                  </a:cubicBezTo>
                  <a:cubicBezTo>
                    <a:pt x="70" y="71"/>
                    <a:pt x="70" y="67"/>
                    <a:pt x="70" y="62"/>
                  </a:cubicBezTo>
                  <a:cubicBezTo>
                    <a:pt x="70" y="60"/>
                    <a:pt x="69" y="58"/>
                    <a:pt x="69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8" name="Freeform 108"/>
            <p:cNvSpPr/>
            <p:nvPr/>
          </p:nvSpPr>
          <p:spPr bwMode="auto">
            <a:xfrm>
              <a:off x="4730" y="153"/>
              <a:ext cx="36" cy="50"/>
            </a:xfrm>
            <a:custGeom>
              <a:avLst/>
              <a:gdLst>
                <a:gd name="T0" fmla="*/ 13 w 40"/>
                <a:gd name="T1" fmla="*/ 24 h 55"/>
                <a:gd name="T2" fmla="*/ 18 w 40"/>
                <a:gd name="T3" fmla="*/ 29 h 55"/>
                <a:gd name="T4" fmla="*/ 26 w 40"/>
                <a:gd name="T5" fmla="*/ 55 h 55"/>
                <a:gd name="T6" fmla="*/ 40 w 40"/>
                <a:gd name="T7" fmla="*/ 44 h 55"/>
                <a:gd name="T8" fmla="*/ 24 w 40"/>
                <a:gd name="T9" fmla="*/ 14 h 55"/>
                <a:gd name="T10" fmla="*/ 13 w 40"/>
                <a:gd name="T11" fmla="*/ 8 h 55"/>
                <a:gd name="T12" fmla="*/ 2 w 40"/>
                <a:gd name="T13" fmla="*/ 1 h 55"/>
                <a:gd name="T14" fmla="*/ 0 w 40"/>
                <a:gd name="T15" fmla="*/ 2 h 55"/>
                <a:gd name="T16" fmla="*/ 0 w 40"/>
                <a:gd name="T17" fmla="*/ 9 h 55"/>
                <a:gd name="T18" fmla="*/ 5 w 40"/>
                <a:gd name="T19" fmla="*/ 13 h 55"/>
                <a:gd name="T20" fmla="*/ 13 w 40"/>
                <a:gd name="T21" fmla="*/ 2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55">
                  <a:moveTo>
                    <a:pt x="13" y="24"/>
                  </a:moveTo>
                  <a:cubicBezTo>
                    <a:pt x="15" y="25"/>
                    <a:pt x="17" y="27"/>
                    <a:pt x="18" y="29"/>
                  </a:cubicBezTo>
                  <a:cubicBezTo>
                    <a:pt x="23" y="35"/>
                    <a:pt x="24" y="47"/>
                    <a:pt x="26" y="55"/>
                  </a:cubicBezTo>
                  <a:cubicBezTo>
                    <a:pt x="34" y="55"/>
                    <a:pt x="37" y="48"/>
                    <a:pt x="40" y="44"/>
                  </a:cubicBezTo>
                  <a:cubicBezTo>
                    <a:pt x="40" y="34"/>
                    <a:pt x="30" y="18"/>
                    <a:pt x="24" y="14"/>
                  </a:cubicBezTo>
                  <a:cubicBezTo>
                    <a:pt x="20" y="12"/>
                    <a:pt x="16" y="11"/>
                    <a:pt x="13" y="8"/>
                  </a:cubicBezTo>
                  <a:cubicBezTo>
                    <a:pt x="9" y="6"/>
                    <a:pt x="7" y="2"/>
                    <a:pt x="2" y="1"/>
                  </a:cubicBezTo>
                  <a:cubicBezTo>
                    <a:pt x="2" y="0"/>
                    <a:pt x="0" y="2"/>
                    <a:pt x="0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3" y="11"/>
                    <a:pt x="5" y="13"/>
                  </a:cubicBezTo>
                  <a:cubicBezTo>
                    <a:pt x="8" y="16"/>
                    <a:pt x="11" y="20"/>
                    <a:pt x="13" y="2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9" name="Freeform 109"/>
            <p:cNvSpPr>
              <a:spLocks noEditPoints="1"/>
            </p:cNvSpPr>
            <p:nvPr/>
          </p:nvSpPr>
          <p:spPr bwMode="auto">
            <a:xfrm>
              <a:off x="4737" y="118"/>
              <a:ext cx="107" cy="121"/>
            </a:xfrm>
            <a:custGeom>
              <a:avLst/>
              <a:gdLst>
                <a:gd name="T0" fmla="*/ 76 w 119"/>
                <a:gd name="T1" fmla="*/ 75 h 133"/>
                <a:gd name="T2" fmla="*/ 70 w 119"/>
                <a:gd name="T3" fmla="*/ 59 h 133"/>
                <a:gd name="T4" fmla="*/ 63 w 119"/>
                <a:gd name="T5" fmla="*/ 69 h 133"/>
                <a:gd name="T6" fmla="*/ 72 w 119"/>
                <a:gd name="T7" fmla="*/ 44 h 133"/>
                <a:gd name="T8" fmla="*/ 80 w 119"/>
                <a:gd name="T9" fmla="*/ 68 h 133"/>
                <a:gd name="T10" fmla="*/ 112 w 119"/>
                <a:gd name="T11" fmla="*/ 47 h 133"/>
                <a:gd name="T12" fmla="*/ 107 w 119"/>
                <a:gd name="T13" fmla="*/ 31 h 133"/>
                <a:gd name="T14" fmla="*/ 99 w 119"/>
                <a:gd name="T15" fmla="*/ 30 h 133"/>
                <a:gd name="T16" fmla="*/ 74 w 119"/>
                <a:gd name="T17" fmla="*/ 37 h 133"/>
                <a:gd name="T18" fmla="*/ 81 w 119"/>
                <a:gd name="T19" fmla="*/ 18 h 133"/>
                <a:gd name="T20" fmla="*/ 77 w 119"/>
                <a:gd name="T21" fmla="*/ 0 h 133"/>
                <a:gd name="T22" fmla="*/ 63 w 119"/>
                <a:gd name="T23" fmla="*/ 28 h 133"/>
                <a:gd name="T24" fmla="*/ 43 w 119"/>
                <a:gd name="T25" fmla="*/ 32 h 133"/>
                <a:gd name="T26" fmla="*/ 45 w 119"/>
                <a:gd name="T27" fmla="*/ 42 h 133"/>
                <a:gd name="T28" fmla="*/ 47 w 119"/>
                <a:gd name="T29" fmla="*/ 49 h 133"/>
                <a:gd name="T30" fmla="*/ 56 w 119"/>
                <a:gd name="T31" fmla="*/ 51 h 133"/>
                <a:gd name="T32" fmla="*/ 40 w 119"/>
                <a:gd name="T33" fmla="*/ 62 h 133"/>
                <a:gd name="T34" fmla="*/ 43 w 119"/>
                <a:gd name="T35" fmla="*/ 68 h 133"/>
                <a:gd name="T36" fmla="*/ 34 w 119"/>
                <a:gd name="T37" fmla="*/ 84 h 133"/>
                <a:gd name="T38" fmla="*/ 50 w 119"/>
                <a:gd name="T39" fmla="*/ 74 h 133"/>
                <a:gd name="T40" fmla="*/ 58 w 119"/>
                <a:gd name="T41" fmla="*/ 84 h 133"/>
                <a:gd name="T42" fmla="*/ 74 w 119"/>
                <a:gd name="T43" fmla="*/ 84 h 133"/>
                <a:gd name="T44" fmla="*/ 69 w 119"/>
                <a:gd name="T45" fmla="*/ 88 h 133"/>
                <a:gd name="T46" fmla="*/ 35 w 119"/>
                <a:gd name="T47" fmla="*/ 106 h 133"/>
                <a:gd name="T48" fmla="*/ 0 w 119"/>
                <a:gd name="T49" fmla="*/ 126 h 133"/>
                <a:gd name="T50" fmla="*/ 0 w 119"/>
                <a:gd name="T51" fmla="*/ 130 h 133"/>
                <a:gd name="T52" fmla="*/ 64 w 119"/>
                <a:gd name="T53" fmla="*/ 104 h 133"/>
                <a:gd name="T54" fmla="*/ 80 w 119"/>
                <a:gd name="T55" fmla="*/ 92 h 133"/>
                <a:gd name="T56" fmla="*/ 78 w 119"/>
                <a:gd name="T57" fmla="*/ 97 h 133"/>
                <a:gd name="T58" fmla="*/ 70 w 119"/>
                <a:gd name="T59" fmla="*/ 107 h 133"/>
                <a:gd name="T60" fmla="*/ 57 w 119"/>
                <a:gd name="T61" fmla="*/ 119 h 133"/>
                <a:gd name="T62" fmla="*/ 73 w 119"/>
                <a:gd name="T63" fmla="*/ 116 h 133"/>
                <a:gd name="T64" fmla="*/ 86 w 119"/>
                <a:gd name="T65" fmla="*/ 109 h 133"/>
                <a:gd name="T66" fmla="*/ 93 w 119"/>
                <a:gd name="T67" fmla="*/ 81 h 133"/>
                <a:gd name="T68" fmla="*/ 93 w 119"/>
                <a:gd name="T69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133">
                  <a:moveTo>
                    <a:pt x="80" y="68"/>
                  </a:moveTo>
                  <a:cubicBezTo>
                    <a:pt x="79" y="70"/>
                    <a:pt x="78" y="73"/>
                    <a:pt x="76" y="75"/>
                  </a:cubicBezTo>
                  <a:cubicBezTo>
                    <a:pt x="75" y="75"/>
                    <a:pt x="75" y="75"/>
                    <a:pt x="74" y="74"/>
                  </a:cubicBezTo>
                  <a:cubicBezTo>
                    <a:pt x="73" y="68"/>
                    <a:pt x="72" y="64"/>
                    <a:pt x="70" y="59"/>
                  </a:cubicBezTo>
                  <a:cubicBezTo>
                    <a:pt x="69" y="59"/>
                    <a:pt x="68" y="59"/>
                    <a:pt x="67" y="60"/>
                  </a:cubicBezTo>
                  <a:cubicBezTo>
                    <a:pt x="65" y="62"/>
                    <a:pt x="66" y="67"/>
                    <a:pt x="63" y="69"/>
                  </a:cubicBezTo>
                  <a:cubicBezTo>
                    <a:pt x="62" y="71"/>
                    <a:pt x="59" y="66"/>
                    <a:pt x="58" y="65"/>
                  </a:cubicBezTo>
                  <a:cubicBezTo>
                    <a:pt x="59" y="57"/>
                    <a:pt x="67" y="50"/>
                    <a:pt x="72" y="44"/>
                  </a:cubicBezTo>
                  <a:cubicBezTo>
                    <a:pt x="80" y="45"/>
                    <a:pt x="85" y="48"/>
                    <a:pt x="93" y="49"/>
                  </a:cubicBezTo>
                  <a:cubicBezTo>
                    <a:pt x="92" y="59"/>
                    <a:pt x="85" y="62"/>
                    <a:pt x="80" y="68"/>
                  </a:cubicBezTo>
                  <a:moveTo>
                    <a:pt x="93" y="73"/>
                  </a:moveTo>
                  <a:cubicBezTo>
                    <a:pt x="100" y="65"/>
                    <a:pt x="108" y="57"/>
                    <a:pt x="112" y="47"/>
                  </a:cubicBezTo>
                  <a:cubicBezTo>
                    <a:pt x="114" y="44"/>
                    <a:pt x="119" y="37"/>
                    <a:pt x="115" y="32"/>
                  </a:cubicBezTo>
                  <a:cubicBezTo>
                    <a:pt x="114" y="30"/>
                    <a:pt x="110" y="32"/>
                    <a:pt x="107" y="31"/>
                  </a:cubicBezTo>
                  <a:cubicBezTo>
                    <a:pt x="106" y="30"/>
                    <a:pt x="105" y="29"/>
                    <a:pt x="104" y="29"/>
                  </a:cubicBezTo>
                  <a:cubicBezTo>
                    <a:pt x="102" y="28"/>
                    <a:pt x="100" y="30"/>
                    <a:pt x="99" y="30"/>
                  </a:cubicBezTo>
                  <a:cubicBezTo>
                    <a:pt x="94" y="32"/>
                    <a:pt x="89" y="32"/>
                    <a:pt x="84" y="34"/>
                  </a:cubicBezTo>
                  <a:cubicBezTo>
                    <a:pt x="82" y="35"/>
                    <a:pt x="76" y="39"/>
                    <a:pt x="74" y="37"/>
                  </a:cubicBezTo>
                  <a:cubicBezTo>
                    <a:pt x="73" y="37"/>
                    <a:pt x="73" y="37"/>
                    <a:pt x="72" y="37"/>
                  </a:cubicBezTo>
                  <a:cubicBezTo>
                    <a:pt x="73" y="29"/>
                    <a:pt x="79" y="24"/>
                    <a:pt x="81" y="18"/>
                  </a:cubicBezTo>
                  <a:cubicBezTo>
                    <a:pt x="82" y="16"/>
                    <a:pt x="84" y="11"/>
                    <a:pt x="83" y="9"/>
                  </a:cubicBezTo>
                  <a:cubicBezTo>
                    <a:pt x="83" y="5"/>
                    <a:pt x="79" y="2"/>
                    <a:pt x="77" y="0"/>
                  </a:cubicBezTo>
                  <a:cubicBezTo>
                    <a:pt x="76" y="0"/>
                    <a:pt x="73" y="1"/>
                    <a:pt x="73" y="2"/>
                  </a:cubicBezTo>
                  <a:cubicBezTo>
                    <a:pt x="73" y="12"/>
                    <a:pt x="69" y="24"/>
                    <a:pt x="63" y="28"/>
                  </a:cubicBezTo>
                  <a:cubicBezTo>
                    <a:pt x="61" y="29"/>
                    <a:pt x="59" y="29"/>
                    <a:pt x="56" y="30"/>
                  </a:cubicBezTo>
                  <a:cubicBezTo>
                    <a:pt x="52" y="31"/>
                    <a:pt x="48" y="35"/>
                    <a:pt x="43" y="32"/>
                  </a:cubicBezTo>
                  <a:cubicBezTo>
                    <a:pt x="41" y="32"/>
                    <a:pt x="41" y="32"/>
                    <a:pt x="39" y="33"/>
                  </a:cubicBezTo>
                  <a:cubicBezTo>
                    <a:pt x="40" y="37"/>
                    <a:pt x="42" y="40"/>
                    <a:pt x="45" y="42"/>
                  </a:cubicBezTo>
                  <a:cubicBezTo>
                    <a:pt x="46" y="42"/>
                    <a:pt x="49" y="42"/>
                    <a:pt x="51" y="42"/>
                  </a:cubicBezTo>
                  <a:cubicBezTo>
                    <a:pt x="51" y="45"/>
                    <a:pt x="49" y="47"/>
                    <a:pt x="47" y="49"/>
                  </a:cubicBezTo>
                  <a:cubicBezTo>
                    <a:pt x="47" y="50"/>
                    <a:pt x="47" y="51"/>
                    <a:pt x="47" y="52"/>
                  </a:cubicBezTo>
                  <a:cubicBezTo>
                    <a:pt x="51" y="53"/>
                    <a:pt x="52" y="51"/>
                    <a:pt x="56" y="51"/>
                  </a:cubicBezTo>
                  <a:cubicBezTo>
                    <a:pt x="56" y="55"/>
                    <a:pt x="52" y="57"/>
                    <a:pt x="50" y="61"/>
                  </a:cubicBezTo>
                  <a:cubicBezTo>
                    <a:pt x="47" y="61"/>
                    <a:pt x="43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6"/>
                    <a:pt x="41" y="67"/>
                    <a:pt x="43" y="68"/>
                  </a:cubicBezTo>
                  <a:cubicBezTo>
                    <a:pt x="42" y="72"/>
                    <a:pt x="39" y="75"/>
                    <a:pt x="36" y="79"/>
                  </a:cubicBezTo>
                  <a:cubicBezTo>
                    <a:pt x="35" y="80"/>
                    <a:pt x="33" y="82"/>
                    <a:pt x="34" y="84"/>
                  </a:cubicBezTo>
                  <a:cubicBezTo>
                    <a:pt x="35" y="85"/>
                    <a:pt x="36" y="85"/>
                    <a:pt x="37" y="86"/>
                  </a:cubicBezTo>
                  <a:cubicBezTo>
                    <a:pt x="41" y="82"/>
                    <a:pt x="48" y="80"/>
                    <a:pt x="50" y="74"/>
                  </a:cubicBezTo>
                  <a:cubicBezTo>
                    <a:pt x="56" y="74"/>
                    <a:pt x="56" y="76"/>
                    <a:pt x="60" y="78"/>
                  </a:cubicBezTo>
                  <a:cubicBezTo>
                    <a:pt x="60" y="80"/>
                    <a:pt x="59" y="83"/>
                    <a:pt x="58" y="84"/>
                  </a:cubicBezTo>
                  <a:cubicBezTo>
                    <a:pt x="58" y="86"/>
                    <a:pt x="58" y="87"/>
                    <a:pt x="58" y="88"/>
                  </a:cubicBezTo>
                  <a:cubicBezTo>
                    <a:pt x="63" y="88"/>
                    <a:pt x="70" y="82"/>
                    <a:pt x="74" y="84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74" y="87"/>
                    <a:pt x="71" y="87"/>
                    <a:pt x="69" y="88"/>
                  </a:cubicBezTo>
                  <a:cubicBezTo>
                    <a:pt x="64" y="91"/>
                    <a:pt x="59" y="92"/>
                    <a:pt x="54" y="95"/>
                  </a:cubicBezTo>
                  <a:cubicBezTo>
                    <a:pt x="48" y="98"/>
                    <a:pt x="41" y="102"/>
                    <a:pt x="35" y="106"/>
                  </a:cubicBezTo>
                  <a:cubicBezTo>
                    <a:pt x="33" y="107"/>
                    <a:pt x="31" y="107"/>
                    <a:pt x="29" y="108"/>
                  </a:cubicBezTo>
                  <a:cubicBezTo>
                    <a:pt x="20" y="114"/>
                    <a:pt x="10" y="121"/>
                    <a:pt x="0" y="126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28"/>
                    <a:pt x="0" y="129"/>
                    <a:pt x="0" y="130"/>
                  </a:cubicBezTo>
                  <a:cubicBezTo>
                    <a:pt x="13" y="133"/>
                    <a:pt x="23" y="127"/>
                    <a:pt x="31" y="123"/>
                  </a:cubicBezTo>
                  <a:cubicBezTo>
                    <a:pt x="43" y="119"/>
                    <a:pt x="54" y="111"/>
                    <a:pt x="64" y="104"/>
                  </a:cubicBezTo>
                  <a:cubicBezTo>
                    <a:pt x="67" y="102"/>
                    <a:pt x="69" y="98"/>
                    <a:pt x="72" y="96"/>
                  </a:cubicBezTo>
                  <a:cubicBezTo>
                    <a:pt x="75" y="94"/>
                    <a:pt x="77" y="94"/>
                    <a:pt x="80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4"/>
                    <a:pt x="79" y="95"/>
                    <a:pt x="78" y="97"/>
                  </a:cubicBezTo>
                  <a:cubicBezTo>
                    <a:pt x="77" y="98"/>
                    <a:pt x="77" y="99"/>
                    <a:pt x="77" y="100"/>
                  </a:cubicBezTo>
                  <a:cubicBezTo>
                    <a:pt x="74" y="102"/>
                    <a:pt x="72" y="104"/>
                    <a:pt x="70" y="107"/>
                  </a:cubicBezTo>
                  <a:cubicBezTo>
                    <a:pt x="69" y="108"/>
                    <a:pt x="68" y="110"/>
                    <a:pt x="67" y="111"/>
                  </a:cubicBezTo>
                  <a:cubicBezTo>
                    <a:pt x="63" y="114"/>
                    <a:pt x="60" y="116"/>
                    <a:pt x="57" y="119"/>
                  </a:cubicBezTo>
                  <a:cubicBezTo>
                    <a:pt x="57" y="120"/>
                    <a:pt x="58" y="122"/>
                    <a:pt x="58" y="123"/>
                  </a:cubicBezTo>
                  <a:cubicBezTo>
                    <a:pt x="64" y="123"/>
                    <a:pt x="68" y="119"/>
                    <a:pt x="73" y="116"/>
                  </a:cubicBezTo>
                  <a:cubicBezTo>
                    <a:pt x="76" y="115"/>
                    <a:pt x="79" y="115"/>
                    <a:pt x="82" y="113"/>
                  </a:cubicBezTo>
                  <a:cubicBezTo>
                    <a:pt x="84" y="112"/>
                    <a:pt x="85" y="110"/>
                    <a:pt x="86" y="109"/>
                  </a:cubicBezTo>
                  <a:cubicBezTo>
                    <a:pt x="95" y="103"/>
                    <a:pt x="102" y="98"/>
                    <a:pt x="100" y="83"/>
                  </a:cubicBezTo>
                  <a:cubicBezTo>
                    <a:pt x="98" y="83"/>
                    <a:pt x="95" y="83"/>
                    <a:pt x="93" y="81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6" y="77"/>
                    <a:pt x="91" y="77"/>
                    <a:pt x="9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0" name="Freeform 110"/>
            <p:cNvSpPr/>
            <p:nvPr/>
          </p:nvSpPr>
          <p:spPr bwMode="auto">
            <a:xfrm>
              <a:off x="4728" y="194"/>
              <a:ext cx="16" cy="28"/>
            </a:xfrm>
            <a:custGeom>
              <a:avLst/>
              <a:gdLst>
                <a:gd name="T0" fmla="*/ 2 w 18"/>
                <a:gd name="T1" fmla="*/ 23 h 31"/>
                <a:gd name="T2" fmla="*/ 7 w 18"/>
                <a:gd name="T3" fmla="*/ 31 h 31"/>
                <a:gd name="T4" fmla="*/ 11 w 18"/>
                <a:gd name="T5" fmla="*/ 31 h 31"/>
                <a:gd name="T6" fmla="*/ 18 w 18"/>
                <a:gd name="T7" fmla="*/ 19 h 31"/>
                <a:gd name="T8" fmla="*/ 5 w 18"/>
                <a:gd name="T9" fmla="*/ 0 h 31"/>
                <a:gd name="T10" fmla="*/ 1 w 18"/>
                <a:gd name="T11" fmla="*/ 0 h 31"/>
                <a:gd name="T12" fmla="*/ 2 w 18"/>
                <a:gd name="T13" fmla="*/ 14 h 31"/>
                <a:gd name="T14" fmla="*/ 2 w 18"/>
                <a:gd name="T15" fmla="*/ 2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31">
                  <a:moveTo>
                    <a:pt x="2" y="23"/>
                  </a:moveTo>
                  <a:cubicBezTo>
                    <a:pt x="3" y="25"/>
                    <a:pt x="6" y="28"/>
                    <a:pt x="7" y="31"/>
                  </a:cubicBezTo>
                  <a:cubicBezTo>
                    <a:pt x="9" y="31"/>
                    <a:pt x="9" y="31"/>
                    <a:pt x="11" y="31"/>
                  </a:cubicBezTo>
                  <a:cubicBezTo>
                    <a:pt x="15" y="27"/>
                    <a:pt x="16" y="24"/>
                    <a:pt x="18" y="19"/>
                  </a:cubicBezTo>
                  <a:cubicBezTo>
                    <a:pt x="18" y="14"/>
                    <a:pt x="8" y="2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3"/>
                    <a:pt x="2" y="11"/>
                    <a:pt x="2" y="14"/>
                  </a:cubicBezTo>
                  <a:lnTo>
                    <a:pt x="2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1" name="Freeform 111"/>
            <p:cNvSpPr/>
            <p:nvPr/>
          </p:nvSpPr>
          <p:spPr bwMode="auto">
            <a:xfrm>
              <a:off x="4721" y="236"/>
              <a:ext cx="90" cy="60"/>
            </a:xfrm>
            <a:custGeom>
              <a:avLst/>
              <a:gdLst>
                <a:gd name="T0" fmla="*/ 82 w 100"/>
                <a:gd name="T1" fmla="*/ 0 h 66"/>
                <a:gd name="T2" fmla="*/ 60 w 100"/>
                <a:gd name="T3" fmla="*/ 6 h 66"/>
                <a:gd name="T4" fmla="*/ 37 w 100"/>
                <a:gd name="T5" fmla="*/ 15 h 66"/>
                <a:gd name="T6" fmla="*/ 21 w 100"/>
                <a:gd name="T7" fmla="*/ 22 h 66"/>
                <a:gd name="T8" fmla="*/ 17 w 100"/>
                <a:gd name="T9" fmla="*/ 23 h 66"/>
                <a:gd name="T10" fmla="*/ 11 w 100"/>
                <a:gd name="T11" fmla="*/ 27 h 66"/>
                <a:gd name="T12" fmla="*/ 5 w 100"/>
                <a:gd name="T13" fmla="*/ 28 h 66"/>
                <a:gd name="T14" fmla="*/ 0 w 100"/>
                <a:gd name="T15" fmla="*/ 32 h 66"/>
                <a:gd name="T16" fmla="*/ 6 w 100"/>
                <a:gd name="T17" fmla="*/ 46 h 66"/>
                <a:gd name="T18" fmla="*/ 7 w 100"/>
                <a:gd name="T19" fmla="*/ 49 h 66"/>
                <a:gd name="T20" fmla="*/ 11 w 100"/>
                <a:gd name="T21" fmla="*/ 50 h 66"/>
                <a:gd name="T22" fmla="*/ 20 w 100"/>
                <a:gd name="T23" fmla="*/ 47 h 66"/>
                <a:gd name="T24" fmla="*/ 40 w 100"/>
                <a:gd name="T25" fmla="*/ 34 h 66"/>
                <a:gd name="T26" fmla="*/ 49 w 100"/>
                <a:gd name="T27" fmla="*/ 30 h 66"/>
                <a:gd name="T28" fmla="*/ 56 w 100"/>
                <a:gd name="T29" fmla="*/ 29 h 66"/>
                <a:gd name="T30" fmla="*/ 66 w 100"/>
                <a:gd name="T31" fmla="*/ 26 h 66"/>
                <a:gd name="T32" fmla="*/ 67 w 100"/>
                <a:gd name="T33" fmla="*/ 29 h 66"/>
                <a:gd name="T34" fmla="*/ 67 w 100"/>
                <a:gd name="T35" fmla="*/ 37 h 66"/>
                <a:gd name="T36" fmla="*/ 68 w 100"/>
                <a:gd name="T37" fmla="*/ 44 h 66"/>
                <a:gd name="T38" fmla="*/ 66 w 100"/>
                <a:gd name="T39" fmla="*/ 47 h 66"/>
                <a:gd name="T40" fmla="*/ 52 w 100"/>
                <a:gd name="T41" fmla="*/ 52 h 66"/>
                <a:gd name="T42" fmla="*/ 42 w 100"/>
                <a:gd name="T43" fmla="*/ 53 h 66"/>
                <a:gd name="T44" fmla="*/ 41 w 100"/>
                <a:gd name="T45" fmla="*/ 53 h 66"/>
                <a:gd name="T46" fmla="*/ 42 w 100"/>
                <a:gd name="T47" fmla="*/ 56 h 66"/>
                <a:gd name="T48" fmla="*/ 49 w 100"/>
                <a:gd name="T49" fmla="*/ 59 h 66"/>
                <a:gd name="T50" fmla="*/ 64 w 100"/>
                <a:gd name="T51" fmla="*/ 62 h 66"/>
                <a:gd name="T52" fmla="*/ 67 w 100"/>
                <a:gd name="T53" fmla="*/ 59 h 66"/>
                <a:gd name="T54" fmla="*/ 76 w 100"/>
                <a:gd name="T55" fmla="*/ 58 h 66"/>
                <a:gd name="T56" fmla="*/ 79 w 100"/>
                <a:gd name="T57" fmla="*/ 52 h 66"/>
                <a:gd name="T58" fmla="*/ 82 w 100"/>
                <a:gd name="T59" fmla="*/ 46 h 66"/>
                <a:gd name="T60" fmla="*/ 81 w 100"/>
                <a:gd name="T61" fmla="*/ 39 h 66"/>
                <a:gd name="T62" fmla="*/ 80 w 100"/>
                <a:gd name="T63" fmla="*/ 34 h 66"/>
                <a:gd name="T64" fmla="*/ 76 w 100"/>
                <a:gd name="T65" fmla="*/ 23 h 66"/>
                <a:gd name="T66" fmla="*/ 77 w 100"/>
                <a:gd name="T67" fmla="*/ 21 h 66"/>
                <a:gd name="T68" fmla="*/ 92 w 100"/>
                <a:gd name="T69" fmla="*/ 19 h 66"/>
                <a:gd name="T70" fmla="*/ 98 w 100"/>
                <a:gd name="T71" fmla="*/ 13 h 66"/>
                <a:gd name="T72" fmla="*/ 100 w 100"/>
                <a:gd name="T73" fmla="*/ 8 h 66"/>
                <a:gd name="T74" fmla="*/ 98 w 100"/>
                <a:gd name="T75" fmla="*/ 1 h 66"/>
                <a:gd name="T76" fmla="*/ 82 w 100"/>
                <a:gd name="T7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0" h="66">
                  <a:moveTo>
                    <a:pt x="82" y="0"/>
                  </a:moveTo>
                  <a:cubicBezTo>
                    <a:pt x="79" y="4"/>
                    <a:pt x="66" y="3"/>
                    <a:pt x="60" y="6"/>
                  </a:cubicBezTo>
                  <a:cubicBezTo>
                    <a:pt x="53" y="9"/>
                    <a:pt x="45" y="11"/>
                    <a:pt x="37" y="15"/>
                  </a:cubicBezTo>
                  <a:cubicBezTo>
                    <a:pt x="32" y="17"/>
                    <a:pt x="27" y="20"/>
                    <a:pt x="21" y="22"/>
                  </a:cubicBezTo>
                  <a:cubicBezTo>
                    <a:pt x="20" y="22"/>
                    <a:pt x="19" y="23"/>
                    <a:pt x="17" y="23"/>
                  </a:cubicBezTo>
                  <a:cubicBezTo>
                    <a:pt x="15" y="24"/>
                    <a:pt x="13" y="26"/>
                    <a:pt x="11" y="27"/>
                  </a:cubicBezTo>
                  <a:cubicBezTo>
                    <a:pt x="9" y="27"/>
                    <a:pt x="7" y="27"/>
                    <a:pt x="5" y="28"/>
                  </a:cubicBezTo>
                  <a:cubicBezTo>
                    <a:pt x="3" y="28"/>
                    <a:pt x="2" y="30"/>
                    <a:pt x="0" y="32"/>
                  </a:cubicBezTo>
                  <a:cubicBezTo>
                    <a:pt x="1" y="39"/>
                    <a:pt x="4" y="42"/>
                    <a:pt x="6" y="46"/>
                  </a:cubicBezTo>
                  <a:cubicBezTo>
                    <a:pt x="7" y="47"/>
                    <a:pt x="6" y="47"/>
                    <a:pt x="7" y="49"/>
                  </a:cubicBezTo>
                  <a:cubicBezTo>
                    <a:pt x="8" y="49"/>
                    <a:pt x="9" y="50"/>
                    <a:pt x="11" y="50"/>
                  </a:cubicBezTo>
                  <a:cubicBezTo>
                    <a:pt x="14" y="51"/>
                    <a:pt x="18" y="48"/>
                    <a:pt x="20" y="47"/>
                  </a:cubicBezTo>
                  <a:cubicBezTo>
                    <a:pt x="27" y="44"/>
                    <a:pt x="33" y="38"/>
                    <a:pt x="40" y="34"/>
                  </a:cubicBezTo>
                  <a:cubicBezTo>
                    <a:pt x="42" y="33"/>
                    <a:pt x="46" y="31"/>
                    <a:pt x="49" y="30"/>
                  </a:cubicBezTo>
                  <a:cubicBezTo>
                    <a:pt x="52" y="29"/>
                    <a:pt x="54" y="30"/>
                    <a:pt x="56" y="29"/>
                  </a:cubicBezTo>
                  <a:cubicBezTo>
                    <a:pt x="61" y="27"/>
                    <a:pt x="59" y="24"/>
                    <a:pt x="66" y="26"/>
                  </a:cubicBezTo>
                  <a:cubicBezTo>
                    <a:pt x="67" y="27"/>
                    <a:pt x="67" y="28"/>
                    <a:pt x="67" y="29"/>
                  </a:cubicBezTo>
                  <a:cubicBezTo>
                    <a:pt x="68" y="32"/>
                    <a:pt x="67" y="35"/>
                    <a:pt x="67" y="37"/>
                  </a:cubicBezTo>
                  <a:cubicBezTo>
                    <a:pt x="68" y="40"/>
                    <a:pt x="68" y="40"/>
                    <a:pt x="68" y="44"/>
                  </a:cubicBezTo>
                  <a:cubicBezTo>
                    <a:pt x="67" y="45"/>
                    <a:pt x="67" y="46"/>
                    <a:pt x="66" y="47"/>
                  </a:cubicBezTo>
                  <a:cubicBezTo>
                    <a:pt x="62" y="50"/>
                    <a:pt x="57" y="51"/>
                    <a:pt x="52" y="52"/>
                  </a:cubicBezTo>
                  <a:cubicBezTo>
                    <a:pt x="49" y="53"/>
                    <a:pt x="44" y="51"/>
                    <a:pt x="42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4"/>
                    <a:pt x="41" y="55"/>
                    <a:pt x="42" y="56"/>
                  </a:cubicBezTo>
                  <a:cubicBezTo>
                    <a:pt x="43" y="59"/>
                    <a:pt x="45" y="58"/>
                    <a:pt x="49" y="59"/>
                  </a:cubicBezTo>
                  <a:cubicBezTo>
                    <a:pt x="53" y="60"/>
                    <a:pt x="57" y="66"/>
                    <a:pt x="64" y="62"/>
                  </a:cubicBezTo>
                  <a:cubicBezTo>
                    <a:pt x="65" y="61"/>
                    <a:pt x="66" y="59"/>
                    <a:pt x="67" y="59"/>
                  </a:cubicBezTo>
                  <a:cubicBezTo>
                    <a:pt x="71" y="58"/>
                    <a:pt x="74" y="59"/>
                    <a:pt x="76" y="58"/>
                  </a:cubicBezTo>
                  <a:cubicBezTo>
                    <a:pt x="78" y="57"/>
                    <a:pt x="78" y="54"/>
                    <a:pt x="79" y="52"/>
                  </a:cubicBezTo>
                  <a:cubicBezTo>
                    <a:pt x="80" y="51"/>
                    <a:pt x="81" y="48"/>
                    <a:pt x="82" y="46"/>
                  </a:cubicBezTo>
                  <a:cubicBezTo>
                    <a:pt x="83" y="43"/>
                    <a:pt x="81" y="41"/>
                    <a:pt x="81" y="39"/>
                  </a:cubicBezTo>
                  <a:cubicBezTo>
                    <a:pt x="80" y="37"/>
                    <a:pt x="80" y="36"/>
                    <a:pt x="80" y="34"/>
                  </a:cubicBezTo>
                  <a:cubicBezTo>
                    <a:pt x="78" y="30"/>
                    <a:pt x="76" y="28"/>
                    <a:pt x="76" y="23"/>
                  </a:cubicBezTo>
                  <a:cubicBezTo>
                    <a:pt x="76" y="22"/>
                    <a:pt x="76" y="21"/>
                    <a:pt x="77" y="21"/>
                  </a:cubicBezTo>
                  <a:cubicBezTo>
                    <a:pt x="82" y="20"/>
                    <a:pt x="86" y="19"/>
                    <a:pt x="92" y="19"/>
                  </a:cubicBezTo>
                  <a:cubicBezTo>
                    <a:pt x="94" y="17"/>
                    <a:pt x="97" y="16"/>
                    <a:pt x="98" y="13"/>
                  </a:cubicBezTo>
                  <a:cubicBezTo>
                    <a:pt x="99" y="12"/>
                    <a:pt x="99" y="9"/>
                    <a:pt x="100" y="8"/>
                  </a:cubicBezTo>
                  <a:cubicBezTo>
                    <a:pt x="100" y="4"/>
                    <a:pt x="99" y="3"/>
                    <a:pt x="98" y="1"/>
                  </a:cubicBezTo>
                  <a:cubicBezTo>
                    <a:pt x="92" y="1"/>
                    <a:pt x="88" y="0"/>
                    <a:pt x="8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2" name="Freeform 112"/>
            <p:cNvSpPr/>
            <p:nvPr/>
          </p:nvSpPr>
          <p:spPr bwMode="auto">
            <a:xfrm>
              <a:off x="4539" y="139"/>
              <a:ext cx="126" cy="134"/>
            </a:xfrm>
            <a:custGeom>
              <a:avLst/>
              <a:gdLst>
                <a:gd name="T0" fmla="*/ 135 w 140"/>
                <a:gd name="T1" fmla="*/ 55 h 148"/>
                <a:gd name="T2" fmla="*/ 138 w 140"/>
                <a:gd name="T3" fmla="*/ 50 h 148"/>
                <a:gd name="T4" fmla="*/ 137 w 140"/>
                <a:gd name="T5" fmla="*/ 44 h 148"/>
                <a:gd name="T6" fmla="*/ 112 w 140"/>
                <a:gd name="T7" fmla="*/ 58 h 148"/>
                <a:gd name="T8" fmla="*/ 101 w 140"/>
                <a:gd name="T9" fmla="*/ 66 h 148"/>
                <a:gd name="T10" fmla="*/ 100 w 140"/>
                <a:gd name="T11" fmla="*/ 66 h 148"/>
                <a:gd name="T12" fmla="*/ 100 w 140"/>
                <a:gd name="T13" fmla="*/ 38 h 148"/>
                <a:gd name="T14" fmla="*/ 100 w 140"/>
                <a:gd name="T15" fmla="*/ 27 h 148"/>
                <a:gd name="T16" fmla="*/ 102 w 140"/>
                <a:gd name="T17" fmla="*/ 25 h 148"/>
                <a:gd name="T18" fmla="*/ 101 w 140"/>
                <a:gd name="T19" fmla="*/ 14 h 148"/>
                <a:gd name="T20" fmla="*/ 90 w 140"/>
                <a:gd name="T21" fmla="*/ 7 h 148"/>
                <a:gd name="T22" fmla="*/ 85 w 140"/>
                <a:gd name="T23" fmla="*/ 2 h 148"/>
                <a:gd name="T24" fmla="*/ 75 w 140"/>
                <a:gd name="T25" fmla="*/ 0 h 148"/>
                <a:gd name="T26" fmla="*/ 72 w 140"/>
                <a:gd name="T27" fmla="*/ 2 h 148"/>
                <a:gd name="T28" fmla="*/ 79 w 140"/>
                <a:gd name="T29" fmla="*/ 31 h 148"/>
                <a:gd name="T30" fmla="*/ 80 w 140"/>
                <a:gd name="T31" fmla="*/ 63 h 148"/>
                <a:gd name="T32" fmla="*/ 78 w 140"/>
                <a:gd name="T33" fmla="*/ 79 h 148"/>
                <a:gd name="T34" fmla="*/ 60 w 140"/>
                <a:gd name="T35" fmla="*/ 87 h 148"/>
                <a:gd name="T36" fmla="*/ 50 w 140"/>
                <a:gd name="T37" fmla="*/ 91 h 148"/>
                <a:gd name="T38" fmla="*/ 40 w 140"/>
                <a:gd name="T39" fmla="*/ 95 h 148"/>
                <a:gd name="T40" fmla="*/ 23 w 140"/>
                <a:gd name="T41" fmla="*/ 104 h 148"/>
                <a:gd name="T42" fmla="*/ 19 w 140"/>
                <a:gd name="T43" fmla="*/ 104 h 148"/>
                <a:gd name="T44" fmla="*/ 12 w 140"/>
                <a:gd name="T45" fmla="*/ 107 h 148"/>
                <a:gd name="T46" fmla="*/ 9 w 140"/>
                <a:gd name="T47" fmla="*/ 107 h 148"/>
                <a:gd name="T48" fmla="*/ 4 w 140"/>
                <a:gd name="T49" fmla="*/ 102 h 148"/>
                <a:gd name="T50" fmla="*/ 2 w 140"/>
                <a:gd name="T51" fmla="*/ 101 h 148"/>
                <a:gd name="T52" fmla="*/ 2 w 140"/>
                <a:gd name="T53" fmla="*/ 102 h 148"/>
                <a:gd name="T54" fmla="*/ 6 w 140"/>
                <a:gd name="T55" fmla="*/ 127 h 148"/>
                <a:gd name="T56" fmla="*/ 35 w 140"/>
                <a:gd name="T57" fmla="*/ 118 h 148"/>
                <a:gd name="T58" fmla="*/ 45 w 140"/>
                <a:gd name="T59" fmla="*/ 112 h 148"/>
                <a:gd name="T60" fmla="*/ 52 w 140"/>
                <a:gd name="T61" fmla="*/ 105 h 148"/>
                <a:gd name="T62" fmla="*/ 56 w 140"/>
                <a:gd name="T63" fmla="*/ 104 h 148"/>
                <a:gd name="T64" fmla="*/ 74 w 140"/>
                <a:gd name="T65" fmla="*/ 99 h 148"/>
                <a:gd name="T66" fmla="*/ 54 w 140"/>
                <a:gd name="T67" fmla="*/ 132 h 148"/>
                <a:gd name="T68" fmla="*/ 50 w 140"/>
                <a:gd name="T69" fmla="*/ 134 h 148"/>
                <a:gd name="T70" fmla="*/ 45 w 140"/>
                <a:gd name="T71" fmla="*/ 136 h 148"/>
                <a:gd name="T72" fmla="*/ 42 w 140"/>
                <a:gd name="T73" fmla="*/ 137 h 148"/>
                <a:gd name="T74" fmla="*/ 35 w 140"/>
                <a:gd name="T75" fmla="*/ 141 h 148"/>
                <a:gd name="T76" fmla="*/ 31 w 140"/>
                <a:gd name="T77" fmla="*/ 147 h 148"/>
                <a:gd name="T78" fmla="*/ 31 w 140"/>
                <a:gd name="T79" fmla="*/ 148 h 148"/>
                <a:gd name="T80" fmla="*/ 79 w 140"/>
                <a:gd name="T81" fmla="*/ 128 h 148"/>
                <a:gd name="T82" fmla="*/ 92 w 140"/>
                <a:gd name="T83" fmla="*/ 116 h 148"/>
                <a:gd name="T84" fmla="*/ 98 w 140"/>
                <a:gd name="T85" fmla="*/ 93 h 148"/>
                <a:gd name="T86" fmla="*/ 99 w 140"/>
                <a:gd name="T87" fmla="*/ 84 h 148"/>
                <a:gd name="T88" fmla="*/ 109 w 140"/>
                <a:gd name="T89" fmla="*/ 77 h 148"/>
                <a:gd name="T90" fmla="*/ 115 w 140"/>
                <a:gd name="T91" fmla="*/ 72 h 148"/>
                <a:gd name="T92" fmla="*/ 128 w 140"/>
                <a:gd name="T93" fmla="*/ 62 h 148"/>
                <a:gd name="T94" fmla="*/ 135 w 140"/>
                <a:gd name="T95" fmla="*/ 55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0" h="148">
                  <a:moveTo>
                    <a:pt x="135" y="55"/>
                  </a:moveTo>
                  <a:cubicBezTo>
                    <a:pt x="137" y="53"/>
                    <a:pt x="137" y="51"/>
                    <a:pt x="138" y="50"/>
                  </a:cubicBezTo>
                  <a:cubicBezTo>
                    <a:pt x="140" y="49"/>
                    <a:pt x="138" y="45"/>
                    <a:pt x="137" y="44"/>
                  </a:cubicBezTo>
                  <a:cubicBezTo>
                    <a:pt x="122" y="41"/>
                    <a:pt x="120" y="52"/>
                    <a:pt x="112" y="58"/>
                  </a:cubicBezTo>
                  <a:cubicBezTo>
                    <a:pt x="109" y="61"/>
                    <a:pt x="105" y="63"/>
                    <a:pt x="101" y="66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98" y="58"/>
                    <a:pt x="100" y="47"/>
                    <a:pt x="100" y="38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6"/>
                    <a:pt x="101" y="25"/>
                    <a:pt x="102" y="25"/>
                  </a:cubicBezTo>
                  <a:cubicBezTo>
                    <a:pt x="103" y="21"/>
                    <a:pt x="102" y="16"/>
                    <a:pt x="101" y="14"/>
                  </a:cubicBezTo>
                  <a:cubicBezTo>
                    <a:pt x="99" y="10"/>
                    <a:pt x="94" y="9"/>
                    <a:pt x="90" y="7"/>
                  </a:cubicBezTo>
                  <a:cubicBezTo>
                    <a:pt x="89" y="5"/>
                    <a:pt x="87" y="3"/>
                    <a:pt x="85" y="2"/>
                  </a:cubicBezTo>
                  <a:cubicBezTo>
                    <a:pt x="82" y="1"/>
                    <a:pt x="78" y="2"/>
                    <a:pt x="75" y="0"/>
                  </a:cubicBezTo>
                  <a:cubicBezTo>
                    <a:pt x="73" y="0"/>
                    <a:pt x="73" y="1"/>
                    <a:pt x="72" y="2"/>
                  </a:cubicBezTo>
                  <a:cubicBezTo>
                    <a:pt x="68" y="11"/>
                    <a:pt x="77" y="24"/>
                    <a:pt x="79" y="31"/>
                  </a:cubicBezTo>
                  <a:cubicBezTo>
                    <a:pt x="82" y="37"/>
                    <a:pt x="82" y="56"/>
                    <a:pt x="80" y="63"/>
                  </a:cubicBezTo>
                  <a:cubicBezTo>
                    <a:pt x="79" y="68"/>
                    <a:pt x="81" y="75"/>
                    <a:pt x="78" y="79"/>
                  </a:cubicBezTo>
                  <a:cubicBezTo>
                    <a:pt x="77" y="81"/>
                    <a:pt x="63" y="86"/>
                    <a:pt x="60" y="87"/>
                  </a:cubicBezTo>
                  <a:cubicBezTo>
                    <a:pt x="57" y="88"/>
                    <a:pt x="53" y="90"/>
                    <a:pt x="50" y="91"/>
                  </a:cubicBezTo>
                  <a:cubicBezTo>
                    <a:pt x="47" y="93"/>
                    <a:pt x="43" y="93"/>
                    <a:pt x="40" y="95"/>
                  </a:cubicBezTo>
                  <a:cubicBezTo>
                    <a:pt x="36" y="97"/>
                    <a:pt x="28" y="102"/>
                    <a:pt x="23" y="104"/>
                  </a:cubicBezTo>
                  <a:cubicBezTo>
                    <a:pt x="22" y="104"/>
                    <a:pt x="20" y="104"/>
                    <a:pt x="19" y="104"/>
                  </a:cubicBezTo>
                  <a:cubicBezTo>
                    <a:pt x="17" y="105"/>
                    <a:pt x="14" y="106"/>
                    <a:pt x="12" y="107"/>
                  </a:cubicBezTo>
                  <a:cubicBezTo>
                    <a:pt x="11" y="107"/>
                    <a:pt x="9" y="107"/>
                    <a:pt x="9" y="107"/>
                  </a:cubicBezTo>
                  <a:cubicBezTo>
                    <a:pt x="7" y="106"/>
                    <a:pt x="5" y="104"/>
                    <a:pt x="4" y="102"/>
                  </a:cubicBezTo>
                  <a:cubicBezTo>
                    <a:pt x="4" y="101"/>
                    <a:pt x="3" y="101"/>
                    <a:pt x="2" y="101"/>
                  </a:cubicBezTo>
                  <a:cubicBezTo>
                    <a:pt x="2" y="101"/>
                    <a:pt x="2" y="102"/>
                    <a:pt x="2" y="102"/>
                  </a:cubicBezTo>
                  <a:cubicBezTo>
                    <a:pt x="1" y="115"/>
                    <a:pt x="0" y="118"/>
                    <a:pt x="6" y="127"/>
                  </a:cubicBezTo>
                  <a:cubicBezTo>
                    <a:pt x="18" y="129"/>
                    <a:pt x="27" y="123"/>
                    <a:pt x="35" y="118"/>
                  </a:cubicBezTo>
                  <a:cubicBezTo>
                    <a:pt x="38" y="116"/>
                    <a:pt x="41" y="114"/>
                    <a:pt x="45" y="112"/>
                  </a:cubicBezTo>
                  <a:cubicBezTo>
                    <a:pt x="47" y="110"/>
                    <a:pt x="49" y="107"/>
                    <a:pt x="52" y="105"/>
                  </a:cubicBezTo>
                  <a:cubicBezTo>
                    <a:pt x="53" y="105"/>
                    <a:pt x="55" y="105"/>
                    <a:pt x="56" y="104"/>
                  </a:cubicBezTo>
                  <a:cubicBezTo>
                    <a:pt x="61" y="102"/>
                    <a:pt x="67" y="99"/>
                    <a:pt x="74" y="99"/>
                  </a:cubicBezTo>
                  <a:cubicBezTo>
                    <a:pt x="74" y="112"/>
                    <a:pt x="62" y="126"/>
                    <a:pt x="54" y="132"/>
                  </a:cubicBezTo>
                  <a:cubicBezTo>
                    <a:pt x="53" y="132"/>
                    <a:pt x="51" y="133"/>
                    <a:pt x="50" y="134"/>
                  </a:cubicBezTo>
                  <a:cubicBezTo>
                    <a:pt x="48" y="135"/>
                    <a:pt x="47" y="136"/>
                    <a:pt x="45" y="136"/>
                  </a:cubicBezTo>
                  <a:cubicBezTo>
                    <a:pt x="44" y="136"/>
                    <a:pt x="43" y="136"/>
                    <a:pt x="42" y="137"/>
                  </a:cubicBezTo>
                  <a:cubicBezTo>
                    <a:pt x="40" y="138"/>
                    <a:pt x="37" y="139"/>
                    <a:pt x="35" y="141"/>
                  </a:cubicBezTo>
                  <a:cubicBezTo>
                    <a:pt x="33" y="143"/>
                    <a:pt x="33" y="145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53" y="148"/>
                    <a:pt x="67" y="138"/>
                    <a:pt x="79" y="128"/>
                  </a:cubicBezTo>
                  <a:cubicBezTo>
                    <a:pt x="84" y="125"/>
                    <a:pt x="89" y="121"/>
                    <a:pt x="92" y="116"/>
                  </a:cubicBezTo>
                  <a:cubicBezTo>
                    <a:pt x="95" y="109"/>
                    <a:pt x="96" y="100"/>
                    <a:pt x="98" y="93"/>
                  </a:cubicBezTo>
                  <a:cubicBezTo>
                    <a:pt x="98" y="90"/>
                    <a:pt x="99" y="87"/>
                    <a:pt x="99" y="84"/>
                  </a:cubicBezTo>
                  <a:cubicBezTo>
                    <a:pt x="100" y="82"/>
                    <a:pt x="106" y="79"/>
                    <a:pt x="109" y="77"/>
                  </a:cubicBezTo>
                  <a:cubicBezTo>
                    <a:pt x="111" y="76"/>
                    <a:pt x="113" y="73"/>
                    <a:pt x="115" y="72"/>
                  </a:cubicBezTo>
                  <a:cubicBezTo>
                    <a:pt x="119" y="68"/>
                    <a:pt x="124" y="65"/>
                    <a:pt x="128" y="62"/>
                  </a:cubicBezTo>
                  <a:cubicBezTo>
                    <a:pt x="130" y="60"/>
                    <a:pt x="134" y="57"/>
                    <a:pt x="135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3" name="Freeform 113"/>
            <p:cNvSpPr/>
            <p:nvPr/>
          </p:nvSpPr>
          <p:spPr bwMode="auto">
            <a:xfrm>
              <a:off x="4649" y="238"/>
              <a:ext cx="27" cy="34"/>
            </a:xfrm>
            <a:custGeom>
              <a:avLst/>
              <a:gdLst>
                <a:gd name="T0" fmla="*/ 14 w 30"/>
                <a:gd name="T1" fmla="*/ 8 h 38"/>
                <a:gd name="T2" fmla="*/ 1 w 30"/>
                <a:gd name="T3" fmla="*/ 0 h 38"/>
                <a:gd name="T4" fmla="*/ 0 w 30"/>
                <a:gd name="T5" fmla="*/ 1 h 38"/>
                <a:gd name="T6" fmla="*/ 3 w 30"/>
                <a:gd name="T7" fmla="*/ 19 h 38"/>
                <a:gd name="T8" fmla="*/ 4 w 30"/>
                <a:gd name="T9" fmla="*/ 23 h 38"/>
                <a:gd name="T10" fmla="*/ 7 w 30"/>
                <a:gd name="T11" fmla="*/ 33 h 38"/>
                <a:gd name="T12" fmla="*/ 18 w 30"/>
                <a:gd name="T13" fmla="*/ 36 h 38"/>
                <a:gd name="T14" fmla="*/ 30 w 30"/>
                <a:gd name="T15" fmla="*/ 28 h 38"/>
                <a:gd name="T16" fmla="*/ 14 w 30"/>
                <a:gd name="T17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8">
                  <a:moveTo>
                    <a:pt x="14" y="8"/>
                  </a:moveTo>
                  <a:cubicBezTo>
                    <a:pt x="10" y="5"/>
                    <a:pt x="8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1"/>
                    <a:pt x="1" y="12"/>
                    <a:pt x="3" y="19"/>
                  </a:cubicBezTo>
                  <a:cubicBezTo>
                    <a:pt x="4" y="20"/>
                    <a:pt x="4" y="21"/>
                    <a:pt x="4" y="23"/>
                  </a:cubicBezTo>
                  <a:cubicBezTo>
                    <a:pt x="5" y="25"/>
                    <a:pt x="9" y="29"/>
                    <a:pt x="7" y="33"/>
                  </a:cubicBezTo>
                  <a:cubicBezTo>
                    <a:pt x="7" y="36"/>
                    <a:pt x="14" y="38"/>
                    <a:pt x="18" y="36"/>
                  </a:cubicBezTo>
                  <a:cubicBezTo>
                    <a:pt x="23" y="35"/>
                    <a:pt x="27" y="32"/>
                    <a:pt x="30" y="28"/>
                  </a:cubicBezTo>
                  <a:cubicBezTo>
                    <a:pt x="30" y="17"/>
                    <a:pt x="20" y="13"/>
                    <a:pt x="14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4" name="Freeform 114"/>
            <p:cNvSpPr/>
            <p:nvPr/>
          </p:nvSpPr>
          <p:spPr bwMode="auto">
            <a:xfrm>
              <a:off x="4447" y="116"/>
              <a:ext cx="40" cy="40"/>
            </a:xfrm>
            <a:custGeom>
              <a:avLst/>
              <a:gdLst>
                <a:gd name="T0" fmla="*/ 6 w 44"/>
                <a:gd name="T1" fmla="*/ 15 h 45"/>
                <a:gd name="T2" fmla="*/ 7 w 44"/>
                <a:gd name="T3" fmla="*/ 17 h 45"/>
                <a:gd name="T4" fmla="*/ 11 w 44"/>
                <a:gd name="T5" fmla="*/ 25 h 45"/>
                <a:gd name="T6" fmla="*/ 10 w 44"/>
                <a:gd name="T7" fmla="*/ 41 h 45"/>
                <a:gd name="T8" fmla="*/ 11 w 44"/>
                <a:gd name="T9" fmla="*/ 45 h 45"/>
                <a:gd name="T10" fmla="*/ 27 w 44"/>
                <a:gd name="T11" fmla="*/ 35 h 45"/>
                <a:gd name="T12" fmla="*/ 44 w 44"/>
                <a:gd name="T13" fmla="*/ 21 h 45"/>
                <a:gd name="T14" fmla="*/ 41 w 44"/>
                <a:gd name="T15" fmla="*/ 17 h 45"/>
                <a:gd name="T16" fmla="*/ 30 w 44"/>
                <a:gd name="T17" fmla="*/ 9 h 45"/>
                <a:gd name="T18" fmla="*/ 25 w 44"/>
                <a:gd name="T19" fmla="*/ 7 h 45"/>
                <a:gd name="T20" fmla="*/ 4 w 44"/>
                <a:gd name="T21" fmla="*/ 0 h 45"/>
                <a:gd name="T22" fmla="*/ 5 w 44"/>
                <a:gd name="T23" fmla="*/ 10 h 45"/>
                <a:gd name="T24" fmla="*/ 6 w 44"/>
                <a:gd name="T25" fmla="*/ 1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45">
                  <a:moveTo>
                    <a:pt x="6" y="15"/>
                  </a:moveTo>
                  <a:cubicBezTo>
                    <a:pt x="6" y="16"/>
                    <a:pt x="7" y="16"/>
                    <a:pt x="7" y="17"/>
                  </a:cubicBezTo>
                  <a:cubicBezTo>
                    <a:pt x="9" y="19"/>
                    <a:pt x="11" y="22"/>
                    <a:pt x="11" y="25"/>
                  </a:cubicBezTo>
                  <a:cubicBezTo>
                    <a:pt x="13" y="30"/>
                    <a:pt x="14" y="39"/>
                    <a:pt x="10" y="41"/>
                  </a:cubicBezTo>
                  <a:cubicBezTo>
                    <a:pt x="9" y="42"/>
                    <a:pt x="10" y="45"/>
                    <a:pt x="11" y="45"/>
                  </a:cubicBezTo>
                  <a:cubicBezTo>
                    <a:pt x="18" y="45"/>
                    <a:pt x="24" y="40"/>
                    <a:pt x="27" y="35"/>
                  </a:cubicBezTo>
                  <a:cubicBezTo>
                    <a:pt x="38" y="35"/>
                    <a:pt x="44" y="32"/>
                    <a:pt x="44" y="21"/>
                  </a:cubicBezTo>
                  <a:cubicBezTo>
                    <a:pt x="42" y="19"/>
                    <a:pt x="42" y="18"/>
                    <a:pt x="41" y="17"/>
                  </a:cubicBezTo>
                  <a:cubicBezTo>
                    <a:pt x="37" y="14"/>
                    <a:pt x="33" y="11"/>
                    <a:pt x="30" y="9"/>
                  </a:cubicBezTo>
                  <a:cubicBezTo>
                    <a:pt x="28" y="8"/>
                    <a:pt x="26" y="8"/>
                    <a:pt x="25" y="7"/>
                  </a:cubicBezTo>
                  <a:cubicBezTo>
                    <a:pt x="19" y="4"/>
                    <a:pt x="14" y="0"/>
                    <a:pt x="4" y="0"/>
                  </a:cubicBezTo>
                  <a:cubicBezTo>
                    <a:pt x="0" y="6"/>
                    <a:pt x="3" y="6"/>
                    <a:pt x="5" y="10"/>
                  </a:cubicBezTo>
                  <a:cubicBezTo>
                    <a:pt x="5" y="12"/>
                    <a:pt x="5" y="14"/>
                    <a:pt x="6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5" name="Freeform 115"/>
            <p:cNvSpPr/>
            <p:nvPr/>
          </p:nvSpPr>
          <p:spPr bwMode="auto">
            <a:xfrm>
              <a:off x="4426" y="161"/>
              <a:ext cx="69" cy="37"/>
            </a:xfrm>
            <a:custGeom>
              <a:avLst/>
              <a:gdLst>
                <a:gd name="T0" fmla="*/ 20 w 76"/>
                <a:gd name="T1" fmla="*/ 41 h 41"/>
                <a:gd name="T2" fmla="*/ 32 w 76"/>
                <a:gd name="T3" fmla="*/ 39 h 41"/>
                <a:gd name="T4" fmla="*/ 53 w 76"/>
                <a:gd name="T5" fmla="*/ 20 h 41"/>
                <a:gd name="T6" fmla="*/ 66 w 76"/>
                <a:gd name="T7" fmla="*/ 11 h 41"/>
                <a:gd name="T8" fmla="*/ 71 w 76"/>
                <a:gd name="T9" fmla="*/ 10 h 41"/>
                <a:gd name="T10" fmla="*/ 76 w 76"/>
                <a:gd name="T11" fmla="*/ 4 h 41"/>
                <a:gd name="T12" fmla="*/ 75 w 76"/>
                <a:gd name="T13" fmla="*/ 0 h 41"/>
                <a:gd name="T14" fmla="*/ 70 w 76"/>
                <a:gd name="T15" fmla="*/ 0 h 41"/>
                <a:gd name="T16" fmla="*/ 61 w 76"/>
                <a:gd name="T17" fmla="*/ 2 h 41"/>
                <a:gd name="T18" fmla="*/ 47 w 76"/>
                <a:gd name="T19" fmla="*/ 7 h 41"/>
                <a:gd name="T20" fmla="*/ 44 w 76"/>
                <a:gd name="T21" fmla="*/ 7 h 41"/>
                <a:gd name="T22" fmla="*/ 3 w 76"/>
                <a:gd name="T23" fmla="*/ 24 h 41"/>
                <a:gd name="T24" fmla="*/ 2 w 76"/>
                <a:gd name="T25" fmla="*/ 31 h 41"/>
                <a:gd name="T26" fmla="*/ 20 w 7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41">
                  <a:moveTo>
                    <a:pt x="20" y="41"/>
                  </a:moveTo>
                  <a:cubicBezTo>
                    <a:pt x="23" y="41"/>
                    <a:pt x="30" y="40"/>
                    <a:pt x="32" y="39"/>
                  </a:cubicBezTo>
                  <a:cubicBezTo>
                    <a:pt x="39" y="37"/>
                    <a:pt x="47" y="24"/>
                    <a:pt x="53" y="20"/>
                  </a:cubicBezTo>
                  <a:cubicBezTo>
                    <a:pt x="57" y="17"/>
                    <a:pt x="61" y="13"/>
                    <a:pt x="66" y="11"/>
                  </a:cubicBezTo>
                  <a:cubicBezTo>
                    <a:pt x="68" y="11"/>
                    <a:pt x="69" y="10"/>
                    <a:pt x="71" y="10"/>
                  </a:cubicBezTo>
                  <a:cubicBezTo>
                    <a:pt x="73" y="8"/>
                    <a:pt x="75" y="6"/>
                    <a:pt x="76" y="4"/>
                  </a:cubicBezTo>
                  <a:cubicBezTo>
                    <a:pt x="76" y="2"/>
                    <a:pt x="76" y="0"/>
                    <a:pt x="75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8" y="2"/>
                    <a:pt x="64" y="1"/>
                    <a:pt x="61" y="2"/>
                  </a:cubicBezTo>
                  <a:cubicBezTo>
                    <a:pt x="57" y="3"/>
                    <a:pt x="52" y="5"/>
                    <a:pt x="47" y="7"/>
                  </a:cubicBezTo>
                  <a:cubicBezTo>
                    <a:pt x="46" y="7"/>
                    <a:pt x="45" y="7"/>
                    <a:pt x="44" y="7"/>
                  </a:cubicBezTo>
                  <a:cubicBezTo>
                    <a:pt x="30" y="12"/>
                    <a:pt x="16" y="18"/>
                    <a:pt x="3" y="24"/>
                  </a:cubicBezTo>
                  <a:cubicBezTo>
                    <a:pt x="2" y="26"/>
                    <a:pt x="0" y="29"/>
                    <a:pt x="2" y="31"/>
                  </a:cubicBezTo>
                  <a:cubicBezTo>
                    <a:pt x="3" y="35"/>
                    <a:pt x="15" y="39"/>
                    <a:pt x="20" y="4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6" name="Freeform 116"/>
            <p:cNvSpPr/>
            <p:nvPr/>
          </p:nvSpPr>
          <p:spPr bwMode="auto">
            <a:xfrm>
              <a:off x="4404" y="200"/>
              <a:ext cx="89" cy="99"/>
            </a:xfrm>
            <a:custGeom>
              <a:avLst/>
              <a:gdLst>
                <a:gd name="T0" fmla="*/ 72 w 99"/>
                <a:gd name="T1" fmla="*/ 35 h 109"/>
                <a:gd name="T2" fmla="*/ 74 w 99"/>
                <a:gd name="T3" fmla="*/ 30 h 109"/>
                <a:gd name="T4" fmla="*/ 83 w 99"/>
                <a:gd name="T5" fmla="*/ 21 h 109"/>
                <a:gd name="T6" fmla="*/ 87 w 99"/>
                <a:gd name="T7" fmla="*/ 18 h 109"/>
                <a:gd name="T8" fmla="*/ 99 w 99"/>
                <a:gd name="T9" fmla="*/ 7 h 109"/>
                <a:gd name="T10" fmla="*/ 76 w 99"/>
                <a:gd name="T11" fmla="*/ 1 h 109"/>
                <a:gd name="T12" fmla="*/ 66 w 99"/>
                <a:gd name="T13" fmla="*/ 8 h 109"/>
                <a:gd name="T14" fmla="*/ 53 w 99"/>
                <a:gd name="T15" fmla="*/ 15 h 109"/>
                <a:gd name="T16" fmla="*/ 31 w 99"/>
                <a:gd name="T17" fmla="*/ 19 h 109"/>
                <a:gd name="T18" fmla="*/ 26 w 99"/>
                <a:gd name="T19" fmla="*/ 18 h 109"/>
                <a:gd name="T20" fmla="*/ 25 w 99"/>
                <a:gd name="T21" fmla="*/ 28 h 109"/>
                <a:gd name="T22" fmla="*/ 25 w 99"/>
                <a:gd name="T23" fmla="*/ 59 h 109"/>
                <a:gd name="T24" fmla="*/ 31 w 99"/>
                <a:gd name="T25" fmla="*/ 69 h 109"/>
                <a:gd name="T26" fmla="*/ 44 w 99"/>
                <a:gd name="T27" fmla="*/ 53 h 109"/>
                <a:gd name="T28" fmla="*/ 45 w 99"/>
                <a:gd name="T29" fmla="*/ 50 h 109"/>
                <a:gd name="T30" fmla="*/ 45 w 99"/>
                <a:gd name="T31" fmla="*/ 40 h 109"/>
                <a:gd name="T32" fmla="*/ 54 w 99"/>
                <a:gd name="T33" fmla="*/ 39 h 109"/>
                <a:gd name="T34" fmla="*/ 53 w 99"/>
                <a:gd name="T35" fmla="*/ 57 h 109"/>
                <a:gd name="T36" fmla="*/ 28 w 99"/>
                <a:gd name="T37" fmla="*/ 76 h 109"/>
                <a:gd name="T38" fmla="*/ 19 w 99"/>
                <a:gd name="T39" fmla="*/ 81 h 109"/>
                <a:gd name="T40" fmla="*/ 11 w 99"/>
                <a:gd name="T41" fmla="*/ 86 h 109"/>
                <a:gd name="T42" fmla="*/ 1 w 99"/>
                <a:gd name="T43" fmla="*/ 86 h 109"/>
                <a:gd name="T44" fmla="*/ 33 w 99"/>
                <a:gd name="T45" fmla="*/ 89 h 109"/>
                <a:gd name="T46" fmla="*/ 41 w 99"/>
                <a:gd name="T47" fmla="*/ 80 h 109"/>
                <a:gd name="T48" fmla="*/ 48 w 99"/>
                <a:gd name="T49" fmla="*/ 74 h 109"/>
                <a:gd name="T50" fmla="*/ 52 w 99"/>
                <a:gd name="T51" fmla="*/ 72 h 109"/>
                <a:gd name="T52" fmla="*/ 52 w 99"/>
                <a:gd name="T53" fmla="*/ 86 h 109"/>
                <a:gd name="T54" fmla="*/ 46 w 99"/>
                <a:gd name="T55" fmla="*/ 91 h 109"/>
                <a:gd name="T56" fmla="*/ 55 w 99"/>
                <a:gd name="T57" fmla="*/ 97 h 109"/>
                <a:gd name="T58" fmla="*/ 58 w 99"/>
                <a:gd name="T59" fmla="*/ 104 h 109"/>
                <a:gd name="T60" fmla="*/ 66 w 99"/>
                <a:gd name="T61" fmla="*/ 108 h 109"/>
                <a:gd name="T62" fmla="*/ 63 w 99"/>
                <a:gd name="T63" fmla="*/ 74 h 109"/>
                <a:gd name="T64" fmla="*/ 68 w 99"/>
                <a:gd name="T65" fmla="*/ 54 h 109"/>
                <a:gd name="T66" fmla="*/ 87 w 99"/>
                <a:gd name="T6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" h="109">
                  <a:moveTo>
                    <a:pt x="86" y="34"/>
                  </a:moveTo>
                  <a:cubicBezTo>
                    <a:pt x="81" y="34"/>
                    <a:pt x="76" y="33"/>
                    <a:pt x="72" y="35"/>
                  </a:cubicBezTo>
                  <a:cubicBezTo>
                    <a:pt x="70" y="35"/>
                    <a:pt x="69" y="37"/>
                    <a:pt x="66" y="38"/>
                  </a:cubicBezTo>
                  <a:cubicBezTo>
                    <a:pt x="67" y="35"/>
                    <a:pt x="72" y="32"/>
                    <a:pt x="74" y="30"/>
                  </a:cubicBezTo>
                  <a:cubicBezTo>
                    <a:pt x="75" y="28"/>
                    <a:pt x="77" y="26"/>
                    <a:pt x="78" y="25"/>
                  </a:cubicBezTo>
                  <a:cubicBezTo>
                    <a:pt x="80" y="24"/>
                    <a:pt x="82" y="23"/>
                    <a:pt x="83" y="21"/>
                  </a:cubicBezTo>
                  <a:cubicBezTo>
                    <a:pt x="84" y="21"/>
                    <a:pt x="84" y="19"/>
                    <a:pt x="85" y="18"/>
                  </a:cubicBezTo>
                  <a:cubicBezTo>
                    <a:pt x="86" y="18"/>
                    <a:pt x="86" y="18"/>
                    <a:pt x="87" y="18"/>
                  </a:cubicBezTo>
                  <a:cubicBezTo>
                    <a:pt x="88" y="17"/>
                    <a:pt x="88" y="15"/>
                    <a:pt x="89" y="14"/>
                  </a:cubicBezTo>
                  <a:cubicBezTo>
                    <a:pt x="93" y="11"/>
                    <a:pt x="96" y="11"/>
                    <a:pt x="99" y="7"/>
                  </a:cubicBezTo>
                  <a:cubicBezTo>
                    <a:pt x="99" y="6"/>
                    <a:pt x="98" y="5"/>
                    <a:pt x="97" y="4"/>
                  </a:cubicBezTo>
                  <a:cubicBezTo>
                    <a:pt x="95" y="2"/>
                    <a:pt x="81" y="0"/>
                    <a:pt x="76" y="1"/>
                  </a:cubicBezTo>
                  <a:cubicBezTo>
                    <a:pt x="74" y="2"/>
                    <a:pt x="70" y="4"/>
                    <a:pt x="68" y="5"/>
                  </a:cubicBezTo>
                  <a:cubicBezTo>
                    <a:pt x="68" y="6"/>
                    <a:pt x="67" y="7"/>
                    <a:pt x="66" y="8"/>
                  </a:cubicBezTo>
                  <a:cubicBezTo>
                    <a:pt x="64" y="8"/>
                    <a:pt x="62" y="8"/>
                    <a:pt x="60" y="9"/>
                  </a:cubicBezTo>
                  <a:cubicBezTo>
                    <a:pt x="58" y="10"/>
                    <a:pt x="56" y="13"/>
                    <a:pt x="53" y="15"/>
                  </a:cubicBezTo>
                  <a:cubicBezTo>
                    <a:pt x="48" y="18"/>
                    <a:pt x="43" y="21"/>
                    <a:pt x="38" y="24"/>
                  </a:cubicBezTo>
                  <a:cubicBezTo>
                    <a:pt x="35" y="26"/>
                    <a:pt x="33" y="20"/>
                    <a:pt x="31" y="19"/>
                  </a:cubicBezTo>
                  <a:cubicBezTo>
                    <a:pt x="30" y="18"/>
                    <a:pt x="29" y="18"/>
                    <a:pt x="28" y="17"/>
                  </a:cubicBezTo>
                  <a:cubicBezTo>
                    <a:pt x="27" y="17"/>
                    <a:pt x="27" y="17"/>
                    <a:pt x="26" y="18"/>
                  </a:cubicBezTo>
                  <a:cubicBezTo>
                    <a:pt x="25" y="18"/>
                    <a:pt x="25" y="18"/>
                    <a:pt x="24" y="19"/>
                  </a:cubicBezTo>
                  <a:cubicBezTo>
                    <a:pt x="24" y="22"/>
                    <a:pt x="26" y="25"/>
                    <a:pt x="25" y="28"/>
                  </a:cubicBezTo>
                  <a:cubicBezTo>
                    <a:pt x="23" y="35"/>
                    <a:pt x="20" y="47"/>
                    <a:pt x="23" y="55"/>
                  </a:cubicBezTo>
                  <a:cubicBezTo>
                    <a:pt x="23" y="56"/>
                    <a:pt x="25" y="58"/>
                    <a:pt x="25" y="59"/>
                  </a:cubicBezTo>
                  <a:cubicBezTo>
                    <a:pt x="26" y="61"/>
                    <a:pt x="26" y="62"/>
                    <a:pt x="27" y="64"/>
                  </a:cubicBezTo>
                  <a:cubicBezTo>
                    <a:pt x="28" y="66"/>
                    <a:pt x="31" y="67"/>
                    <a:pt x="31" y="69"/>
                  </a:cubicBezTo>
                  <a:cubicBezTo>
                    <a:pt x="35" y="68"/>
                    <a:pt x="41" y="57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5" y="52"/>
                    <a:pt x="45" y="51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6" y="40"/>
                    <a:pt x="49" y="39"/>
                    <a:pt x="50" y="38"/>
                  </a:cubicBezTo>
                  <a:cubicBezTo>
                    <a:pt x="52" y="38"/>
                    <a:pt x="53" y="39"/>
                    <a:pt x="54" y="39"/>
                  </a:cubicBezTo>
                  <a:cubicBezTo>
                    <a:pt x="54" y="40"/>
                    <a:pt x="49" y="52"/>
                    <a:pt x="48" y="52"/>
                  </a:cubicBezTo>
                  <a:cubicBezTo>
                    <a:pt x="49" y="55"/>
                    <a:pt x="51" y="56"/>
                    <a:pt x="53" y="57"/>
                  </a:cubicBezTo>
                  <a:cubicBezTo>
                    <a:pt x="52" y="62"/>
                    <a:pt x="46" y="64"/>
                    <a:pt x="42" y="66"/>
                  </a:cubicBezTo>
                  <a:cubicBezTo>
                    <a:pt x="38" y="69"/>
                    <a:pt x="33" y="73"/>
                    <a:pt x="28" y="76"/>
                  </a:cubicBezTo>
                  <a:cubicBezTo>
                    <a:pt x="26" y="77"/>
                    <a:pt x="24" y="77"/>
                    <a:pt x="22" y="78"/>
                  </a:cubicBezTo>
                  <a:cubicBezTo>
                    <a:pt x="21" y="79"/>
                    <a:pt x="20" y="80"/>
                    <a:pt x="19" y="81"/>
                  </a:cubicBezTo>
                  <a:cubicBezTo>
                    <a:pt x="17" y="82"/>
                    <a:pt x="15" y="82"/>
                    <a:pt x="13" y="84"/>
                  </a:cubicBezTo>
                  <a:cubicBezTo>
                    <a:pt x="12" y="84"/>
                    <a:pt x="12" y="86"/>
                    <a:pt x="11" y="86"/>
                  </a:cubicBezTo>
                  <a:cubicBezTo>
                    <a:pt x="9" y="87"/>
                    <a:pt x="8" y="85"/>
                    <a:pt x="7" y="85"/>
                  </a:cubicBezTo>
                  <a:cubicBezTo>
                    <a:pt x="4" y="84"/>
                    <a:pt x="2" y="86"/>
                    <a:pt x="1" y="86"/>
                  </a:cubicBezTo>
                  <a:cubicBezTo>
                    <a:pt x="0" y="97"/>
                    <a:pt x="5" y="107"/>
                    <a:pt x="16" y="107"/>
                  </a:cubicBezTo>
                  <a:cubicBezTo>
                    <a:pt x="21" y="101"/>
                    <a:pt x="28" y="96"/>
                    <a:pt x="33" y="89"/>
                  </a:cubicBezTo>
                  <a:cubicBezTo>
                    <a:pt x="34" y="88"/>
                    <a:pt x="36" y="86"/>
                    <a:pt x="38" y="85"/>
                  </a:cubicBezTo>
                  <a:cubicBezTo>
                    <a:pt x="39" y="83"/>
                    <a:pt x="40" y="81"/>
                    <a:pt x="41" y="80"/>
                  </a:cubicBezTo>
                  <a:cubicBezTo>
                    <a:pt x="41" y="79"/>
                    <a:pt x="42" y="80"/>
                    <a:pt x="43" y="79"/>
                  </a:cubicBezTo>
                  <a:cubicBezTo>
                    <a:pt x="44" y="77"/>
                    <a:pt x="46" y="76"/>
                    <a:pt x="48" y="74"/>
                  </a:cubicBezTo>
                  <a:cubicBezTo>
                    <a:pt x="49" y="73"/>
                    <a:pt x="50" y="73"/>
                    <a:pt x="51" y="72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4" y="74"/>
                    <a:pt x="53" y="76"/>
                    <a:pt x="55" y="77"/>
                  </a:cubicBezTo>
                  <a:cubicBezTo>
                    <a:pt x="55" y="81"/>
                    <a:pt x="55" y="85"/>
                    <a:pt x="52" y="86"/>
                  </a:cubicBezTo>
                  <a:cubicBezTo>
                    <a:pt x="51" y="87"/>
                    <a:pt x="50" y="87"/>
                    <a:pt x="49" y="87"/>
                  </a:cubicBezTo>
                  <a:cubicBezTo>
                    <a:pt x="48" y="88"/>
                    <a:pt x="47" y="90"/>
                    <a:pt x="46" y="91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7" y="94"/>
                    <a:pt x="54" y="96"/>
                    <a:pt x="55" y="97"/>
                  </a:cubicBezTo>
                  <a:cubicBezTo>
                    <a:pt x="56" y="97"/>
                    <a:pt x="57" y="99"/>
                    <a:pt x="58" y="100"/>
                  </a:cubicBezTo>
                  <a:cubicBezTo>
                    <a:pt x="58" y="104"/>
                    <a:pt x="58" y="104"/>
                    <a:pt x="58" y="104"/>
                  </a:cubicBezTo>
                  <a:cubicBezTo>
                    <a:pt x="58" y="105"/>
                    <a:pt x="60" y="107"/>
                    <a:pt x="61" y="108"/>
                  </a:cubicBezTo>
                  <a:cubicBezTo>
                    <a:pt x="62" y="108"/>
                    <a:pt x="65" y="109"/>
                    <a:pt x="66" y="108"/>
                  </a:cubicBezTo>
                  <a:cubicBezTo>
                    <a:pt x="67" y="108"/>
                    <a:pt x="67" y="108"/>
                    <a:pt x="68" y="107"/>
                  </a:cubicBezTo>
                  <a:cubicBezTo>
                    <a:pt x="67" y="95"/>
                    <a:pt x="67" y="83"/>
                    <a:pt x="63" y="74"/>
                  </a:cubicBezTo>
                  <a:cubicBezTo>
                    <a:pt x="62" y="70"/>
                    <a:pt x="57" y="64"/>
                    <a:pt x="60" y="60"/>
                  </a:cubicBezTo>
                  <a:cubicBezTo>
                    <a:pt x="60" y="54"/>
                    <a:pt x="64" y="56"/>
                    <a:pt x="68" y="54"/>
                  </a:cubicBezTo>
                  <a:cubicBezTo>
                    <a:pt x="73" y="50"/>
                    <a:pt x="79" y="48"/>
                    <a:pt x="83" y="44"/>
                  </a:cubicBezTo>
                  <a:cubicBezTo>
                    <a:pt x="85" y="43"/>
                    <a:pt x="86" y="40"/>
                    <a:pt x="87" y="39"/>
                  </a:cubicBezTo>
                  <a:cubicBezTo>
                    <a:pt x="87" y="37"/>
                    <a:pt x="86" y="36"/>
                    <a:pt x="86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7" name="Freeform 117"/>
            <p:cNvSpPr/>
            <p:nvPr/>
          </p:nvSpPr>
          <p:spPr bwMode="auto">
            <a:xfrm>
              <a:off x="4480" y="245"/>
              <a:ext cx="27" cy="34"/>
            </a:xfrm>
            <a:custGeom>
              <a:avLst/>
              <a:gdLst>
                <a:gd name="T0" fmla="*/ 25 w 30"/>
                <a:gd name="T1" fmla="*/ 12 h 37"/>
                <a:gd name="T2" fmla="*/ 5 w 30"/>
                <a:gd name="T3" fmla="*/ 1 h 37"/>
                <a:gd name="T4" fmla="*/ 2 w 30"/>
                <a:gd name="T5" fmla="*/ 1 h 37"/>
                <a:gd name="T6" fmla="*/ 4 w 30"/>
                <a:gd name="T7" fmla="*/ 23 h 37"/>
                <a:gd name="T8" fmla="*/ 7 w 30"/>
                <a:gd name="T9" fmla="*/ 26 h 37"/>
                <a:gd name="T10" fmla="*/ 16 w 30"/>
                <a:gd name="T11" fmla="*/ 34 h 37"/>
                <a:gd name="T12" fmla="*/ 28 w 30"/>
                <a:gd name="T13" fmla="*/ 30 h 37"/>
                <a:gd name="T14" fmla="*/ 29 w 30"/>
                <a:gd name="T15" fmla="*/ 18 h 37"/>
                <a:gd name="T16" fmla="*/ 25 w 30"/>
                <a:gd name="T17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7">
                  <a:moveTo>
                    <a:pt x="25" y="12"/>
                  </a:moveTo>
                  <a:cubicBezTo>
                    <a:pt x="20" y="6"/>
                    <a:pt x="16" y="0"/>
                    <a:pt x="5" y="1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0"/>
                    <a:pt x="0" y="16"/>
                    <a:pt x="4" y="23"/>
                  </a:cubicBezTo>
                  <a:cubicBezTo>
                    <a:pt x="5" y="24"/>
                    <a:pt x="6" y="25"/>
                    <a:pt x="7" y="26"/>
                  </a:cubicBezTo>
                  <a:cubicBezTo>
                    <a:pt x="10" y="29"/>
                    <a:pt x="11" y="33"/>
                    <a:pt x="16" y="34"/>
                  </a:cubicBezTo>
                  <a:cubicBezTo>
                    <a:pt x="20" y="37"/>
                    <a:pt x="25" y="32"/>
                    <a:pt x="28" y="30"/>
                  </a:cubicBezTo>
                  <a:cubicBezTo>
                    <a:pt x="28" y="28"/>
                    <a:pt x="30" y="20"/>
                    <a:pt x="29" y="18"/>
                  </a:cubicBezTo>
                  <a:cubicBezTo>
                    <a:pt x="29" y="14"/>
                    <a:pt x="26" y="14"/>
                    <a:pt x="25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8" name="Freeform 118"/>
            <p:cNvSpPr/>
            <p:nvPr/>
          </p:nvSpPr>
          <p:spPr bwMode="auto">
            <a:xfrm>
              <a:off x="5007" y="94"/>
              <a:ext cx="45" cy="64"/>
            </a:xfrm>
            <a:custGeom>
              <a:avLst/>
              <a:gdLst>
                <a:gd name="T0" fmla="*/ 25 w 50"/>
                <a:gd name="T1" fmla="*/ 71 h 71"/>
                <a:gd name="T2" fmla="*/ 7 w 50"/>
                <a:gd name="T3" fmla="*/ 64 h 71"/>
                <a:gd name="T4" fmla="*/ 0 w 50"/>
                <a:gd name="T5" fmla="*/ 36 h 71"/>
                <a:gd name="T6" fmla="*/ 7 w 50"/>
                <a:gd name="T7" fmla="*/ 8 h 71"/>
                <a:gd name="T8" fmla="*/ 25 w 50"/>
                <a:gd name="T9" fmla="*/ 0 h 71"/>
                <a:gd name="T10" fmla="*/ 50 w 50"/>
                <a:gd name="T11" fmla="*/ 22 h 71"/>
                <a:gd name="T12" fmla="*/ 40 w 50"/>
                <a:gd name="T13" fmla="*/ 22 h 71"/>
                <a:gd name="T14" fmla="*/ 25 w 50"/>
                <a:gd name="T15" fmla="*/ 10 h 71"/>
                <a:gd name="T16" fmla="*/ 15 w 50"/>
                <a:gd name="T17" fmla="*/ 14 h 71"/>
                <a:gd name="T18" fmla="*/ 11 w 50"/>
                <a:gd name="T19" fmla="*/ 36 h 71"/>
                <a:gd name="T20" fmla="*/ 15 w 50"/>
                <a:gd name="T21" fmla="*/ 58 h 71"/>
                <a:gd name="T22" fmla="*/ 25 w 50"/>
                <a:gd name="T23" fmla="*/ 62 h 71"/>
                <a:gd name="T24" fmla="*/ 40 w 50"/>
                <a:gd name="T25" fmla="*/ 50 h 71"/>
                <a:gd name="T26" fmla="*/ 50 w 50"/>
                <a:gd name="T27" fmla="*/ 50 h 71"/>
                <a:gd name="T28" fmla="*/ 25 w 50"/>
                <a:gd name="T2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71">
                  <a:moveTo>
                    <a:pt x="25" y="71"/>
                  </a:moveTo>
                  <a:cubicBezTo>
                    <a:pt x="18" y="71"/>
                    <a:pt x="12" y="69"/>
                    <a:pt x="7" y="64"/>
                  </a:cubicBezTo>
                  <a:cubicBezTo>
                    <a:pt x="0" y="57"/>
                    <a:pt x="0" y="49"/>
                    <a:pt x="0" y="36"/>
                  </a:cubicBezTo>
                  <a:cubicBezTo>
                    <a:pt x="0" y="22"/>
                    <a:pt x="0" y="14"/>
                    <a:pt x="7" y="8"/>
                  </a:cubicBezTo>
                  <a:cubicBezTo>
                    <a:pt x="12" y="3"/>
                    <a:pt x="18" y="0"/>
                    <a:pt x="25" y="0"/>
                  </a:cubicBezTo>
                  <a:cubicBezTo>
                    <a:pt x="38" y="0"/>
                    <a:pt x="48" y="8"/>
                    <a:pt x="5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8" y="15"/>
                    <a:pt x="33" y="10"/>
                    <a:pt x="25" y="10"/>
                  </a:cubicBezTo>
                  <a:cubicBezTo>
                    <a:pt x="21" y="10"/>
                    <a:pt x="17" y="11"/>
                    <a:pt x="15" y="14"/>
                  </a:cubicBezTo>
                  <a:cubicBezTo>
                    <a:pt x="12" y="18"/>
                    <a:pt x="11" y="22"/>
                    <a:pt x="11" y="36"/>
                  </a:cubicBezTo>
                  <a:cubicBezTo>
                    <a:pt x="11" y="50"/>
                    <a:pt x="12" y="54"/>
                    <a:pt x="15" y="58"/>
                  </a:cubicBezTo>
                  <a:cubicBezTo>
                    <a:pt x="17" y="60"/>
                    <a:pt x="21" y="62"/>
                    <a:pt x="25" y="62"/>
                  </a:cubicBezTo>
                  <a:cubicBezTo>
                    <a:pt x="33" y="62"/>
                    <a:pt x="38" y="57"/>
                    <a:pt x="40" y="5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8" y="64"/>
                    <a:pt x="38" y="71"/>
                    <a:pt x="25" y="7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9" name="Freeform 119"/>
            <p:cNvSpPr>
              <a:spLocks noEditPoints="1"/>
            </p:cNvSpPr>
            <p:nvPr/>
          </p:nvSpPr>
          <p:spPr bwMode="auto">
            <a:xfrm>
              <a:off x="5063" y="94"/>
              <a:ext cx="45" cy="64"/>
            </a:xfrm>
            <a:custGeom>
              <a:avLst/>
              <a:gdLst>
                <a:gd name="T0" fmla="*/ 36 w 51"/>
                <a:gd name="T1" fmla="*/ 14 h 71"/>
                <a:gd name="T2" fmla="*/ 25 w 51"/>
                <a:gd name="T3" fmla="*/ 10 h 71"/>
                <a:gd name="T4" fmla="*/ 15 w 51"/>
                <a:gd name="T5" fmla="*/ 14 h 71"/>
                <a:gd name="T6" fmla="*/ 11 w 51"/>
                <a:gd name="T7" fmla="*/ 36 h 71"/>
                <a:gd name="T8" fmla="*/ 15 w 51"/>
                <a:gd name="T9" fmla="*/ 57 h 71"/>
                <a:gd name="T10" fmla="*/ 25 w 51"/>
                <a:gd name="T11" fmla="*/ 62 h 71"/>
                <a:gd name="T12" fmla="*/ 36 w 51"/>
                <a:gd name="T13" fmla="*/ 57 h 71"/>
                <a:gd name="T14" fmla="*/ 40 w 51"/>
                <a:gd name="T15" fmla="*/ 36 h 71"/>
                <a:gd name="T16" fmla="*/ 36 w 51"/>
                <a:gd name="T17" fmla="*/ 14 h 71"/>
                <a:gd name="T18" fmla="*/ 44 w 51"/>
                <a:gd name="T19" fmla="*/ 64 h 71"/>
                <a:gd name="T20" fmla="*/ 25 w 51"/>
                <a:gd name="T21" fmla="*/ 71 h 71"/>
                <a:gd name="T22" fmla="*/ 7 w 51"/>
                <a:gd name="T23" fmla="*/ 64 h 71"/>
                <a:gd name="T24" fmla="*/ 0 w 51"/>
                <a:gd name="T25" fmla="*/ 36 h 71"/>
                <a:gd name="T26" fmla="*/ 7 w 51"/>
                <a:gd name="T27" fmla="*/ 8 h 71"/>
                <a:gd name="T28" fmla="*/ 25 w 51"/>
                <a:gd name="T29" fmla="*/ 0 h 71"/>
                <a:gd name="T30" fmla="*/ 44 w 51"/>
                <a:gd name="T31" fmla="*/ 8 h 71"/>
                <a:gd name="T32" fmla="*/ 50 w 51"/>
                <a:gd name="T33" fmla="*/ 36 h 71"/>
                <a:gd name="T34" fmla="*/ 44 w 51"/>
                <a:gd name="T35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71">
                  <a:moveTo>
                    <a:pt x="36" y="14"/>
                  </a:moveTo>
                  <a:cubicBezTo>
                    <a:pt x="33" y="11"/>
                    <a:pt x="29" y="10"/>
                    <a:pt x="25" y="10"/>
                  </a:cubicBezTo>
                  <a:cubicBezTo>
                    <a:pt x="21" y="10"/>
                    <a:pt x="17" y="11"/>
                    <a:pt x="15" y="14"/>
                  </a:cubicBezTo>
                  <a:cubicBezTo>
                    <a:pt x="11" y="18"/>
                    <a:pt x="11" y="22"/>
                    <a:pt x="11" y="36"/>
                  </a:cubicBezTo>
                  <a:cubicBezTo>
                    <a:pt x="11" y="50"/>
                    <a:pt x="11" y="54"/>
                    <a:pt x="15" y="57"/>
                  </a:cubicBezTo>
                  <a:cubicBezTo>
                    <a:pt x="17" y="60"/>
                    <a:pt x="21" y="62"/>
                    <a:pt x="25" y="62"/>
                  </a:cubicBezTo>
                  <a:cubicBezTo>
                    <a:pt x="29" y="62"/>
                    <a:pt x="33" y="60"/>
                    <a:pt x="36" y="57"/>
                  </a:cubicBezTo>
                  <a:cubicBezTo>
                    <a:pt x="39" y="54"/>
                    <a:pt x="40" y="50"/>
                    <a:pt x="40" y="36"/>
                  </a:cubicBezTo>
                  <a:cubicBezTo>
                    <a:pt x="40" y="22"/>
                    <a:pt x="39" y="18"/>
                    <a:pt x="36" y="14"/>
                  </a:cubicBezTo>
                  <a:moveTo>
                    <a:pt x="44" y="64"/>
                  </a:moveTo>
                  <a:cubicBezTo>
                    <a:pt x="39" y="69"/>
                    <a:pt x="33" y="71"/>
                    <a:pt x="25" y="71"/>
                  </a:cubicBezTo>
                  <a:cubicBezTo>
                    <a:pt x="18" y="71"/>
                    <a:pt x="12" y="69"/>
                    <a:pt x="7" y="64"/>
                  </a:cubicBezTo>
                  <a:cubicBezTo>
                    <a:pt x="0" y="57"/>
                    <a:pt x="0" y="49"/>
                    <a:pt x="0" y="36"/>
                  </a:cubicBezTo>
                  <a:cubicBezTo>
                    <a:pt x="0" y="22"/>
                    <a:pt x="0" y="14"/>
                    <a:pt x="7" y="8"/>
                  </a:cubicBezTo>
                  <a:cubicBezTo>
                    <a:pt x="12" y="3"/>
                    <a:pt x="18" y="0"/>
                    <a:pt x="25" y="0"/>
                  </a:cubicBezTo>
                  <a:cubicBezTo>
                    <a:pt x="33" y="0"/>
                    <a:pt x="39" y="3"/>
                    <a:pt x="44" y="8"/>
                  </a:cubicBezTo>
                  <a:cubicBezTo>
                    <a:pt x="51" y="14"/>
                    <a:pt x="50" y="22"/>
                    <a:pt x="50" y="36"/>
                  </a:cubicBezTo>
                  <a:cubicBezTo>
                    <a:pt x="50" y="49"/>
                    <a:pt x="51" y="57"/>
                    <a:pt x="44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0" name="Freeform 120"/>
            <p:cNvSpPr/>
            <p:nvPr/>
          </p:nvSpPr>
          <p:spPr bwMode="auto">
            <a:xfrm>
              <a:off x="5122" y="95"/>
              <a:ext cx="41" cy="63"/>
            </a:xfrm>
            <a:custGeom>
              <a:avLst/>
              <a:gdLst>
                <a:gd name="T0" fmla="*/ 0 w 41"/>
                <a:gd name="T1" fmla="*/ 63 h 63"/>
                <a:gd name="T2" fmla="*/ 0 w 41"/>
                <a:gd name="T3" fmla="*/ 0 h 63"/>
                <a:gd name="T4" fmla="*/ 10 w 41"/>
                <a:gd name="T5" fmla="*/ 0 h 63"/>
                <a:gd name="T6" fmla="*/ 10 w 41"/>
                <a:gd name="T7" fmla="*/ 54 h 63"/>
                <a:gd name="T8" fmla="*/ 41 w 41"/>
                <a:gd name="T9" fmla="*/ 54 h 63"/>
                <a:gd name="T10" fmla="*/ 41 w 41"/>
                <a:gd name="T11" fmla="*/ 63 h 63"/>
                <a:gd name="T12" fmla="*/ 0 w 41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63">
                  <a:moveTo>
                    <a:pt x="0" y="6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54"/>
                  </a:lnTo>
                  <a:lnTo>
                    <a:pt x="41" y="54"/>
                  </a:lnTo>
                  <a:lnTo>
                    <a:pt x="41" y="63"/>
                  </a:ln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1" name="Freeform 121"/>
            <p:cNvSpPr/>
            <p:nvPr/>
          </p:nvSpPr>
          <p:spPr bwMode="auto">
            <a:xfrm>
              <a:off x="5173" y="95"/>
              <a:ext cx="40" cy="63"/>
            </a:xfrm>
            <a:custGeom>
              <a:avLst/>
              <a:gdLst>
                <a:gd name="T0" fmla="*/ 0 w 40"/>
                <a:gd name="T1" fmla="*/ 63 h 63"/>
                <a:gd name="T2" fmla="*/ 0 w 40"/>
                <a:gd name="T3" fmla="*/ 0 h 63"/>
                <a:gd name="T4" fmla="*/ 9 w 40"/>
                <a:gd name="T5" fmla="*/ 0 h 63"/>
                <a:gd name="T6" fmla="*/ 9 w 40"/>
                <a:gd name="T7" fmla="*/ 54 h 63"/>
                <a:gd name="T8" fmla="*/ 40 w 40"/>
                <a:gd name="T9" fmla="*/ 54 h 63"/>
                <a:gd name="T10" fmla="*/ 40 w 40"/>
                <a:gd name="T11" fmla="*/ 63 h 63"/>
                <a:gd name="T12" fmla="*/ 0 w 40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63">
                  <a:moveTo>
                    <a:pt x="0" y="63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9" y="54"/>
                  </a:lnTo>
                  <a:lnTo>
                    <a:pt x="40" y="54"/>
                  </a:lnTo>
                  <a:lnTo>
                    <a:pt x="40" y="63"/>
                  </a:ln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2" name="Freeform 122"/>
            <p:cNvSpPr/>
            <p:nvPr/>
          </p:nvSpPr>
          <p:spPr bwMode="auto">
            <a:xfrm>
              <a:off x="5224" y="95"/>
              <a:ext cx="40" cy="63"/>
            </a:xfrm>
            <a:custGeom>
              <a:avLst/>
              <a:gdLst>
                <a:gd name="T0" fmla="*/ 0 w 40"/>
                <a:gd name="T1" fmla="*/ 63 h 63"/>
                <a:gd name="T2" fmla="*/ 0 w 40"/>
                <a:gd name="T3" fmla="*/ 0 h 63"/>
                <a:gd name="T4" fmla="*/ 40 w 40"/>
                <a:gd name="T5" fmla="*/ 0 h 63"/>
                <a:gd name="T6" fmla="*/ 40 w 40"/>
                <a:gd name="T7" fmla="*/ 8 h 63"/>
                <a:gd name="T8" fmla="*/ 10 w 40"/>
                <a:gd name="T9" fmla="*/ 8 h 63"/>
                <a:gd name="T10" fmla="*/ 10 w 40"/>
                <a:gd name="T11" fmla="*/ 27 h 63"/>
                <a:gd name="T12" fmla="*/ 36 w 40"/>
                <a:gd name="T13" fmla="*/ 27 h 63"/>
                <a:gd name="T14" fmla="*/ 36 w 40"/>
                <a:gd name="T15" fmla="*/ 35 h 63"/>
                <a:gd name="T16" fmla="*/ 10 w 40"/>
                <a:gd name="T17" fmla="*/ 35 h 63"/>
                <a:gd name="T18" fmla="*/ 10 w 40"/>
                <a:gd name="T19" fmla="*/ 54 h 63"/>
                <a:gd name="T20" fmla="*/ 40 w 40"/>
                <a:gd name="T21" fmla="*/ 54 h 63"/>
                <a:gd name="T22" fmla="*/ 40 w 40"/>
                <a:gd name="T23" fmla="*/ 63 h 63"/>
                <a:gd name="T24" fmla="*/ 0 w 40"/>
                <a:gd name="T2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63">
                  <a:moveTo>
                    <a:pt x="0" y="6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10" y="8"/>
                  </a:lnTo>
                  <a:lnTo>
                    <a:pt x="10" y="27"/>
                  </a:lnTo>
                  <a:lnTo>
                    <a:pt x="36" y="27"/>
                  </a:lnTo>
                  <a:lnTo>
                    <a:pt x="36" y="35"/>
                  </a:lnTo>
                  <a:lnTo>
                    <a:pt x="10" y="35"/>
                  </a:lnTo>
                  <a:lnTo>
                    <a:pt x="10" y="54"/>
                  </a:lnTo>
                  <a:lnTo>
                    <a:pt x="40" y="54"/>
                  </a:lnTo>
                  <a:lnTo>
                    <a:pt x="40" y="63"/>
                  </a:ln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3" name="Freeform 123"/>
            <p:cNvSpPr/>
            <p:nvPr/>
          </p:nvSpPr>
          <p:spPr bwMode="auto">
            <a:xfrm>
              <a:off x="5275" y="94"/>
              <a:ext cx="46" cy="64"/>
            </a:xfrm>
            <a:custGeom>
              <a:avLst/>
              <a:gdLst>
                <a:gd name="T0" fmla="*/ 45 w 51"/>
                <a:gd name="T1" fmla="*/ 63 h 71"/>
                <a:gd name="T2" fmla="*/ 25 w 51"/>
                <a:gd name="T3" fmla="*/ 71 h 71"/>
                <a:gd name="T4" fmla="*/ 7 w 51"/>
                <a:gd name="T5" fmla="*/ 64 h 71"/>
                <a:gd name="T6" fmla="*/ 0 w 51"/>
                <a:gd name="T7" fmla="*/ 36 h 71"/>
                <a:gd name="T8" fmla="*/ 7 w 51"/>
                <a:gd name="T9" fmla="*/ 8 h 71"/>
                <a:gd name="T10" fmla="*/ 25 w 51"/>
                <a:gd name="T11" fmla="*/ 0 h 71"/>
                <a:gd name="T12" fmla="*/ 51 w 51"/>
                <a:gd name="T13" fmla="*/ 22 h 71"/>
                <a:gd name="T14" fmla="*/ 40 w 51"/>
                <a:gd name="T15" fmla="*/ 22 h 71"/>
                <a:gd name="T16" fmla="*/ 25 w 51"/>
                <a:gd name="T17" fmla="*/ 10 h 71"/>
                <a:gd name="T18" fmla="*/ 15 w 51"/>
                <a:gd name="T19" fmla="*/ 14 h 71"/>
                <a:gd name="T20" fmla="*/ 11 w 51"/>
                <a:gd name="T21" fmla="*/ 36 h 71"/>
                <a:gd name="T22" fmla="*/ 15 w 51"/>
                <a:gd name="T23" fmla="*/ 58 h 71"/>
                <a:gd name="T24" fmla="*/ 25 w 51"/>
                <a:gd name="T25" fmla="*/ 62 h 71"/>
                <a:gd name="T26" fmla="*/ 37 w 51"/>
                <a:gd name="T27" fmla="*/ 57 h 71"/>
                <a:gd name="T28" fmla="*/ 40 w 51"/>
                <a:gd name="T29" fmla="*/ 46 h 71"/>
                <a:gd name="T30" fmla="*/ 40 w 51"/>
                <a:gd name="T31" fmla="*/ 42 h 71"/>
                <a:gd name="T32" fmla="*/ 25 w 51"/>
                <a:gd name="T33" fmla="*/ 42 h 71"/>
                <a:gd name="T34" fmla="*/ 25 w 51"/>
                <a:gd name="T35" fmla="*/ 33 h 71"/>
                <a:gd name="T36" fmla="*/ 51 w 51"/>
                <a:gd name="T37" fmla="*/ 33 h 71"/>
                <a:gd name="T38" fmla="*/ 51 w 51"/>
                <a:gd name="T39" fmla="*/ 44 h 71"/>
                <a:gd name="T40" fmla="*/ 45 w 51"/>
                <a:gd name="T41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71">
                  <a:moveTo>
                    <a:pt x="45" y="63"/>
                  </a:moveTo>
                  <a:cubicBezTo>
                    <a:pt x="39" y="69"/>
                    <a:pt x="33" y="71"/>
                    <a:pt x="25" y="71"/>
                  </a:cubicBezTo>
                  <a:cubicBezTo>
                    <a:pt x="18" y="71"/>
                    <a:pt x="12" y="69"/>
                    <a:pt x="7" y="64"/>
                  </a:cubicBezTo>
                  <a:cubicBezTo>
                    <a:pt x="0" y="57"/>
                    <a:pt x="0" y="49"/>
                    <a:pt x="0" y="36"/>
                  </a:cubicBezTo>
                  <a:cubicBezTo>
                    <a:pt x="0" y="22"/>
                    <a:pt x="0" y="14"/>
                    <a:pt x="7" y="8"/>
                  </a:cubicBezTo>
                  <a:cubicBezTo>
                    <a:pt x="12" y="3"/>
                    <a:pt x="18" y="0"/>
                    <a:pt x="25" y="0"/>
                  </a:cubicBezTo>
                  <a:cubicBezTo>
                    <a:pt x="40" y="0"/>
                    <a:pt x="49" y="10"/>
                    <a:pt x="51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8" y="14"/>
                    <a:pt x="33" y="10"/>
                    <a:pt x="25" y="10"/>
                  </a:cubicBezTo>
                  <a:cubicBezTo>
                    <a:pt x="21" y="10"/>
                    <a:pt x="17" y="11"/>
                    <a:pt x="15" y="14"/>
                  </a:cubicBezTo>
                  <a:cubicBezTo>
                    <a:pt x="12" y="18"/>
                    <a:pt x="11" y="22"/>
                    <a:pt x="11" y="36"/>
                  </a:cubicBezTo>
                  <a:cubicBezTo>
                    <a:pt x="11" y="50"/>
                    <a:pt x="12" y="54"/>
                    <a:pt x="15" y="58"/>
                  </a:cubicBezTo>
                  <a:cubicBezTo>
                    <a:pt x="17" y="60"/>
                    <a:pt x="21" y="62"/>
                    <a:pt x="25" y="62"/>
                  </a:cubicBezTo>
                  <a:cubicBezTo>
                    <a:pt x="30" y="62"/>
                    <a:pt x="34" y="60"/>
                    <a:pt x="37" y="57"/>
                  </a:cubicBezTo>
                  <a:cubicBezTo>
                    <a:pt x="39" y="54"/>
                    <a:pt x="40" y="50"/>
                    <a:pt x="40" y="46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1" y="53"/>
                    <a:pt x="49" y="58"/>
                    <a:pt x="45" y="6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4" name="Freeform 124"/>
            <p:cNvSpPr/>
            <p:nvPr/>
          </p:nvSpPr>
          <p:spPr bwMode="auto">
            <a:xfrm>
              <a:off x="5336" y="95"/>
              <a:ext cx="39" cy="63"/>
            </a:xfrm>
            <a:custGeom>
              <a:avLst/>
              <a:gdLst>
                <a:gd name="T0" fmla="*/ 0 w 39"/>
                <a:gd name="T1" fmla="*/ 63 h 63"/>
                <a:gd name="T2" fmla="*/ 0 w 39"/>
                <a:gd name="T3" fmla="*/ 0 h 63"/>
                <a:gd name="T4" fmla="*/ 39 w 39"/>
                <a:gd name="T5" fmla="*/ 0 h 63"/>
                <a:gd name="T6" fmla="*/ 39 w 39"/>
                <a:gd name="T7" fmla="*/ 8 h 63"/>
                <a:gd name="T8" fmla="*/ 9 w 39"/>
                <a:gd name="T9" fmla="*/ 8 h 63"/>
                <a:gd name="T10" fmla="*/ 9 w 39"/>
                <a:gd name="T11" fmla="*/ 27 h 63"/>
                <a:gd name="T12" fmla="*/ 35 w 39"/>
                <a:gd name="T13" fmla="*/ 27 h 63"/>
                <a:gd name="T14" fmla="*/ 35 w 39"/>
                <a:gd name="T15" fmla="*/ 35 h 63"/>
                <a:gd name="T16" fmla="*/ 9 w 39"/>
                <a:gd name="T17" fmla="*/ 35 h 63"/>
                <a:gd name="T18" fmla="*/ 9 w 39"/>
                <a:gd name="T19" fmla="*/ 54 h 63"/>
                <a:gd name="T20" fmla="*/ 39 w 39"/>
                <a:gd name="T21" fmla="*/ 54 h 63"/>
                <a:gd name="T22" fmla="*/ 39 w 39"/>
                <a:gd name="T23" fmla="*/ 63 h 63"/>
                <a:gd name="T24" fmla="*/ 0 w 39"/>
                <a:gd name="T2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63">
                  <a:moveTo>
                    <a:pt x="0" y="6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39" y="8"/>
                  </a:lnTo>
                  <a:lnTo>
                    <a:pt x="9" y="8"/>
                  </a:lnTo>
                  <a:lnTo>
                    <a:pt x="9" y="27"/>
                  </a:lnTo>
                  <a:lnTo>
                    <a:pt x="35" y="27"/>
                  </a:lnTo>
                  <a:lnTo>
                    <a:pt x="35" y="35"/>
                  </a:lnTo>
                  <a:lnTo>
                    <a:pt x="9" y="35"/>
                  </a:lnTo>
                  <a:lnTo>
                    <a:pt x="9" y="54"/>
                  </a:lnTo>
                  <a:lnTo>
                    <a:pt x="39" y="54"/>
                  </a:lnTo>
                  <a:lnTo>
                    <a:pt x="39" y="63"/>
                  </a:ln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5" name="Freeform 125"/>
            <p:cNvSpPr>
              <a:spLocks noEditPoints="1"/>
            </p:cNvSpPr>
            <p:nvPr/>
          </p:nvSpPr>
          <p:spPr bwMode="auto">
            <a:xfrm>
              <a:off x="5408" y="94"/>
              <a:ext cx="46" cy="64"/>
            </a:xfrm>
            <a:custGeom>
              <a:avLst/>
              <a:gdLst>
                <a:gd name="T0" fmla="*/ 36 w 51"/>
                <a:gd name="T1" fmla="*/ 14 h 71"/>
                <a:gd name="T2" fmla="*/ 25 w 51"/>
                <a:gd name="T3" fmla="*/ 10 h 71"/>
                <a:gd name="T4" fmla="*/ 15 w 51"/>
                <a:gd name="T5" fmla="*/ 14 h 71"/>
                <a:gd name="T6" fmla="*/ 11 w 51"/>
                <a:gd name="T7" fmla="*/ 36 h 71"/>
                <a:gd name="T8" fmla="*/ 15 w 51"/>
                <a:gd name="T9" fmla="*/ 57 h 71"/>
                <a:gd name="T10" fmla="*/ 25 w 51"/>
                <a:gd name="T11" fmla="*/ 62 h 71"/>
                <a:gd name="T12" fmla="*/ 36 w 51"/>
                <a:gd name="T13" fmla="*/ 57 h 71"/>
                <a:gd name="T14" fmla="*/ 40 w 51"/>
                <a:gd name="T15" fmla="*/ 36 h 71"/>
                <a:gd name="T16" fmla="*/ 36 w 51"/>
                <a:gd name="T17" fmla="*/ 14 h 71"/>
                <a:gd name="T18" fmla="*/ 44 w 51"/>
                <a:gd name="T19" fmla="*/ 64 h 71"/>
                <a:gd name="T20" fmla="*/ 25 w 51"/>
                <a:gd name="T21" fmla="*/ 71 h 71"/>
                <a:gd name="T22" fmla="*/ 7 w 51"/>
                <a:gd name="T23" fmla="*/ 64 h 71"/>
                <a:gd name="T24" fmla="*/ 0 w 51"/>
                <a:gd name="T25" fmla="*/ 36 h 71"/>
                <a:gd name="T26" fmla="*/ 7 w 51"/>
                <a:gd name="T27" fmla="*/ 8 h 71"/>
                <a:gd name="T28" fmla="*/ 25 w 51"/>
                <a:gd name="T29" fmla="*/ 0 h 71"/>
                <a:gd name="T30" fmla="*/ 44 w 51"/>
                <a:gd name="T31" fmla="*/ 8 h 71"/>
                <a:gd name="T32" fmla="*/ 50 w 51"/>
                <a:gd name="T33" fmla="*/ 36 h 71"/>
                <a:gd name="T34" fmla="*/ 44 w 51"/>
                <a:gd name="T35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71">
                  <a:moveTo>
                    <a:pt x="36" y="14"/>
                  </a:moveTo>
                  <a:cubicBezTo>
                    <a:pt x="33" y="11"/>
                    <a:pt x="29" y="10"/>
                    <a:pt x="25" y="10"/>
                  </a:cubicBezTo>
                  <a:cubicBezTo>
                    <a:pt x="21" y="10"/>
                    <a:pt x="17" y="11"/>
                    <a:pt x="15" y="14"/>
                  </a:cubicBezTo>
                  <a:cubicBezTo>
                    <a:pt x="11" y="18"/>
                    <a:pt x="11" y="22"/>
                    <a:pt x="11" y="36"/>
                  </a:cubicBezTo>
                  <a:cubicBezTo>
                    <a:pt x="11" y="50"/>
                    <a:pt x="11" y="54"/>
                    <a:pt x="15" y="57"/>
                  </a:cubicBezTo>
                  <a:cubicBezTo>
                    <a:pt x="17" y="60"/>
                    <a:pt x="21" y="62"/>
                    <a:pt x="25" y="62"/>
                  </a:cubicBezTo>
                  <a:cubicBezTo>
                    <a:pt x="29" y="62"/>
                    <a:pt x="33" y="60"/>
                    <a:pt x="36" y="57"/>
                  </a:cubicBezTo>
                  <a:cubicBezTo>
                    <a:pt x="39" y="54"/>
                    <a:pt x="40" y="50"/>
                    <a:pt x="40" y="36"/>
                  </a:cubicBezTo>
                  <a:cubicBezTo>
                    <a:pt x="40" y="22"/>
                    <a:pt x="39" y="18"/>
                    <a:pt x="36" y="14"/>
                  </a:cubicBezTo>
                  <a:moveTo>
                    <a:pt x="44" y="64"/>
                  </a:moveTo>
                  <a:cubicBezTo>
                    <a:pt x="39" y="69"/>
                    <a:pt x="33" y="71"/>
                    <a:pt x="25" y="71"/>
                  </a:cubicBezTo>
                  <a:cubicBezTo>
                    <a:pt x="18" y="71"/>
                    <a:pt x="12" y="69"/>
                    <a:pt x="7" y="64"/>
                  </a:cubicBezTo>
                  <a:cubicBezTo>
                    <a:pt x="0" y="57"/>
                    <a:pt x="0" y="49"/>
                    <a:pt x="0" y="36"/>
                  </a:cubicBezTo>
                  <a:cubicBezTo>
                    <a:pt x="0" y="22"/>
                    <a:pt x="0" y="14"/>
                    <a:pt x="7" y="8"/>
                  </a:cubicBezTo>
                  <a:cubicBezTo>
                    <a:pt x="12" y="3"/>
                    <a:pt x="18" y="0"/>
                    <a:pt x="25" y="0"/>
                  </a:cubicBezTo>
                  <a:cubicBezTo>
                    <a:pt x="33" y="0"/>
                    <a:pt x="39" y="3"/>
                    <a:pt x="44" y="8"/>
                  </a:cubicBezTo>
                  <a:cubicBezTo>
                    <a:pt x="51" y="14"/>
                    <a:pt x="50" y="22"/>
                    <a:pt x="50" y="36"/>
                  </a:cubicBezTo>
                  <a:cubicBezTo>
                    <a:pt x="50" y="49"/>
                    <a:pt x="51" y="57"/>
                    <a:pt x="44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6" name="Freeform 126"/>
            <p:cNvSpPr/>
            <p:nvPr/>
          </p:nvSpPr>
          <p:spPr bwMode="auto">
            <a:xfrm>
              <a:off x="5467" y="95"/>
              <a:ext cx="41" cy="63"/>
            </a:xfrm>
            <a:custGeom>
              <a:avLst/>
              <a:gdLst>
                <a:gd name="T0" fmla="*/ 10 w 41"/>
                <a:gd name="T1" fmla="*/ 8 h 63"/>
                <a:gd name="T2" fmla="*/ 10 w 41"/>
                <a:gd name="T3" fmla="*/ 28 h 63"/>
                <a:gd name="T4" fmla="*/ 36 w 41"/>
                <a:gd name="T5" fmla="*/ 28 h 63"/>
                <a:gd name="T6" fmla="*/ 36 w 41"/>
                <a:gd name="T7" fmla="*/ 36 h 63"/>
                <a:gd name="T8" fmla="*/ 10 w 41"/>
                <a:gd name="T9" fmla="*/ 36 h 63"/>
                <a:gd name="T10" fmla="*/ 10 w 41"/>
                <a:gd name="T11" fmla="*/ 63 h 63"/>
                <a:gd name="T12" fmla="*/ 0 w 41"/>
                <a:gd name="T13" fmla="*/ 63 h 63"/>
                <a:gd name="T14" fmla="*/ 0 w 41"/>
                <a:gd name="T15" fmla="*/ 0 h 63"/>
                <a:gd name="T16" fmla="*/ 41 w 41"/>
                <a:gd name="T17" fmla="*/ 0 h 63"/>
                <a:gd name="T18" fmla="*/ 41 w 41"/>
                <a:gd name="T19" fmla="*/ 8 h 63"/>
                <a:gd name="T20" fmla="*/ 10 w 41"/>
                <a:gd name="T21" fmla="*/ 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63">
                  <a:moveTo>
                    <a:pt x="10" y="8"/>
                  </a:moveTo>
                  <a:lnTo>
                    <a:pt x="10" y="28"/>
                  </a:lnTo>
                  <a:lnTo>
                    <a:pt x="36" y="28"/>
                  </a:lnTo>
                  <a:lnTo>
                    <a:pt x="36" y="36"/>
                  </a:lnTo>
                  <a:lnTo>
                    <a:pt x="10" y="36"/>
                  </a:lnTo>
                  <a:lnTo>
                    <a:pt x="10" y="63"/>
                  </a:lnTo>
                  <a:lnTo>
                    <a:pt x="0" y="63"/>
                  </a:lnTo>
                  <a:lnTo>
                    <a:pt x="0" y="0"/>
                  </a:lnTo>
                  <a:lnTo>
                    <a:pt x="41" y="0"/>
                  </a:lnTo>
                  <a:lnTo>
                    <a:pt x="41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7" name="Freeform 127"/>
            <p:cNvSpPr/>
            <p:nvPr/>
          </p:nvSpPr>
          <p:spPr bwMode="auto">
            <a:xfrm>
              <a:off x="5009" y="185"/>
              <a:ext cx="41" cy="64"/>
            </a:xfrm>
            <a:custGeom>
              <a:avLst/>
              <a:gdLst>
                <a:gd name="T0" fmla="*/ 0 w 41"/>
                <a:gd name="T1" fmla="*/ 64 h 64"/>
                <a:gd name="T2" fmla="*/ 0 w 41"/>
                <a:gd name="T3" fmla="*/ 0 h 64"/>
                <a:gd name="T4" fmla="*/ 41 w 41"/>
                <a:gd name="T5" fmla="*/ 0 h 64"/>
                <a:gd name="T6" fmla="*/ 41 w 41"/>
                <a:gd name="T7" fmla="*/ 9 h 64"/>
                <a:gd name="T8" fmla="*/ 9 w 41"/>
                <a:gd name="T9" fmla="*/ 9 h 64"/>
                <a:gd name="T10" fmla="*/ 9 w 41"/>
                <a:gd name="T11" fmla="*/ 28 h 64"/>
                <a:gd name="T12" fmla="*/ 36 w 41"/>
                <a:gd name="T13" fmla="*/ 28 h 64"/>
                <a:gd name="T14" fmla="*/ 36 w 41"/>
                <a:gd name="T15" fmla="*/ 37 h 64"/>
                <a:gd name="T16" fmla="*/ 9 w 41"/>
                <a:gd name="T17" fmla="*/ 37 h 64"/>
                <a:gd name="T18" fmla="*/ 9 w 41"/>
                <a:gd name="T19" fmla="*/ 56 h 64"/>
                <a:gd name="T20" fmla="*/ 41 w 41"/>
                <a:gd name="T21" fmla="*/ 56 h 64"/>
                <a:gd name="T22" fmla="*/ 41 w 41"/>
                <a:gd name="T23" fmla="*/ 64 h 64"/>
                <a:gd name="T24" fmla="*/ 0 w 41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64">
                  <a:moveTo>
                    <a:pt x="0" y="64"/>
                  </a:moveTo>
                  <a:lnTo>
                    <a:pt x="0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9" y="9"/>
                  </a:lnTo>
                  <a:lnTo>
                    <a:pt x="9" y="28"/>
                  </a:lnTo>
                  <a:lnTo>
                    <a:pt x="36" y="28"/>
                  </a:lnTo>
                  <a:lnTo>
                    <a:pt x="36" y="37"/>
                  </a:lnTo>
                  <a:lnTo>
                    <a:pt x="9" y="37"/>
                  </a:lnTo>
                  <a:lnTo>
                    <a:pt x="9" y="56"/>
                  </a:lnTo>
                  <a:lnTo>
                    <a:pt x="41" y="56"/>
                  </a:lnTo>
                  <a:lnTo>
                    <a:pt x="41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8" name="Freeform 128"/>
            <p:cNvSpPr/>
            <p:nvPr/>
          </p:nvSpPr>
          <p:spPr bwMode="auto">
            <a:xfrm>
              <a:off x="5063" y="185"/>
              <a:ext cx="47" cy="64"/>
            </a:xfrm>
            <a:custGeom>
              <a:avLst/>
              <a:gdLst>
                <a:gd name="T0" fmla="*/ 38 w 47"/>
                <a:gd name="T1" fmla="*/ 64 h 64"/>
                <a:gd name="T2" fmla="*/ 9 w 47"/>
                <a:gd name="T3" fmla="*/ 19 h 64"/>
                <a:gd name="T4" fmla="*/ 9 w 47"/>
                <a:gd name="T5" fmla="*/ 64 h 64"/>
                <a:gd name="T6" fmla="*/ 0 w 47"/>
                <a:gd name="T7" fmla="*/ 64 h 64"/>
                <a:gd name="T8" fmla="*/ 0 w 47"/>
                <a:gd name="T9" fmla="*/ 0 h 64"/>
                <a:gd name="T10" fmla="*/ 9 w 47"/>
                <a:gd name="T11" fmla="*/ 0 h 64"/>
                <a:gd name="T12" fmla="*/ 37 w 47"/>
                <a:gd name="T13" fmla="*/ 46 h 64"/>
                <a:gd name="T14" fmla="*/ 37 w 47"/>
                <a:gd name="T15" fmla="*/ 0 h 64"/>
                <a:gd name="T16" fmla="*/ 47 w 47"/>
                <a:gd name="T17" fmla="*/ 0 h 64"/>
                <a:gd name="T18" fmla="*/ 47 w 47"/>
                <a:gd name="T19" fmla="*/ 64 h 64"/>
                <a:gd name="T20" fmla="*/ 38 w 47"/>
                <a:gd name="T2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64">
                  <a:moveTo>
                    <a:pt x="38" y="64"/>
                  </a:moveTo>
                  <a:lnTo>
                    <a:pt x="9" y="19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9" y="0"/>
                  </a:lnTo>
                  <a:lnTo>
                    <a:pt x="37" y="46"/>
                  </a:lnTo>
                  <a:lnTo>
                    <a:pt x="37" y="0"/>
                  </a:lnTo>
                  <a:lnTo>
                    <a:pt x="47" y="0"/>
                  </a:lnTo>
                  <a:lnTo>
                    <a:pt x="47" y="64"/>
                  </a:lnTo>
                  <a:lnTo>
                    <a:pt x="38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9" name="Freeform 129"/>
            <p:cNvSpPr/>
            <p:nvPr/>
          </p:nvSpPr>
          <p:spPr bwMode="auto">
            <a:xfrm>
              <a:off x="5125" y="185"/>
              <a:ext cx="45" cy="65"/>
            </a:xfrm>
            <a:custGeom>
              <a:avLst/>
              <a:gdLst>
                <a:gd name="T0" fmla="*/ 44 w 50"/>
                <a:gd name="T1" fmla="*/ 63 h 71"/>
                <a:gd name="T2" fmla="*/ 25 w 50"/>
                <a:gd name="T3" fmla="*/ 71 h 71"/>
                <a:gd name="T4" fmla="*/ 6 w 50"/>
                <a:gd name="T5" fmla="*/ 64 h 71"/>
                <a:gd name="T6" fmla="*/ 0 w 50"/>
                <a:gd name="T7" fmla="*/ 35 h 71"/>
                <a:gd name="T8" fmla="*/ 6 w 50"/>
                <a:gd name="T9" fmla="*/ 7 h 71"/>
                <a:gd name="T10" fmla="*/ 25 w 50"/>
                <a:gd name="T11" fmla="*/ 0 h 71"/>
                <a:gd name="T12" fmla="*/ 50 w 50"/>
                <a:gd name="T13" fmla="*/ 21 h 71"/>
                <a:gd name="T14" fmla="*/ 40 w 50"/>
                <a:gd name="T15" fmla="*/ 21 h 71"/>
                <a:gd name="T16" fmla="*/ 25 w 50"/>
                <a:gd name="T17" fmla="*/ 9 h 71"/>
                <a:gd name="T18" fmla="*/ 15 w 50"/>
                <a:gd name="T19" fmla="*/ 14 h 71"/>
                <a:gd name="T20" fmla="*/ 10 w 50"/>
                <a:gd name="T21" fmla="*/ 35 h 71"/>
                <a:gd name="T22" fmla="*/ 15 w 50"/>
                <a:gd name="T23" fmla="*/ 57 h 71"/>
                <a:gd name="T24" fmla="*/ 25 w 50"/>
                <a:gd name="T25" fmla="*/ 61 h 71"/>
                <a:gd name="T26" fmla="*/ 36 w 50"/>
                <a:gd name="T27" fmla="*/ 57 h 71"/>
                <a:gd name="T28" fmla="*/ 40 w 50"/>
                <a:gd name="T29" fmla="*/ 45 h 71"/>
                <a:gd name="T30" fmla="*/ 40 w 50"/>
                <a:gd name="T31" fmla="*/ 42 h 71"/>
                <a:gd name="T32" fmla="*/ 25 w 50"/>
                <a:gd name="T33" fmla="*/ 42 h 71"/>
                <a:gd name="T34" fmla="*/ 25 w 50"/>
                <a:gd name="T35" fmla="*/ 32 h 71"/>
                <a:gd name="T36" fmla="*/ 50 w 50"/>
                <a:gd name="T37" fmla="*/ 32 h 71"/>
                <a:gd name="T38" fmla="*/ 50 w 50"/>
                <a:gd name="T39" fmla="*/ 43 h 71"/>
                <a:gd name="T40" fmla="*/ 44 w 50"/>
                <a:gd name="T41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44" y="63"/>
                  </a:moveTo>
                  <a:cubicBezTo>
                    <a:pt x="39" y="69"/>
                    <a:pt x="32" y="71"/>
                    <a:pt x="25" y="71"/>
                  </a:cubicBezTo>
                  <a:cubicBezTo>
                    <a:pt x="18" y="71"/>
                    <a:pt x="11" y="68"/>
                    <a:pt x="6" y="64"/>
                  </a:cubicBezTo>
                  <a:cubicBezTo>
                    <a:pt x="0" y="57"/>
                    <a:pt x="0" y="49"/>
                    <a:pt x="0" y="35"/>
                  </a:cubicBezTo>
                  <a:cubicBezTo>
                    <a:pt x="0" y="22"/>
                    <a:pt x="0" y="14"/>
                    <a:pt x="6" y="7"/>
                  </a:cubicBezTo>
                  <a:cubicBezTo>
                    <a:pt x="11" y="2"/>
                    <a:pt x="17" y="0"/>
                    <a:pt x="25" y="0"/>
                  </a:cubicBezTo>
                  <a:cubicBezTo>
                    <a:pt x="40" y="0"/>
                    <a:pt x="48" y="9"/>
                    <a:pt x="5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8" y="14"/>
                    <a:pt x="33" y="9"/>
                    <a:pt x="25" y="9"/>
                  </a:cubicBezTo>
                  <a:cubicBezTo>
                    <a:pt x="21" y="9"/>
                    <a:pt x="17" y="11"/>
                    <a:pt x="15" y="14"/>
                  </a:cubicBezTo>
                  <a:cubicBezTo>
                    <a:pt x="11" y="17"/>
                    <a:pt x="10" y="21"/>
                    <a:pt x="10" y="35"/>
                  </a:cubicBezTo>
                  <a:cubicBezTo>
                    <a:pt x="10" y="49"/>
                    <a:pt x="11" y="53"/>
                    <a:pt x="15" y="57"/>
                  </a:cubicBezTo>
                  <a:cubicBezTo>
                    <a:pt x="17" y="60"/>
                    <a:pt x="21" y="61"/>
                    <a:pt x="25" y="61"/>
                  </a:cubicBezTo>
                  <a:cubicBezTo>
                    <a:pt x="29" y="61"/>
                    <a:pt x="34" y="60"/>
                    <a:pt x="36" y="57"/>
                  </a:cubicBezTo>
                  <a:cubicBezTo>
                    <a:pt x="39" y="54"/>
                    <a:pt x="40" y="50"/>
                    <a:pt x="40" y="45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0" y="52"/>
                    <a:pt x="49" y="58"/>
                    <a:pt x="44" y="6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0" name="Rectangle 130"/>
            <p:cNvSpPr>
              <a:spLocks noChangeArrowheads="1"/>
            </p:cNvSpPr>
            <p:nvPr/>
          </p:nvSpPr>
          <p:spPr bwMode="auto">
            <a:xfrm>
              <a:off x="5184" y="185"/>
              <a:ext cx="10" cy="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1" name="Freeform 131"/>
            <p:cNvSpPr/>
            <p:nvPr/>
          </p:nvSpPr>
          <p:spPr bwMode="auto">
            <a:xfrm>
              <a:off x="5210" y="185"/>
              <a:ext cx="48" cy="64"/>
            </a:xfrm>
            <a:custGeom>
              <a:avLst/>
              <a:gdLst>
                <a:gd name="T0" fmla="*/ 39 w 48"/>
                <a:gd name="T1" fmla="*/ 64 h 64"/>
                <a:gd name="T2" fmla="*/ 10 w 48"/>
                <a:gd name="T3" fmla="*/ 19 h 64"/>
                <a:gd name="T4" fmla="*/ 10 w 48"/>
                <a:gd name="T5" fmla="*/ 64 h 64"/>
                <a:gd name="T6" fmla="*/ 0 w 48"/>
                <a:gd name="T7" fmla="*/ 64 h 64"/>
                <a:gd name="T8" fmla="*/ 0 w 48"/>
                <a:gd name="T9" fmla="*/ 0 h 64"/>
                <a:gd name="T10" fmla="*/ 9 w 48"/>
                <a:gd name="T11" fmla="*/ 0 h 64"/>
                <a:gd name="T12" fmla="*/ 38 w 48"/>
                <a:gd name="T13" fmla="*/ 46 h 64"/>
                <a:gd name="T14" fmla="*/ 38 w 48"/>
                <a:gd name="T15" fmla="*/ 0 h 64"/>
                <a:gd name="T16" fmla="*/ 48 w 48"/>
                <a:gd name="T17" fmla="*/ 0 h 64"/>
                <a:gd name="T18" fmla="*/ 48 w 48"/>
                <a:gd name="T19" fmla="*/ 64 h 64"/>
                <a:gd name="T20" fmla="*/ 39 w 48"/>
                <a:gd name="T2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64">
                  <a:moveTo>
                    <a:pt x="39" y="64"/>
                  </a:moveTo>
                  <a:lnTo>
                    <a:pt x="10" y="19"/>
                  </a:lnTo>
                  <a:lnTo>
                    <a:pt x="10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9" y="0"/>
                  </a:lnTo>
                  <a:lnTo>
                    <a:pt x="38" y="46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64"/>
                  </a:lnTo>
                  <a:lnTo>
                    <a:pt x="3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2" name="Freeform 132"/>
            <p:cNvSpPr/>
            <p:nvPr/>
          </p:nvSpPr>
          <p:spPr bwMode="auto">
            <a:xfrm>
              <a:off x="5274" y="185"/>
              <a:ext cx="41" cy="64"/>
            </a:xfrm>
            <a:custGeom>
              <a:avLst/>
              <a:gdLst>
                <a:gd name="T0" fmla="*/ 0 w 41"/>
                <a:gd name="T1" fmla="*/ 64 h 64"/>
                <a:gd name="T2" fmla="*/ 0 w 41"/>
                <a:gd name="T3" fmla="*/ 0 h 64"/>
                <a:gd name="T4" fmla="*/ 41 w 41"/>
                <a:gd name="T5" fmla="*/ 0 h 64"/>
                <a:gd name="T6" fmla="*/ 41 w 41"/>
                <a:gd name="T7" fmla="*/ 9 h 64"/>
                <a:gd name="T8" fmla="*/ 10 w 41"/>
                <a:gd name="T9" fmla="*/ 9 h 64"/>
                <a:gd name="T10" fmla="*/ 10 w 41"/>
                <a:gd name="T11" fmla="*/ 28 h 64"/>
                <a:gd name="T12" fmla="*/ 36 w 41"/>
                <a:gd name="T13" fmla="*/ 28 h 64"/>
                <a:gd name="T14" fmla="*/ 36 w 41"/>
                <a:gd name="T15" fmla="*/ 37 h 64"/>
                <a:gd name="T16" fmla="*/ 10 w 41"/>
                <a:gd name="T17" fmla="*/ 37 h 64"/>
                <a:gd name="T18" fmla="*/ 10 w 41"/>
                <a:gd name="T19" fmla="*/ 56 h 64"/>
                <a:gd name="T20" fmla="*/ 41 w 41"/>
                <a:gd name="T21" fmla="*/ 56 h 64"/>
                <a:gd name="T22" fmla="*/ 41 w 41"/>
                <a:gd name="T23" fmla="*/ 64 h 64"/>
                <a:gd name="T24" fmla="*/ 0 w 41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64">
                  <a:moveTo>
                    <a:pt x="0" y="64"/>
                  </a:moveTo>
                  <a:lnTo>
                    <a:pt x="0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10" y="9"/>
                  </a:lnTo>
                  <a:lnTo>
                    <a:pt x="10" y="28"/>
                  </a:lnTo>
                  <a:lnTo>
                    <a:pt x="36" y="28"/>
                  </a:lnTo>
                  <a:lnTo>
                    <a:pt x="36" y="37"/>
                  </a:lnTo>
                  <a:lnTo>
                    <a:pt x="10" y="37"/>
                  </a:lnTo>
                  <a:lnTo>
                    <a:pt x="10" y="56"/>
                  </a:lnTo>
                  <a:lnTo>
                    <a:pt x="41" y="56"/>
                  </a:lnTo>
                  <a:lnTo>
                    <a:pt x="41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3" name="Freeform 133"/>
            <p:cNvSpPr/>
            <p:nvPr/>
          </p:nvSpPr>
          <p:spPr bwMode="auto">
            <a:xfrm>
              <a:off x="5328" y="185"/>
              <a:ext cx="40" cy="64"/>
            </a:xfrm>
            <a:custGeom>
              <a:avLst/>
              <a:gdLst>
                <a:gd name="T0" fmla="*/ 0 w 40"/>
                <a:gd name="T1" fmla="*/ 64 h 64"/>
                <a:gd name="T2" fmla="*/ 0 w 40"/>
                <a:gd name="T3" fmla="*/ 0 h 64"/>
                <a:gd name="T4" fmla="*/ 40 w 40"/>
                <a:gd name="T5" fmla="*/ 0 h 64"/>
                <a:gd name="T6" fmla="*/ 40 w 40"/>
                <a:gd name="T7" fmla="*/ 9 h 64"/>
                <a:gd name="T8" fmla="*/ 9 w 40"/>
                <a:gd name="T9" fmla="*/ 9 h 64"/>
                <a:gd name="T10" fmla="*/ 9 w 40"/>
                <a:gd name="T11" fmla="*/ 28 h 64"/>
                <a:gd name="T12" fmla="*/ 35 w 40"/>
                <a:gd name="T13" fmla="*/ 28 h 64"/>
                <a:gd name="T14" fmla="*/ 35 w 40"/>
                <a:gd name="T15" fmla="*/ 37 h 64"/>
                <a:gd name="T16" fmla="*/ 9 w 40"/>
                <a:gd name="T17" fmla="*/ 37 h 64"/>
                <a:gd name="T18" fmla="*/ 9 w 40"/>
                <a:gd name="T19" fmla="*/ 56 h 64"/>
                <a:gd name="T20" fmla="*/ 40 w 40"/>
                <a:gd name="T21" fmla="*/ 56 h 64"/>
                <a:gd name="T22" fmla="*/ 40 w 40"/>
                <a:gd name="T23" fmla="*/ 64 h 64"/>
                <a:gd name="T24" fmla="*/ 0 w 40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64">
                  <a:moveTo>
                    <a:pt x="0" y="64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9" y="9"/>
                  </a:lnTo>
                  <a:lnTo>
                    <a:pt x="9" y="28"/>
                  </a:lnTo>
                  <a:lnTo>
                    <a:pt x="35" y="28"/>
                  </a:lnTo>
                  <a:lnTo>
                    <a:pt x="35" y="37"/>
                  </a:lnTo>
                  <a:lnTo>
                    <a:pt x="9" y="37"/>
                  </a:lnTo>
                  <a:lnTo>
                    <a:pt x="9" y="56"/>
                  </a:lnTo>
                  <a:lnTo>
                    <a:pt x="40" y="56"/>
                  </a:lnTo>
                  <a:lnTo>
                    <a:pt x="40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4" name="Freeform 134"/>
            <p:cNvSpPr>
              <a:spLocks noEditPoints="1"/>
            </p:cNvSpPr>
            <p:nvPr/>
          </p:nvSpPr>
          <p:spPr bwMode="auto">
            <a:xfrm>
              <a:off x="5382" y="185"/>
              <a:ext cx="45" cy="64"/>
            </a:xfrm>
            <a:custGeom>
              <a:avLst/>
              <a:gdLst>
                <a:gd name="T0" fmla="*/ 26 w 51"/>
                <a:gd name="T1" fmla="*/ 10 h 70"/>
                <a:gd name="T2" fmla="*/ 11 w 51"/>
                <a:gd name="T3" fmla="*/ 10 h 70"/>
                <a:gd name="T4" fmla="*/ 11 w 51"/>
                <a:gd name="T5" fmla="*/ 32 h 70"/>
                <a:gd name="T6" fmla="*/ 26 w 51"/>
                <a:gd name="T7" fmla="*/ 32 h 70"/>
                <a:gd name="T8" fmla="*/ 38 w 51"/>
                <a:gd name="T9" fmla="*/ 21 h 70"/>
                <a:gd name="T10" fmla="*/ 26 w 51"/>
                <a:gd name="T11" fmla="*/ 10 h 70"/>
                <a:gd name="T12" fmla="*/ 39 w 51"/>
                <a:gd name="T13" fmla="*/ 70 h 70"/>
                <a:gd name="T14" fmla="*/ 24 w 51"/>
                <a:gd name="T15" fmla="*/ 41 h 70"/>
                <a:gd name="T16" fmla="*/ 11 w 51"/>
                <a:gd name="T17" fmla="*/ 41 h 70"/>
                <a:gd name="T18" fmla="*/ 11 w 51"/>
                <a:gd name="T19" fmla="*/ 70 h 70"/>
                <a:gd name="T20" fmla="*/ 0 w 51"/>
                <a:gd name="T21" fmla="*/ 70 h 70"/>
                <a:gd name="T22" fmla="*/ 0 w 51"/>
                <a:gd name="T23" fmla="*/ 0 h 70"/>
                <a:gd name="T24" fmla="*/ 27 w 51"/>
                <a:gd name="T25" fmla="*/ 0 h 70"/>
                <a:gd name="T26" fmla="*/ 49 w 51"/>
                <a:gd name="T27" fmla="*/ 21 h 70"/>
                <a:gd name="T28" fmla="*/ 35 w 51"/>
                <a:gd name="T29" fmla="*/ 39 h 70"/>
                <a:gd name="T30" fmla="*/ 51 w 51"/>
                <a:gd name="T31" fmla="*/ 70 h 70"/>
                <a:gd name="T32" fmla="*/ 39 w 51"/>
                <a:gd name="T3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70">
                  <a:moveTo>
                    <a:pt x="26" y="10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3" y="32"/>
                    <a:pt x="38" y="28"/>
                    <a:pt x="38" y="21"/>
                  </a:cubicBezTo>
                  <a:cubicBezTo>
                    <a:pt x="38" y="14"/>
                    <a:pt x="33" y="10"/>
                    <a:pt x="26" y="10"/>
                  </a:cubicBezTo>
                  <a:moveTo>
                    <a:pt x="39" y="70"/>
                  </a:moveTo>
                  <a:cubicBezTo>
                    <a:pt x="24" y="41"/>
                    <a:pt x="24" y="41"/>
                    <a:pt x="24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0" y="0"/>
                    <a:pt x="49" y="9"/>
                    <a:pt x="49" y="21"/>
                  </a:cubicBezTo>
                  <a:cubicBezTo>
                    <a:pt x="49" y="31"/>
                    <a:pt x="43" y="37"/>
                    <a:pt x="35" y="39"/>
                  </a:cubicBezTo>
                  <a:cubicBezTo>
                    <a:pt x="51" y="70"/>
                    <a:pt x="51" y="70"/>
                    <a:pt x="51" y="70"/>
                  </a:cubicBezTo>
                  <a:lnTo>
                    <a:pt x="39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5" name="Rectangle 135"/>
            <p:cNvSpPr>
              <a:spLocks noChangeArrowheads="1"/>
            </p:cNvSpPr>
            <p:nvPr/>
          </p:nvSpPr>
          <p:spPr bwMode="auto">
            <a:xfrm>
              <a:off x="5439" y="185"/>
              <a:ext cx="10" cy="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6" name="Freeform 136"/>
            <p:cNvSpPr/>
            <p:nvPr/>
          </p:nvSpPr>
          <p:spPr bwMode="auto">
            <a:xfrm>
              <a:off x="5465" y="185"/>
              <a:ext cx="48" cy="64"/>
            </a:xfrm>
            <a:custGeom>
              <a:avLst/>
              <a:gdLst>
                <a:gd name="T0" fmla="*/ 39 w 48"/>
                <a:gd name="T1" fmla="*/ 64 h 64"/>
                <a:gd name="T2" fmla="*/ 10 w 48"/>
                <a:gd name="T3" fmla="*/ 19 h 64"/>
                <a:gd name="T4" fmla="*/ 10 w 48"/>
                <a:gd name="T5" fmla="*/ 64 h 64"/>
                <a:gd name="T6" fmla="*/ 0 w 48"/>
                <a:gd name="T7" fmla="*/ 64 h 64"/>
                <a:gd name="T8" fmla="*/ 0 w 48"/>
                <a:gd name="T9" fmla="*/ 0 h 64"/>
                <a:gd name="T10" fmla="*/ 9 w 48"/>
                <a:gd name="T11" fmla="*/ 0 h 64"/>
                <a:gd name="T12" fmla="*/ 39 w 48"/>
                <a:gd name="T13" fmla="*/ 46 h 64"/>
                <a:gd name="T14" fmla="*/ 39 w 48"/>
                <a:gd name="T15" fmla="*/ 0 h 64"/>
                <a:gd name="T16" fmla="*/ 48 w 48"/>
                <a:gd name="T17" fmla="*/ 0 h 64"/>
                <a:gd name="T18" fmla="*/ 48 w 48"/>
                <a:gd name="T19" fmla="*/ 64 h 64"/>
                <a:gd name="T20" fmla="*/ 39 w 48"/>
                <a:gd name="T2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64">
                  <a:moveTo>
                    <a:pt x="39" y="64"/>
                  </a:moveTo>
                  <a:lnTo>
                    <a:pt x="10" y="19"/>
                  </a:lnTo>
                  <a:lnTo>
                    <a:pt x="10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9" y="0"/>
                  </a:lnTo>
                  <a:lnTo>
                    <a:pt x="39" y="46"/>
                  </a:lnTo>
                  <a:lnTo>
                    <a:pt x="39" y="0"/>
                  </a:lnTo>
                  <a:lnTo>
                    <a:pt x="48" y="0"/>
                  </a:lnTo>
                  <a:lnTo>
                    <a:pt x="48" y="64"/>
                  </a:lnTo>
                  <a:lnTo>
                    <a:pt x="3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7" name="Freeform 137"/>
            <p:cNvSpPr/>
            <p:nvPr/>
          </p:nvSpPr>
          <p:spPr bwMode="auto">
            <a:xfrm>
              <a:off x="5527" y="185"/>
              <a:ext cx="46" cy="65"/>
            </a:xfrm>
            <a:custGeom>
              <a:avLst/>
              <a:gdLst>
                <a:gd name="T0" fmla="*/ 45 w 51"/>
                <a:gd name="T1" fmla="*/ 63 h 71"/>
                <a:gd name="T2" fmla="*/ 25 w 51"/>
                <a:gd name="T3" fmla="*/ 71 h 71"/>
                <a:gd name="T4" fmla="*/ 7 w 51"/>
                <a:gd name="T5" fmla="*/ 64 h 71"/>
                <a:gd name="T6" fmla="*/ 0 w 51"/>
                <a:gd name="T7" fmla="*/ 35 h 71"/>
                <a:gd name="T8" fmla="*/ 7 w 51"/>
                <a:gd name="T9" fmla="*/ 7 h 71"/>
                <a:gd name="T10" fmla="*/ 25 w 51"/>
                <a:gd name="T11" fmla="*/ 0 h 71"/>
                <a:gd name="T12" fmla="*/ 51 w 51"/>
                <a:gd name="T13" fmla="*/ 21 h 71"/>
                <a:gd name="T14" fmla="*/ 40 w 51"/>
                <a:gd name="T15" fmla="*/ 21 h 71"/>
                <a:gd name="T16" fmla="*/ 25 w 51"/>
                <a:gd name="T17" fmla="*/ 9 h 71"/>
                <a:gd name="T18" fmla="*/ 15 w 51"/>
                <a:gd name="T19" fmla="*/ 14 h 71"/>
                <a:gd name="T20" fmla="*/ 11 w 51"/>
                <a:gd name="T21" fmla="*/ 35 h 71"/>
                <a:gd name="T22" fmla="*/ 15 w 51"/>
                <a:gd name="T23" fmla="*/ 57 h 71"/>
                <a:gd name="T24" fmla="*/ 25 w 51"/>
                <a:gd name="T25" fmla="*/ 61 h 71"/>
                <a:gd name="T26" fmla="*/ 37 w 51"/>
                <a:gd name="T27" fmla="*/ 57 h 71"/>
                <a:gd name="T28" fmla="*/ 40 w 51"/>
                <a:gd name="T29" fmla="*/ 45 h 71"/>
                <a:gd name="T30" fmla="*/ 40 w 51"/>
                <a:gd name="T31" fmla="*/ 42 h 71"/>
                <a:gd name="T32" fmla="*/ 25 w 51"/>
                <a:gd name="T33" fmla="*/ 42 h 71"/>
                <a:gd name="T34" fmla="*/ 25 w 51"/>
                <a:gd name="T35" fmla="*/ 32 h 71"/>
                <a:gd name="T36" fmla="*/ 51 w 51"/>
                <a:gd name="T37" fmla="*/ 32 h 71"/>
                <a:gd name="T38" fmla="*/ 51 w 51"/>
                <a:gd name="T39" fmla="*/ 43 h 71"/>
                <a:gd name="T40" fmla="*/ 45 w 51"/>
                <a:gd name="T41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71">
                  <a:moveTo>
                    <a:pt x="45" y="63"/>
                  </a:moveTo>
                  <a:cubicBezTo>
                    <a:pt x="39" y="69"/>
                    <a:pt x="33" y="71"/>
                    <a:pt x="25" y="71"/>
                  </a:cubicBezTo>
                  <a:cubicBezTo>
                    <a:pt x="18" y="71"/>
                    <a:pt x="12" y="68"/>
                    <a:pt x="7" y="64"/>
                  </a:cubicBezTo>
                  <a:cubicBezTo>
                    <a:pt x="0" y="57"/>
                    <a:pt x="0" y="49"/>
                    <a:pt x="0" y="35"/>
                  </a:cubicBezTo>
                  <a:cubicBezTo>
                    <a:pt x="0" y="22"/>
                    <a:pt x="0" y="14"/>
                    <a:pt x="7" y="7"/>
                  </a:cubicBezTo>
                  <a:cubicBezTo>
                    <a:pt x="12" y="2"/>
                    <a:pt x="18" y="0"/>
                    <a:pt x="25" y="0"/>
                  </a:cubicBezTo>
                  <a:cubicBezTo>
                    <a:pt x="40" y="0"/>
                    <a:pt x="49" y="9"/>
                    <a:pt x="5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8" y="14"/>
                    <a:pt x="33" y="9"/>
                    <a:pt x="25" y="9"/>
                  </a:cubicBezTo>
                  <a:cubicBezTo>
                    <a:pt x="21" y="9"/>
                    <a:pt x="17" y="11"/>
                    <a:pt x="15" y="14"/>
                  </a:cubicBezTo>
                  <a:cubicBezTo>
                    <a:pt x="11" y="17"/>
                    <a:pt x="11" y="21"/>
                    <a:pt x="11" y="35"/>
                  </a:cubicBezTo>
                  <a:cubicBezTo>
                    <a:pt x="11" y="49"/>
                    <a:pt x="11" y="53"/>
                    <a:pt x="15" y="57"/>
                  </a:cubicBezTo>
                  <a:cubicBezTo>
                    <a:pt x="17" y="60"/>
                    <a:pt x="21" y="61"/>
                    <a:pt x="25" y="61"/>
                  </a:cubicBezTo>
                  <a:cubicBezTo>
                    <a:pt x="30" y="61"/>
                    <a:pt x="34" y="60"/>
                    <a:pt x="37" y="57"/>
                  </a:cubicBezTo>
                  <a:cubicBezTo>
                    <a:pt x="39" y="54"/>
                    <a:pt x="40" y="50"/>
                    <a:pt x="40" y="45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52"/>
                    <a:pt x="49" y="58"/>
                    <a:pt x="45" y="6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8" name="Freeform 138"/>
            <p:cNvSpPr/>
            <p:nvPr/>
          </p:nvSpPr>
          <p:spPr bwMode="auto">
            <a:xfrm>
              <a:off x="5156" y="291"/>
              <a:ext cx="115" cy="97"/>
            </a:xfrm>
            <a:custGeom>
              <a:avLst/>
              <a:gdLst>
                <a:gd name="T0" fmla="*/ 7 w 115"/>
                <a:gd name="T1" fmla="*/ 12 h 97"/>
                <a:gd name="T2" fmla="*/ 7 w 115"/>
                <a:gd name="T3" fmla="*/ 0 h 97"/>
                <a:gd name="T4" fmla="*/ 107 w 115"/>
                <a:gd name="T5" fmla="*/ 0 h 97"/>
                <a:gd name="T6" fmla="*/ 107 w 115"/>
                <a:gd name="T7" fmla="*/ 12 h 97"/>
                <a:gd name="T8" fmla="*/ 64 w 115"/>
                <a:gd name="T9" fmla="*/ 12 h 97"/>
                <a:gd name="T10" fmla="*/ 64 w 115"/>
                <a:gd name="T11" fmla="*/ 86 h 97"/>
                <a:gd name="T12" fmla="*/ 115 w 115"/>
                <a:gd name="T13" fmla="*/ 86 h 97"/>
                <a:gd name="T14" fmla="*/ 115 w 115"/>
                <a:gd name="T15" fmla="*/ 97 h 97"/>
                <a:gd name="T16" fmla="*/ 0 w 115"/>
                <a:gd name="T17" fmla="*/ 97 h 97"/>
                <a:gd name="T18" fmla="*/ 0 w 115"/>
                <a:gd name="T19" fmla="*/ 86 h 97"/>
                <a:gd name="T20" fmla="*/ 50 w 115"/>
                <a:gd name="T21" fmla="*/ 86 h 97"/>
                <a:gd name="T22" fmla="*/ 50 w 115"/>
                <a:gd name="T23" fmla="*/ 12 h 97"/>
                <a:gd name="T24" fmla="*/ 7 w 115"/>
                <a:gd name="T25" fmla="*/ 1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5" h="97">
                  <a:moveTo>
                    <a:pt x="7" y="12"/>
                  </a:moveTo>
                  <a:lnTo>
                    <a:pt x="7" y="0"/>
                  </a:lnTo>
                  <a:lnTo>
                    <a:pt x="107" y="0"/>
                  </a:lnTo>
                  <a:lnTo>
                    <a:pt x="107" y="12"/>
                  </a:lnTo>
                  <a:lnTo>
                    <a:pt x="64" y="12"/>
                  </a:lnTo>
                  <a:lnTo>
                    <a:pt x="64" y="86"/>
                  </a:lnTo>
                  <a:lnTo>
                    <a:pt x="115" y="86"/>
                  </a:lnTo>
                  <a:lnTo>
                    <a:pt x="115" y="97"/>
                  </a:lnTo>
                  <a:lnTo>
                    <a:pt x="0" y="97"/>
                  </a:lnTo>
                  <a:lnTo>
                    <a:pt x="0" y="86"/>
                  </a:lnTo>
                  <a:lnTo>
                    <a:pt x="50" y="86"/>
                  </a:lnTo>
                  <a:lnTo>
                    <a:pt x="50" y="12"/>
                  </a:lnTo>
                  <a:lnTo>
                    <a:pt x="7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9" name="Freeform 139"/>
            <p:cNvSpPr>
              <a:spLocks noEditPoints="1"/>
            </p:cNvSpPr>
            <p:nvPr/>
          </p:nvSpPr>
          <p:spPr bwMode="auto">
            <a:xfrm>
              <a:off x="5309" y="280"/>
              <a:ext cx="116" cy="116"/>
            </a:xfrm>
            <a:custGeom>
              <a:avLst/>
              <a:gdLst>
                <a:gd name="T0" fmla="*/ 60 w 128"/>
                <a:gd name="T1" fmla="*/ 23 h 128"/>
                <a:gd name="T2" fmla="*/ 57 w 128"/>
                <a:gd name="T3" fmla="*/ 18 h 128"/>
                <a:gd name="T4" fmla="*/ 48 w 128"/>
                <a:gd name="T5" fmla="*/ 3 h 128"/>
                <a:gd name="T6" fmla="*/ 63 w 128"/>
                <a:gd name="T7" fmla="*/ 0 h 128"/>
                <a:gd name="T8" fmla="*/ 76 w 128"/>
                <a:gd name="T9" fmla="*/ 20 h 128"/>
                <a:gd name="T10" fmla="*/ 60 w 128"/>
                <a:gd name="T11" fmla="*/ 23 h 128"/>
                <a:gd name="T12" fmla="*/ 25 w 128"/>
                <a:gd name="T13" fmla="*/ 26 h 128"/>
                <a:gd name="T14" fmla="*/ 19 w 128"/>
                <a:gd name="T15" fmla="*/ 16 h 128"/>
                <a:gd name="T16" fmla="*/ 12 w 128"/>
                <a:gd name="T17" fmla="*/ 6 h 128"/>
                <a:gd name="T18" fmla="*/ 26 w 128"/>
                <a:gd name="T19" fmla="*/ 2 h 128"/>
                <a:gd name="T20" fmla="*/ 40 w 128"/>
                <a:gd name="T21" fmla="*/ 21 h 128"/>
                <a:gd name="T22" fmla="*/ 25 w 128"/>
                <a:gd name="T23" fmla="*/ 26 h 128"/>
                <a:gd name="T24" fmla="*/ 4 w 128"/>
                <a:gd name="T25" fmla="*/ 57 h 128"/>
                <a:gd name="T26" fmla="*/ 4 w 128"/>
                <a:gd name="T27" fmla="*/ 27 h 128"/>
                <a:gd name="T28" fmla="*/ 84 w 128"/>
                <a:gd name="T29" fmla="*/ 27 h 128"/>
                <a:gd name="T30" fmla="*/ 82 w 128"/>
                <a:gd name="T31" fmla="*/ 26 h 128"/>
                <a:gd name="T32" fmla="*/ 99 w 128"/>
                <a:gd name="T33" fmla="*/ 1 h 128"/>
                <a:gd name="T34" fmla="*/ 115 w 128"/>
                <a:gd name="T35" fmla="*/ 6 h 128"/>
                <a:gd name="T36" fmla="*/ 109 w 128"/>
                <a:gd name="T37" fmla="*/ 14 h 128"/>
                <a:gd name="T38" fmla="*/ 99 w 128"/>
                <a:gd name="T39" fmla="*/ 27 h 128"/>
                <a:gd name="T40" fmla="*/ 124 w 128"/>
                <a:gd name="T41" fmla="*/ 27 h 128"/>
                <a:gd name="T42" fmla="*/ 124 w 128"/>
                <a:gd name="T43" fmla="*/ 57 h 128"/>
                <a:gd name="T44" fmla="*/ 110 w 128"/>
                <a:gd name="T45" fmla="*/ 57 h 128"/>
                <a:gd name="T46" fmla="*/ 110 w 128"/>
                <a:gd name="T47" fmla="*/ 40 h 128"/>
                <a:gd name="T48" fmla="*/ 18 w 128"/>
                <a:gd name="T49" fmla="*/ 40 h 128"/>
                <a:gd name="T50" fmla="*/ 18 w 128"/>
                <a:gd name="T51" fmla="*/ 57 h 128"/>
                <a:gd name="T52" fmla="*/ 4 w 128"/>
                <a:gd name="T53" fmla="*/ 57 h 128"/>
                <a:gd name="T54" fmla="*/ 0 w 128"/>
                <a:gd name="T55" fmla="*/ 95 h 128"/>
                <a:gd name="T56" fmla="*/ 0 w 128"/>
                <a:gd name="T57" fmla="*/ 82 h 128"/>
                <a:gd name="T58" fmla="*/ 60 w 128"/>
                <a:gd name="T59" fmla="*/ 82 h 128"/>
                <a:gd name="T60" fmla="*/ 60 w 128"/>
                <a:gd name="T61" fmla="*/ 78 h 128"/>
                <a:gd name="T62" fmla="*/ 82 w 128"/>
                <a:gd name="T63" fmla="*/ 65 h 128"/>
                <a:gd name="T64" fmla="*/ 23 w 128"/>
                <a:gd name="T65" fmla="*/ 65 h 128"/>
                <a:gd name="T66" fmla="*/ 23 w 128"/>
                <a:gd name="T67" fmla="*/ 52 h 128"/>
                <a:gd name="T68" fmla="*/ 103 w 128"/>
                <a:gd name="T69" fmla="*/ 52 h 128"/>
                <a:gd name="T70" fmla="*/ 103 w 128"/>
                <a:gd name="T71" fmla="*/ 65 h 128"/>
                <a:gd name="T72" fmla="*/ 76 w 128"/>
                <a:gd name="T73" fmla="*/ 82 h 128"/>
                <a:gd name="T74" fmla="*/ 128 w 128"/>
                <a:gd name="T75" fmla="*/ 82 h 128"/>
                <a:gd name="T76" fmla="*/ 128 w 128"/>
                <a:gd name="T77" fmla="*/ 95 h 128"/>
                <a:gd name="T78" fmla="*/ 75 w 128"/>
                <a:gd name="T79" fmla="*/ 95 h 128"/>
                <a:gd name="T80" fmla="*/ 75 w 128"/>
                <a:gd name="T81" fmla="*/ 111 h 128"/>
                <a:gd name="T82" fmla="*/ 57 w 128"/>
                <a:gd name="T83" fmla="*/ 128 h 128"/>
                <a:gd name="T84" fmla="*/ 36 w 128"/>
                <a:gd name="T85" fmla="*/ 128 h 128"/>
                <a:gd name="T86" fmla="*/ 33 w 128"/>
                <a:gd name="T87" fmla="*/ 114 h 128"/>
                <a:gd name="T88" fmla="*/ 41 w 128"/>
                <a:gd name="T89" fmla="*/ 114 h 128"/>
                <a:gd name="T90" fmla="*/ 50 w 128"/>
                <a:gd name="T91" fmla="*/ 115 h 128"/>
                <a:gd name="T92" fmla="*/ 60 w 128"/>
                <a:gd name="T93" fmla="*/ 106 h 128"/>
                <a:gd name="T94" fmla="*/ 60 w 128"/>
                <a:gd name="T95" fmla="*/ 95 h 128"/>
                <a:gd name="T96" fmla="*/ 0 w 128"/>
                <a:gd name="T97" fmla="*/ 9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60" y="23"/>
                  </a:moveTo>
                  <a:cubicBezTo>
                    <a:pt x="59" y="22"/>
                    <a:pt x="58" y="20"/>
                    <a:pt x="57" y="18"/>
                  </a:cubicBezTo>
                  <a:cubicBezTo>
                    <a:pt x="55" y="15"/>
                    <a:pt x="52" y="10"/>
                    <a:pt x="48" y="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7"/>
                    <a:pt x="71" y="13"/>
                    <a:pt x="76" y="20"/>
                  </a:cubicBezTo>
                  <a:lnTo>
                    <a:pt x="60" y="23"/>
                  </a:lnTo>
                  <a:close/>
                  <a:moveTo>
                    <a:pt x="25" y="26"/>
                  </a:moveTo>
                  <a:cubicBezTo>
                    <a:pt x="24" y="24"/>
                    <a:pt x="21" y="21"/>
                    <a:pt x="19" y="16"/>
                  </a:cubicBezTo>
                  <a:cubicBezTo>
                    <a:pt x="15" y="12"/>
                    <a:pt x="13" y="8"/>
                    <a:pt x="12" y="6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31" y="8"/>
                    <a:pt x="36" y="15"/>
                    <a:pt x="40" y="21"/>
                  </a:cubicBezTo>
                  <a:lnTo>
                    <a:pt x="25" y="26"/>
                  </a:lnTo>
                  <a:close/>
                  <a:moveTo>
                    <a:pt x="4" y="5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84" y="27"/>
                    <a:pt x="84" y="27"/>
                    <a:pt x="84" y="27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9" y="16"/>
                    <a:pt x="95" y="8"/>
                    <a:pt x="99" y="1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3" y="8"/>
                    <a:pt x="111" y="11"/>
                    <a:pt x="109" y="14"/>
                  </a:cubicBezTo>
                  <a:cubicBezTo>
                    <a:pt x="105" y="20"/>
                    <a:pt x="101" y="24"/>
                    <a:pt x="99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4" y="57"/>
                    <a:pt x="124" y="57"/>
                    <a:pt x="124" y="57"/>
                  </a:cubicBezTo>
                  <a:cubicBezTo>
                    <a:pt x="110" y="57"/>
                    <a:pt x="110" y="57"/>
                    <a:pt x="110" y="57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8" y="57"/>
                    <a:pt x="18" y="57"/>
                    <a:pt x="18" y="57"/>
                  </a:cubicBezTo>
                  <a:lnTo>
                    <a:pt x="4" y="57"/>
                  </a:lnTo>
                  <a:close/>
                  <a:moveTo>
                    <a:pt x="0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3" y="65"/>
                    <a:pt x="103" y="65"/>
                    <a:pt x="103" y="65"/>
                  </a:cubicBezTo>
                  <a:cubicBezTo>
                    <a:pt x="76" y="82"/>
                    <a:pt x="76" y="82"/>
                    <a:pt x="76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75" y="95"/>
                    <a:pt x="75" y="95"/>
                    <a:pt x="75" y="95"/>
                  </a:cubicBezTo>
                  <a:cubicBezTo>
                    <a:pt x="75" y="111"/>
                    <a:pt x="75" y="111"/>
                    <a:pt x="75" y="111"/>
                  </a:cubicBezTo>
                  <a:cubicBezTo>
                    <a:pt x="75" y="122"/>
                    <a:pt x="69" y="128"/>
                    <a:pt x="57" y="128"/>
                  </a:cubicBezTo>
                  <a:cubicBezTo>
                    <a:pt x="36" y="128"/>
                    <a:pt x="36" y="128"/>
                    <a:pt x="36" y="128"/>
                  </a:cubicBezTo>
                  <a:cubicBezTo>
                    <a:pt x="35" y="123"/>
                    <a:pt x="34" y="119"/>
                    <a:pt x="33" y="114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45" y="115"/>
                    <a:pt x="48" y="115"/>
                    <a:pt x="50" y="115"/>
                  </a:cubicBezTo>
                  <a:cubicBezTo>
                    <a:pt x="57" y="115"/>
                    <a:pt x="61" y="113"/>
                    <a:pt x="60" y="106"/>
                  </a:cubicBezTo>
                  <a:cubicBezTo>
                    <a:pt x="60" y="95"/>
                    <a:pt x="60" y="95"/>
                    <a:pt x="60" y="95"/>
                  </a:cubicBezTo>
                  <a:lnTo>
                    <a:pt x="0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80" name="Freeform 140"/>
            <p:cNvSpPr>
              <a:spLocks noEditPoints="1"/>
            </p:cNvSpPr>
            <p:nvPr/>
          </p:nvSpPr>
          <p:spPr bwMode="auto">
            <a:xfrm>
              <a:off x="5466" y="280"/>
              <a:ext cx="114" cy="118"/>
            </a:xfrm>
            <a:custGeom>
              <a:avLst/>
              <a:gdLst>
                <a:gd name="T0" fmla="*/ 51 w 126"/>
                <a:gd name="T1" fmla="*/ 42 h 130"/>
                <a:gd name="T2" fmla="*/ 114 w 126"/>
                <a:gd name="T3" fmla="*/ 42 h 130"/>
                <a:gd name="T4" fmla="*/ 114 w 126"/>
                <a:gd name="T5" fmla="*/ 54 h 130"/>
                <a:gd name="T6" fmla="*/ 51 w 126"/>
                <a:gd name="T7" fmla="*/ 54 h 130"/>
                <a:gd name="T8" fmla="*/ 51 w 126"/>
                <a:gd name="T9" fmla="*/ 42 h 130"/>
                <a:gd name="T10" fmla="*/ 44 w 126"/>
                <a:gd name="T11" fmla="*/ 40 h 130"/>
                <a:gd name="T12" fmla="*/ 44 w 126"/>
                <a:gd name="T13" fmla="*/ 15 h 130"/>
                <a:gd name="T14" fmla="*/ 76 w 126"/>
                <a:gd name="T15" fmla="*/ 15 h 130"/>
                <a:gd name="T16" fmla="*/ 71 w 126"/>
                <a:gd name="T17" fmla="*/ 2 h 130"/>
                <a:gd name="T18" fmla="*/ 87 w 126"/>
                <a:gd name="T19" fmla="*/ 0 h 130"/>
                <a:gd name="T20" fmla="*/ 89 w 126"/>
                <a:gd name="T21" fmla="*/ 6 h 130"/>
                <a:gd name="T22" fmla="*/ 92 w 126"/>
                <a:gd name="T23" fmla="*/ 15 h 130"/>
                <a:gd name="T24" fmla="*/ 121 w 126"/>
                <a:gd name="T25" fmla="*/ 15 h 130"/>
                <a:gd name="T26" fmla="*/ 121 w 126"/>
                <a:gd name="T27" fmla="*/ 40 h 130"/>
                <a:gd name="T28" fmla="*/ 109 w 126"/>
                <a:gd name="T29" fmla="*/ 40 h 130"/>
                <a:gd name="T30" fmla="*/ 109 w 126"/>
                <a:gd name="T31" fmla="*/ 28 h 130"/>
                <a:gd name="T32" fmla="*/ 56 w 126"/>
                <a:gd name="T33" fmla="*/ 28 h 130"/>
                <a:gd name="T34" fmla="*/ 56 w 126"/>
                <a:gd name="T35" fmla="*/ 40 h 130"/>
                <a:gd name="T36" fmla="*/ 44 w 126"/>
                <a:gd name="T37" fmla="*/ 40 h 130"/>
                <a:gd name="T38" fmla="*/ 43 w 126"/>
                <a:gd name="T39" fmla="*/ 80 h 130"/>
                <a:gd name="T40" fmla="*/ 43 w 126"/>
                <a:gd name="T41" fmla="*/ 68 h 130"/>
                <a:gd name="T42" fmla="*/ 123 w 126"/>
                <a:gd name="T43" fmla="*/ 68 h 130"/>
                <a:gd name="T44" fmla="*/ 123 w 126"/>
                <a:gd name="T45" fmla="*/ 80 h 130"/>
                <a:gd name="T46" fmla="*/ 98 w 126"/>
                <a:gd name="T47" fmla="*/ 80 h 130"/>
                <a:gd name="T48" fmla="*/ 98 w 126"/>
                <a:gd name="T49" fmla="*/ 109 h 130"/>
                <a:gd name="T50" fmla="*/ 103 w 126"/>
                <a:gd name="T51" fmla="*/ 114 h 130"/>
                <a:gd name="T52" fmla="*/ 107 w 126"/>
                <a:gd name="T53" fmla="*/ 114 h 130"/>
                <a:gd name="T54" fmla="*/ 113 w 126"/>
                <a:gd name="T55" fmla="*/ 109 h 130"/>
                <a:gd name="T56" fmla="*/ 114 w 126"/>
                <a:gd name="T57" fmla="*/ 93 h 130"/>
                <a:gd name="T58" fmla="*/ 126 w 126"/>
                <a:gd name="T59" fmla="*/ 97 h 130"/>
                <a:gd name="T60" fmla="*/ 124 w 126"/>
                <a:gd name="T61" fmla="*/ 110 h 130"/>
                <a:gd name="T62" fmla="*/ 124 w 126"/>
                <a:gd name="T63" fmla="*/ 114 h 130"/>
                <a:gd name="T64" fmla="*/ 107 w 126"/>
                <a:gd name="T65" fmla="*/ 126 h 130"/>
                <a:gd name="T66" fmla="*/ 101 w 126"/>
                <a:gd name="T67" fmla="*/ 126 h 130"/>
                <a:gd name="T68" fmla="*/ 85 w 126"/>
                <a:gd name="T69" fmla="*/ 112 h 130"/>
                <a:gd name="T70" fmla="*/ 85 w 126"/>
                <a:gd name="T71" fmla="*/ 80 h 130"/>
                <a:gd name="T72" fmla="*/ 73 w 126"/>
                <a:gd name="T73" fmla="*/ 80 h 130"/>
                <a:gd name="T74" fmla="*/ 73 w 126"/>
                <a:gd name="T75" fmla="*/ 86 h 130"/>
                <a:gd name="T76" fmla="*/ 42 w 126"/>
                <a:gd name="T77" fmla="*/ 130 h 130"/>
                <a:gd name="T78" fmla="*/ 38 w 126"/>
                <a:gd name="T79" fmla="*/ 124 h 130"/>
                <a:gd name="T80" fmla="*/ 33 w 126"/>
                <a:gd name="T81" fmla="*/ 119 h 130"/>
                <a:gd name="T82" fmla="*/ 59 w 126"/>
                <a:gd name="T83" fmla="*/ 86 h 130"/>
                <a:gd name="T84" fmla="*/ 60 w 126"/>
                <a:gd name="T85" fmla="*/ 80 h 130"/>
                <a:gd name="T86" fmla="*/ 43 w 126"/>
                <a:gd name="T87" fmla="*/ 80 h 130"/>
                <a:gd name="T88" fmla="*/ 0 w 126"/>
                <a:gd name="T89" fmla="*/ 129 h 130"/>
                <a:gd name="T90" fmla="*/ 0 w 126"/>
                <a:gd name="T91" fmla="*/ 7 h 130"/>
                <a:gd name="T92" fmla="*/ 40 w 126"/>
                <a:gd name="T93" fmla="*/ 7 h 130"/>
                <a:gd name="T94" fmla="*/ 40 w 126"/>
                <a:gd name="T95" fmla="*/ 20 h 130"/>
                <a:gd name="T96" fmla="*/ 29 w 126"/>
                <a:gd name="T97" fmla="*/ 56 h 130"/>
                <a:gd name="T98" fmla="*/ 40 w 126"/>
                <a:gd name="T99" fmla="*/ 87 h 130"/>
                <a:gd name="T100" fmla="*/ 26 w 126"/>
                <a:gd name="T101" fmla="*/ 110 h 130"/>
                <a:gd name="T102" fmla="*/ 22 w 126"/>
                <a:gd name="T103" fmla="*/ 110 h 130"/>
                <a:gd name="T104" fmla="*/ 17 w 126"/>
                <a:gd name="T105" fmla="*/ 110 h 130"/>
                <a:gd name="T106" fmla="*/ 12 w 126"/>
                <a:gd name="T107" fmla="*/ 96 h 130"/>
                <a:gd name="T108" fmla="*/ 20 w 126"/>
                <a:gd name="T109" fmla="*/ 96 h 130"/>
                <a:gd name="T110" fmla="*/ 28 w 126"/>
                <a:gd name="T111" fmla="*/ 85 h 130"/>
                <a:gd name="T112" fmla="*/ 17 w 126"/>
                <a:gd name="T113" fmla="*/ 57 h 130"/>
                <a:gd name="T114" fmla="*/ 27 w 126"/>
                <a:gd name="T115" fmla="*/ 20 h 130"/>
                <a:gd name="T116" fmla="*/ 12 w 126"/>
                <a:gd name="T117" fmla="*/ 20 h 130"/>
                <a:gd name="T118" fmla="*/ 12 w 126"/>
                <a:gd name="T119" fmla="*/ 129 h 130"/>
                <a:gd name="T120" fmla="*/ 0 w 126"/>
                <a:gd name="T121" fmla="*/ 129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0">
                  <a:moveTo>
                    <a:pt x="51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4" y="54"/>
                    <a:pt x="114" y="54"/>
                    <a:pt x="114" y="54"/>
                  </a:cubicBezTo>
                  <a:cubicBezTo>
                    <a:pt x="51" y="54"/>
                    <a:pt x="51" y="54"/>
                    <a:pt x="51" y="54"/>
                  </a:cubicBezTo>
                  <a:lnTo>
                    <a:pt x="51" y="42"/>
                  </a:lnTo>
                  <a:close/>
                  <a:moveTo>
                    <a:pt x="44" y="40"/>
                  </a:moveTo>
                  <a:cubicBezTo>
                    <a:pt x="44" y="15"/>
                    <a:pt x="44" y="15"/>
                    <a:pt x="44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4" y="10"/>
                    <a:pt x="73" y="6"/>
                    <a:pt x="71" y="2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1"/>
                    <a:pt x="88" y="3"/>
                    <a:pt x="89" y="6"/>
                  </a:cubicBezTo>
                  <a:cubicBezTo>
                    <a:pt x="90" y="10"/>
                    <a:pt x="91" y="13"/>
                    <a:pt x="92" y="15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44" y="40"/>
                  </a:lnTo>
                  <a:close/>
                  <a:moveTo>
                    <a:pt x="43" y="80"/>
                  </a:moveTo>
                  <a:cubicBezTo>
                    <a:pt x="43" y="68"/>
                    <a:pt x="43" y="68"/>
                    <a:pt x="43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80"/>
                    <a:pt x="123" y="80"/>
                    <a:pt x="123" y="80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109"/>
                    <a:pt x="98" y="109"/>
                    <a:pt x="98" y="109"/>
                  </a:cubicBezTo>
                  <a:cubicBezTo>
                    <a:pt x="98" y="112"/>
                    <a:pt x="100" y="114"/>
                    <a:pt x="103" y="114"/>
                  </a:cubicBezTo>
                  <a:cubicBezTo>
                    <a:pt x="107" y="114"/>
                    <a:pt x="107" y="114"/>
                    <a:pt x="107" y="114"/>
                  </a:cubicBezTo>
                  <a:cubicBezTo>
                    <a:pt x="111" y="114"/>
                    <a:pt x="113" y="112"/>
                    <a:pt x="113" y="109"/>
                  </a:cubicBezTo>
                  <a:cubicBezTo>
                    <a:pt x="114" y="105"/>
                    <a:pt x="114" y="99"/>
                    <a:pt x="114" y="93"/>
                  </a:cubicBezTo>
                  <a:cubicBezTo>
                    <a:pt x="118" y="95"/>
                    <a:pt x="122" y="96"/>
                    <a:pt x="126" y="97"/>
                  </a:cubicBezTo>
                  <a:cubicBezTo>
                    <a:pt x="125" y="101"/>
                    <a:pt x="125" y="105"/>
                    <a:pt x="124" y="110"/>
                  </a:cubicBezTo>
                  <a:cubicBezTo>
                    <a:pt x="124" y="112"/>
                    <a:pt x="124" y="113"/>
                    <a:pt x="124" y="114"/>
                  </a:cubicBezTo>
                  <a:cubicBezTo>
                    <a:pt x="122" y="122"/>
                    <a:pt x="117" y="126"/>
                    <a:pt x="107" y="126"/>
                  </a:cubicBezTo>
                  <a:cubicBezTo>
                    <a:pt x="101" y="126"/>
                    <a:pt x="101" y="126"/>
                    <a:pt x="101" y="126"/>
                  </a:cubicBezTo>
                  <a:cubicBezTo>
                    <a:pt x="90" y="126"/>
                    <a:pt x="85" y="122"/>
                    <a:pt x="85" y="112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73" y="86"/>
                    <a:pt x="73" y="86"/>
                    <a:pt x="73" y="86"/>
                  </a:cubicBezTo>
                  <a:cubicBezTo>
                    <a:pt x="73" y="105"/>
                    <a:pt x="62" y="119"/>
                    <a:pt x="42" y="130"/>
                  </a:cubicBezTo>
                  <a:cubicBezTo>
                    <a:pt x="41" y="129"/>
                    <a:pt x="40" y="127"/>
                    <a:pt x="38" y="124"/>
                  </a:cubicBezTo>
                  <a:cubicBezTo>
                    <a:pt x="36" y="122"/>
                    <a:pt x="34" y="120"/>
                    <a:pt x="33" y="119"/>
                  </a:cubicBezTo>
                  <a:cubicBezTo>
                    <a:pt x="50" y="112"/>
                    <a:pt x="59" y="101"/>
                    <a:pt x="59" y="86"/>
                  </a:cubicBezTo>
                  <a:cubicBezTo>
                    <a:pt x="60" y="80"/>
                    <a:pt x="60" y="80"/>
                    <a:pt x="60" y="80"/>
                  </a:cubicBezTo>
                  <a:lnTo>
                    <a:pt x="43" y="80"/>
                  </a:lnTo>
                  <a:close/>
                  <a:moveTo>
                    <a:pt x="0" y="129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7" y="66"/>
                    <a:pt x="41" y="76"/>
                    <a:pt x="40" y="87"/>
                  </a:cubicBezTo>
                  <a:cubicBezTo>
                    <a:pt x="40" y="101"/>
                    <a:pt x="36" y="109"/>
                    <a:pt x="26" y="110"/>
                  </a:cubicBezTo>
                  <a:cubicBezTo>
                    <a:pt x="22" y="110"/>
                    <a:pt x="22" y="110"/>
                    <a:pt x="22" y="110"/>
                  </a:cubicBezTo>
                  <a:cubicBezTo>
                    <a:pt x="20" y="110"/>
                    <a:pt x="18" y="110"/>
                    <a:pt x="17" y="110"/>
                  </a:cubicBezTo>
                  <a:cubicBezTo>
                    <a:pt x="16" y="106"/>
                    <a:pt x="15" y="101"/>
                    <a:pt x="12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26" y="96"/>
                    <a:pt x="28" y="93"/>
                    <a:pt x="28" y="85"/>
                  </a:cubicBezTo>
                  <a:cubicBezTo>
                    <a:pt x="28" y="77"/>
                    <a:pt x="24" y="68"/>
                    <a:pt x="17" y="5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29"/>
                    <a:pt x="12" y="129"/>
                    <a:pt x="12" y="129"/>
                  </a:cubicBezTo>
                  <a:lnTo>
                    <a:pt x="0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81" name="Rectangle 141"/>
            <p:cNvSpPr>
              <a:spLocks noChangeArrowheads="1"/>
            </p:cNvSpPr>
            <p:nvPr/>
          </p:nvSpPr>
          <p:spPr bwMode="auto">
            <a:xfrm>
              <a:off x="4926" y="85"/>
              <a:ext cx="4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82" name="Rectangle 142"/>
            <p:cNvSpPr>
              <a:spLocks noChangeArrowheads="1"/>
            </p:cNvSpPr>
            <p:nvPr/>
          </p:nvSpPr>
          <p:spPr bwMode="auto">
            <a:xfrm>
              <a:off x="5593" y="92"/>
              <a:ext cx="31" cy="15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4D5465E8-A7EA-48B8-AE82-C64864BA10D1}" type="datetime1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76588" y="6401216"/>
            <a:ext cx="768085" cy="377661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300" b="1">
                <a:solidFill>
                  <a:srgbClr val="C00000"/>
                </a:solidFill>
                <a:ea typeface="方正兰亭粗黑_GBK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2DE8EB2C-EBAF-4A3B-A328-B8AFF76B3148}" type="datetime1">
              <a:rPr lang="zh-CN" altLang="en-US" smtClean="0"/>
              <a:t>2026/7/22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76588" y="6401216"/>
            <a:ext cx="768085" cy="377661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62000" y="1412776"/>
            <a:ext cx="10668000" cy="44832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buSzPct val="70000"/>
              <a:defRPr sz="1800">
                <a:latin typeface="+mn-ea"/>
                <a:ea typeface="方正兰亭粗黑_GBK"/>
              </a:defRPr>
            </a:lvl1pPr>
            <a:lvl2pPr>
              <a:buSzPct val="80000"/>
              <a:defRPr sz="1500">
                <a:latin typeface="+mn-ea"/>
                <a:ea typeface="方正兰亭粗黑_GBK"/>
              </a:defRPr>
            </a:lvl2pPr>
            <a:lvl3pPr>
              <a:buSzPct val="80000"/>
              <a:defRPr sz="1350">
                <a:latin typeface="+mn-ea"/>
                <a:ea typeface="方正兰亭粗黑_GBK"/>
              </a:defRPr>
            </a:lvl3pPr>
            <a:lvl4pPr>
              <a:buSzPct val="80000"/>
              <a:defRPr sz="1200">
                <a:latin typeface="+mn-ea"/>
                <a:ea typeface="方正兰亭粗黑_GBK"/>
              </a:defRPr>
            </a:lvl4pPr>
            <a:lvl5pPr>
              <a:buSzPct val="80000"/>
              <a:defRPr sz="1050">
                <a:latin typeface="+mn-ea"/>
                <a:ea typeface="方正兰亭粗黑_GBK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5" y="304808"/>
            <a:ext cx="10672233" cy="6039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ea typeface="方正兰亭粗黑_GBK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76588" y="6401216"/>
            <a:ext cx="768085" cy="377661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28604"/>
            <a:ext cx="10972800" cy="998984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rgbClr val="C00000"/>
                </a:solidFill>
                <a:ea typeface="方正兰亭粗黑_GBK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44824"/>
            <a:ext cx="10972800" cy="4525963"/>
          </a:xfrm>
        </p:spPr>
        <p:txBody>
          <a:bodyPr/>
          <a:lstStyle>
            <a:lvl1pPr>
              <a:defRPr sz="1800">
                <a:solidFill>
                  <a:srgbClr val="1C1C1C"/>
                </a:solidFill>
                <a:ea typeface="方正兰亭粗黑_GBK"/>
              </a:defRPr>
            </a:lvl1pPr>
            <a:lvl2pPr>
              <a:defRPr>
                <a:solidFill>
                  <a:srgbClr val="1C1C1C"/>
                </a:solidFill>
                <a:ea typeface="方正兰亭粗黑_GBK"/>
              </a:defRPr>
            </a:lvl2pPr>
            <a:lvl3pPr>
              <a:defRPr>
                <a:solidFill>
                  <a:srgbClr val="1C1C1C"/>
                </a:solidFill>
                <a:ea typeface="方正兰亭粗黑_GBK"/>
              </a:defRPr>
            </a:lvl3pPr>
            <a:lvl4pPr>
              <a:defRPr>
                <a:solidFill>
                  <a:srgbClr val="1C1C1C"/>
                </a:solidFill>
                <a:ea typeface="方正兰亭粗黑_GBK"/>
              </a:defRPr>
            </a:lvl4pPr>
            <a:lvl5pPr>
              <a:defRPr>
                <a:solidFill>
                  <a:srgbClr val="1C1C1C"/>
                </a:solidFill>
                <a:ea typeface="方正兰亭粗黑_GBK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287125" y="114752"/>
            <a:ext cx="1004909" cy="334160"/>
          </a:xfrm>
          <a:prstGeom prst="rect">
            <a:avLst/>
          </a:prstGeom>
        </p:spPr>
        <p:txBody>
          <a:bodyPr/>
          <a:lstStyle>
            <a:lvl1pPr>
              <a:defRPr b="1"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r>
              <a:rPr lang="en-US" altLang="zh-CN"/>
              <a:t>/36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56426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45720">
            <a:solidFill>
              <a:srgbClr val="299B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90677"/>
            <a:ext cx="12192000" cy="41275"/>
          </a:xfrm>
          <a:custGeom>
            <a:avLst/>
            <a:gdLst/>
            <a:ahLst/>
            <a:cxnLst/>
            <a:rect l="l" t="t" r="r" b="b"/>
            <a:pathLst>
              <a:path w="12192000" h="41275">
                <a:moveTo>
                  <a:pt x="0" y="41148"/>
                </a:moveTo>
                <a:lnTo>
                  <a:pt x="12192000" y="41148"/>
                </a:lnTo>
                <a:lnTo>
                  <a:pt x="12192000" y="0"/>
                </a:lnTo>
                <a:lnTo>
                  <a:pt x="0" y="0"/>
                </a:lnTo>
                <a:lnTo>
                  <a:pt x="0" y="41148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0805"/>
          </a:xfrm>
          <a:custGeom>
            <a:avLst/>
            <a:gdLst/>
            <a:ahLst/>
            <a:cxnLst/>
            <a:rect l="l" t="t" r="r" b="b"/>
            <a:pathLst>
              <a:path w="12192000" h="90805">
                <a:moveTo>
                  <a:pt x="0" y="90677"/>
                </a:moveTo>
                <a:lnTo>
                  <a:pt x="12192000" y="90677"/>
                </a:lnTo>
                <a:lnTo>
                  <a:pt x="12192000" y="0"/>
                </a:lnTo>
                <a:lnTo>
                  <a:pt x="0" y="0"/>
                </a:lnTo>
                <a:lnTo>
                  <a:pt x="0" y="90677"/>
                </a:lnTo>
                <a:close/>
              </a:path>
            </a:pathLst>
          </a:custGeom>
          <a:solidFill>
            <a:srgbClr val="299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89535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D418A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1A28D-5E65-4A76-9411-E964A27987DC}" type="datetime1">
              <a:rPr lang="zh-CN" altLang="en-US" smtClean="0"/>
              <a:t>2026/7/22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94360" y="336680"/>
            <a:ext cx="10878312" cy="66814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120"/>
          <p:cNvGrpSpPr/>
          <p:nvPr userDrawn="1"/>
        </p:nvGrpSpPr>
        <p:grpSpPr>
          <a:xfrm>
            <a:off x="10177780" y="329882"/>
            <a:ext cx="1512002" cy="444892"/>
            <a:chOff x="9556201" y="498129"/>
            <a:chExt cx="1993881" cy="586680"/>
          </a:xfrm>
        </p:grpSpPr>
        <p:grpSp>
          <p:nvGrpSpPr>
            <p:cNvPr id="122" name="组合 121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chemeClr val="tx1">
                <a:alpha val="80000"/>
              </a:schemeClr>
            </a:solidFill>
          </p:grpSpPr>
          <p:sp>
            <p:nvSpPr>
              <p:cNvPr id="160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1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2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3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4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5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6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7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8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9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0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1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2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3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4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5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23" name="组合 122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chemeClr val="accent1">
                <a:alpha val="80000"/>
              </a:schemeClr>
            </a:solidFill>
          </p:grpSpPr>
          <p:sp>
            <p:nvSpPr>
              <p:cNvPr id="148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9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0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1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2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3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4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5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6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7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8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9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24" name="组合 123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chemeClr val="accent1">
                <a:alpha val="80000"/>
              </a:schemeClr>
            </a:solidFill>
          </p:grpSpPr>
          <p:sp>
            <p:nvSpPr>
              <p:cNvPr id="125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26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27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28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29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0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1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2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3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4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5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6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7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8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39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0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1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2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3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4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5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6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47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baseline="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r>
              <a:rPr lang="en-US" altLang="zh-CN" dirty="0"/>
              <a:t>X.X  </a:t>
            </a:r>
            <a:r>
              <a:rPr lang="zh-CN" altLang="en-US" dirty="0"/>
              <a:t>单击此处输入标题</a:t>
            </a:r>
          </a:p>
        </p:txBody>
      </p:sp>
      <p:grpSp>
        <p:nvGrpSpPr>
          <p:cNvPr id="177" name="组合 176"/>
          <p:cNvGrpSpPr/>
          <p:nvPr userDrawn="1"/>
        </p:nvGrpSpPr>
        <p:grpSpPr>
          <a:xfrm>
            <a:off x="528706" y="867990"/>
            <a:ext cx="2433027" cy="0"/>
            <a:chOff x="7460343" y="1311756"/>
            <a:chExt cx="2433027" cy="0"/>
          </a:xfrm>
        </p:grpSpPr>
        <p:cxnSp>
          <p:nvCxnSpPr>
            <p:cNvPr id="178" name="直接连接符 177"/>
            <p:cNvCxnSpPr/>
            <p:nvPr/>
          </p:nvCxnSpPr>
          <p:spPr>
            <a:xfrm>
              <a:off x="7460343" y="1311756"/>
              <a:ext cx="243302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7460343" y="1311756"/>
              <a:ext cx="589713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&lt; </a:t>
            </a:r>
            <a:fld id="{A548B57D-AE10-4CF7-A9DF-59FEFA91B28E}" type="slidenum">
              <a:rPr lang="zh-CN" altLang="en-US" smtClean="0"/>
              <a:t>‹#›</a:t>
            </a:fld>
            <a:r>
              <a:rPr lang="zh-CN" altLang="en-US"/>
              <a:t> </a:t>
            </a:r>
            <a:r>
              <a:rPr lang="en-US" altLang="zh-CN" dirty="0"/>
              <a:t>&gt;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36"/>
          <p:cNvSpPr/>
          <p:nvPr userDrawn="1"/>
        </p:nvSpPr>
        <p:spPr>
          <a:xfrm>
            <a:off x="1" y="2698230"/>
            <a:ext cx="12192000" cy="1735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0" name="Text Placeholder 89"/>
          <p:cNvSpPr>
            <a:spLocks noGrp="1"/>
          </p:cNvSpPr>
          <p:nvPr>
            <p:ph type="body" sz="quarter" idx="11"/>
          </p:nvPr>
        </p:nvSpPr>
        <p:spPr>
          <a:xfrm>
            <a:off x="1414190" y="2774862"/>
            <a:ext cx="9373259" cy="15763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1" name="Text Placeholder 89"/>
          <p:cNvSpPr>
            <a:spLocks noGrp="1"/>
          </p:cNvSpPr>
          <p:nvPr>
            <p:ph type="body" sz="quarter" idx="12"/>
          </p:nvPr>
        </p:nvSpPr>
        <p:spPr>
          <a:xfrm>
            <a:off x="2258120" y="4830202"/>
            <a:ext cx="7675759" cy="433776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2" name="Text Placeholder 89"/>
          <p:cNvSpPr>
            <a:spLocks noGrp="1"/>
          </p:cNvSpPr>
          <p:nvPr>
            <p:ph type="body" sz="quarter" idx="13"/>
          </p:nvPr>
        </p:nvSpPr>
        <p:spPr>
          <a:xfrm>
            <a:off x="2246717" y="5387863"/>
            <a:ext cx="7675759" cy="1012935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750" y="525145"/>
            <a:ext cx="5549265" cy="6991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-4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5" name="图形 3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597748" y="916518"/>
            <a:ext cx="11013440" cy="554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867535" y="1292225"/>
            <a:ext cx="2997835" cy="150050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2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背景介绍</a:t>
            </a:r>
          </a:p>
        </p:txBody>
      </p:sp>
      <p:sp>
        <p:nvSpPr>
          <p:cNvPr id="45" name="文本占位符 40"/>
          <p:cNvSpPr>
            <a:spLocks noGrp="1"/>
          </p:cNvSpPr>
          <p:nvPr>
            <p:ph type="body" sz="quarter" idx="10" hasCustomPrompt="1"/>
          </p:nvPr>
        </p:nvSpPr>
        <p:spPr>
          <a:xfrm>
            <a:off x="71397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6" name="文本占位符 40"/>
          <p:cNvSpPr>
            <a:spLocks noGrp="1"/>
          </p:cNvSpPr>
          <p:nvPr>
            <p:ph type="body" sz="quarter" idx="11" hasCustomPrompt="1"/>
          </p:nvPr>
        </p:nvSpPr>
        <p:spPr>
          <a:xfrm>
            <a:off x="71397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7" name="文本占位符 40"/>
          <p:cNvSpPr>
            <a:spLocks noGrp="1"/>
          </p:cNvSpPr>
          <p:nvPr>
            <p:ph type="body" sz="quarter" idx="12" hasCustomPrompt="1"/>
          </p:nvPr>
        </p:nvSpPr>
        <p:spPr>
          <a:xfrm>
            <a:off x="71397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9" name="文本占位符 40"/>
          <p:cNvSpPr>
            <a:spLocks noGrp="1"/>
          </p:cNvSpPr>
          <p:nvPr>
            <p:ph type="body" sz="quarter" idx="14" hasCustomPrompt="1"/>
          </p:nvPr>
        </p:nvSpPr>
        <p:spPr>
          <a:xfrm>
            <a:off x="7139714" y="4830414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6129066" y="1512604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</a:rPr>
              <a:t>01.</a:t>
            </a:r>
            <a:endParaRPr lang="zh-CN" altLang="en-US" sz="3200" b="1" dirty="0">
              <a:solidFill>
                <a:srgbClr val="9A0001"/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6129066" y="2596050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</a:rPr>
              <a:t>02.</a:t>
            </a:r>
            <a:endParaRPr lang="zh-CN" altLang="en-US" sz="3200" b="1" dirty="0">
              <a:solidFill>
                <a:srgbClr val="9A0001"/>
              </a:solidFill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6129066" y="3679496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</a:rPr>
              <a:t>03.</a:t>
            </a:r>
            <a:endParaRPr lang="zh-CN" altLang="en-US" sz="3200" b="1" dirty="0">
              <a:solidFill>
                <a:srgbClr val="9A0001"/>
              </a:solidFill>
            </a:endParaRPr>
          </a:p>
        </p:txBody>
      </p:sp>
      <p:sp>
        <p:nvSpPr>
          <p:cNvPr id="53" name="文本框 52"/>
          <p:cNvSpPr txBox="1"/>
          <p:nvPr userDrawn="1"/>
        </p:nvSpPr>
        <p:spPr>
          <a:xfrm>
            <a:off x="6129066" y="4762941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</a:rPr>
              <a:t>04.</a:t>
            </a:r>
            <a:endParaRPr lang="zh-CN" altLang="en-US" sz="3200" b="1" dirty="0">
              <a:solidFill>
                <a:srgbClr val="9A0001"/>
              </a:solidFill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2425132" y="3183822"/>
            <a:ext cx="1945700" cy="1941162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57" name="Freeform 8"/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8" name="Freeform 42"/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9" name="Freeform 43"/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0" name="Freeform 44"/>
            <p:cNvSpPr/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1" name="Freeform 45"/>
            <p:cNvSpPr/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2" name="Freeform 46"/>
            <p:cNvSpPr/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3" name="Freeform 47"/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4" name="Freeform 48"/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5" name="Freeform 49"/>
            <p:cNvSpPr/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6" name="Freeform 50"/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7" name="Freeform 51"/>
            <p:cNvSpPr/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8" name="Freeform 52"/>
            <p:cNvSpPr/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9" name="Freeform 53"/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0" name="Freeform 54"/>
            <p:cNvSpPr/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1" name="Freeform 55"/>
            <p:cNvSpPr/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2" name="Freeform 56"/>
            <p:cNvSpPr/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3" name="Freeform 57"/>
            <p:cNvSpPr/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4" name="Freeform 58"/>
            <p:cNvSpPr/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5" name="Freeform 59"/>
            <p:cNvSpPr/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6" name="Freeform 60"/>
            <p:cNvSpPr/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7" name="Freeform 61"/>
            <p:cNvSpPr/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8" name="Freeform 62"/>
            <p:cNvSpPr/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9" name="Freeform 71"/>
            <p:cNvSpPr>
              <a:spLocks noEditPoints="1"/>
            </p:cNvSpPr>
            <p:nvPr/>
          </p:nvSpPr>
          <p:spPr bwMode="auto">
            <a:xfrm>
              <a:off x="3199024" y="21141193"/>
              <a:ext cx="4561647" cy="4553785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06296C0-E8A8-4ABD-980C-DC99A7F42D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572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4BC187F1-42E5-4383-AC3D-83B120CDE410}"/>
              </a:ext>
            </a:extLst>
          </p:cNvPr>
          <p:cNvSpPr/>
          <p:nvPr userDrawn="1"/>
        </p:nvSpPr>
        <p:spPr>
          <a:xfrm>
            <a:off x="-800" y="-7913"/>
            <a:ext cx="12192000" cy="3361208"/>
          </a:xfrm>
          <a:prstGeom prst="rect">
            <a:avLst/>
          </a:prstGeom>
          <a:solidFill>
            <a:srgbClr val="9A0001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xmlns="" id="{F7087F57-B8B2-4F52-943A-08BE08AC8C9F}"/>
              </a:ext>
            </a:extLst>
          </p:cNvPr>
          <p:cNvSpPr/>
          <p:nvPr userDrawn="1"/>
        </p:nvSpPr>
        <p:spPr>
          <a:xfrm>
            <a:off x="5303520" y="2562096"/>
            <a:ext cx="1584960" cy="158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ACAC108B-5150-431E-B389-3B1F46A2B67E}"/>
              </a:ext>
            </a:extLst>
          </p:cNvPr>
          <p:cNvGrpSpPr/>
          <p:nvPr userDrawn="1"/>
        </p:nvGrpSpPr>
        <p:grpSpPr>
          <a:xfrm>
            <a:off x="5410200" y="2670375"/>
            <a:ext cx="1371600" cy="1368402"/>
            <a:chOff x="2105799" y="20055838"/>
            <a:chExt cx="6748090" cy="6732363"/>
          </a:xfrm>
          <a:solidFill>
            <a:srgbClr val="8B0012">
              <a:alpha val="80000"/>
            </a:srgbClr>
          </a:solidFill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xmlns="" id="{A4BB1E0C-3B71-494C-90A5-5E83B05763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8" name="Freeform 42">
              <a:extLst>
                <a:ext uri="{FF2B5EF4-FFF2-40B4-BE49-F238E27FC236}">
                  <a16:creationId xmlns:a16="http://schemas.microsoft.com/office/drawing/2014/main" xmlns="" id="{9C922C0C-6676-4220-A57A-6A60B760EC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9" name="Freeform 43">
              <a:extLst>
                <a:ext uri="{FF2B5EF4-FFF2-40B4-BE49-F238E27FC236}">
                  <a16:creationId xmlns:a16="http://schemas.microsoft.com/office/drawing/2014/main" xmlns="" id="{13B11B68-25F0-45BA-8167-7E67FD4D1E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" name="Freeform 44">
              <a:extLst>
                <a:ext uri="{FF2B5EF4-FFF2-40B4-BE49-F238E27FC236}">
                  <a16:creationId xmlns:a16="http://schemas.microsoft.com/office/drawing/2014/main" xmlns="" id="{3AA3C9BE-308B-42E0-B388-8B9594616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1" name="Freeform 45">
              <a:extLst>
                <a:ext uri="{FF2B5EF4-FFF2-40B4-BE49-F238E27FC236}">
                  <a16:creationId xmlns:a16="http://schemas.microsoft.com/office/drawing/2014/main" xmlns="" id="{2270AF1B-A34B-4183-AA58-499F7FC92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xmlns="" id="{1648A05A-8C9B-4DCB-ADF5-C0E9CA804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Freeform 47">
              <a:extLst>
                <a:ext uri="{FF2B5EF4-FFF2-40B4-BE49-F238E27FC236}">
                  <a16:creationId xmlns:a16="http://schemas.microsoft.com/office/drawing/2014/main" xmlns="" id="{780F1822-408A-4D9E-A7BB-5649D8459E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4" name="Freeform 48">
              <a:extLst>
                <a:ext uri="{FF2B5EF4-FFF2-40B4-BE49-F238E27FC236}">
                  <a16:creationId xmlns:a16="http://schemas.microsoft.com/office/drawing/2014/main" xmlns="" id="{D7B27305-F882-49EB-B5D1-DAD265B8F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Freeform 49">
              <a:extLst>
                <a:ext uri="{FF2B5EF4-FFF2-40B4-BE49-F238E27FC236}">
                  <a16:creationId xmlns:a16="http://schemas.microsoft.com/office/drawing/2014/main" xmlns="" id="{1C88A9B0-6500-44EB-B523-6AB8CF2E5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Freeform 50">
              <a:extLst>
                <a:ext uri="{FF2B5EF4-FFF2-40B4-BE49-F238E27FC236}">
                  <a16:creationId xmlns:a16="http://schemas.microsoft.com/office/drawing/2014/main" xmlns="" id="{02B0BE86-EC4F-4A7E-B284-3AA3AEE5F3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7" name="Freeform 51">
              <a:extLst>
                <a:ext uri="{FF2B5EF4-FFF2-40B4-BE49-F238E27FC236}">
                  <a16:creationId xmlns:a16="http://schemas.microsoft.com/office/drawing/2014/main" xmlns="" id="{D646E307-5A0C-4184-9829-2D12C5F1D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8" name="Freeform 52">
              <a:extLst>
                <a:ext uri="{FF2B5EF4-FFF2-40B4-BE49-F238E27FC236}">
                  <a16:creationId xmlns:a16="http://schemas.microsoft.com/office/drawing/2014/main" xmlns="" id="{1213DF27-0675-40E1-AF04-500FEC47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Freeform 53">
              <a:extLst>
                <a:ext uri="{FF2B5EF4-FFF2-40B4-BE49-F238E27FC236}">
                  <a16:creationId xmlns:a16="http://schemas.microsoft.com/office/drawing/2014/main" xmlns="" id="{78B921DD-11CC-425E-A465-F4034A5A08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" name="Freeform 54">
              <a:extLst>
                <a:ext uri="{FF2B5EF4-FFF2-40B4-BE49-F238E27FC236}">
                  <a16:creationId xmlns:a16="http://schemas.microsoft.com/office/drawing/2014/main" xmlns="" id="{E251C559-AD0A-4238-9C00-053CFAFCF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5">
              <a:extLst>
                <a:ext uri="{FF2B5EF4-FFF2-40B4-BE49-F238E27FC236}">
                  <a16:creationId xmlns:a16="http://schemas.microsoft.com/office/drawing/2014/main" xmlns="" id="{22DC21C7-7AEE-4789-B295-78B5A39F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2" name="Freeform 56">
              <a:extLst>
                <a:ext uri="{FF2B5EF4-FFF2-40B4-BE49-F238E27FC236}">
                  <a16:creationId xmlns:a16="http://schemas.microsoft.com/office/drawing/2014/main" xmlns="" id="{2089A1EF-769C-4B32-ACB7-0843ADFE0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3" name="Freeform 57">
              <a:extLst>
                <a:ext uri="{FF2B5EF4-FFF2-40B4-BE49-F238E27FC236}">
                  <a16:creationId xmlns:a16="http://schemas.microsoft.com/office/drawing/2014/main" xmlns="" id="{89065D5C-2F82-4B9C-9DCF-556527D27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xmlns="" id="{63D30659-2737-4732-A71C-025BE4A9E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5" name="Freeform 59">
              <a:extLst>
                <a:ext uri="{FF2B5EF4-FFF2-40B4-BE49-F238E27FC236}">
                  <a16:creationId xmlns:a16="http://schemas.microsoft.com/office/drawing/2014/main" xmlns="" id="{26925B20-892F-495B-ACDF-9EC468A2C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6" name="Freeform 60">
              <a:extLst>
                <a:ext uri="{FF2B5EF4-FFF2-40B4-BE49-F238E27FC236}">
                  <a16:creationId xmlns:a16="http://schemas.microsoft.com/office/drawing/2014/main" xmlns="" id="{F4DFD42E-FD06-4DD4-BD5D-E8024A494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7" name="Freeform 61">
              <a:extLst>
                <a:ext uri="{FF2B5EF4-FFF2-40B4-BE49-F238E27FC236}">
                  <a16:creationId xmlns:a16="http://schemas.microsoft.com/office/drawing/2014/main" xmlns="" id="{AFA1A6B6-4731-43D9-A6A3-8AFB9A5AE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8" name="Freeform 62">
              <a:extLst>
                <a:ext uri="{FF2B5EF4-FFF2-40B4-BE49-F238E27FC236}">
                  <a16:creationId xmlns:a16="http://schemas.microsoft.com/office/drawing/2014/main" xmlns="" id="{7C89F33A-1343-45E8-91E5-F27A8457E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9" name="Freeform 71">
              <a:extLst>
                <a:ext uri="{FF2B5EF4-FFF2-40B4-BE49-F238E27FC236}">
                  <a16:creationId xmlns:a16="http://schemas.microsoft.com/office/drawing/2014/main" xmlns="" id="{592EB9D1-7BB9-4D0B-9C6E-355FA946B6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文本占位符 35">
            <a:extLst>
              <a:ext uri="{FF2B5EF4-FFF2-40B4-BE49-F238E27FC236}">
                <a16:creationId xmlns:a16="http://schemas.microsoft.com/office/drawing/2014/main" xmlns="" id="{99EF31F4-C1DD-413E-8350-2A8F905B444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06550" y="4264178"/>
            <a:ext cx="8975725" cy="781050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buNone/>
              <a:defRPr lang="zh-CN" altLang="en-US"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圆体简" panose="02010609000101010101" pitchFamily="49" charset="-122"/>
                <a:sym typeface="微软雅黑" pitchFamily="34" charset="-122"/>
              </a:rPr>
              <a:t>北京大学学术答辩通用</a:t>
            </a:r>
            <a:r>
              <a:rPr lang="en-US" altLang="zh-CN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圆体简" panose="02010609000101010101" pitchFamily="49" charset="-122"/>
                <a:sym typeface="微软雅黑" pitchFamily="34" charset="-122"/>
              </a:rPr>
              <a:t>PPT</a:t>
            </a: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圆体简" panose="02010609000101010101" pitchFamily="49" charset="-122"/>
                <a:sym typeface="微软雅黑" pitchFamily="34" charset="-122"/>
              </a:rPr>
              <a:t>模板</a:t>
            </a:r>
          </a:p>
        </p:txBody>
      </p:sp>
      <p:sp>
        <p:nvSpPr>
          <p:cNvPr id="41" name="文本占位符 37">
            <a:extLst>
              <a:ext uri="{FF2B5EF4-FFF2-40B4-BE49-F238E27FC236}">
                <a16:creationId xmlns:a16="http://schemas.microsoft.com/office/drawing/2014/main" xmlns="" id="{D6220974-BA97-4239-8B37-C87F7F2D48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4991" y="5389156"/>
            <a:ext cx="1987550" cy="3416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800" dirty="0">
                <a:solidFill>
                  <a:srgbClr val="222A3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答辩人：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42" name="文本占位符 37">
            <a:extLst>
              <a:ext uri="{FF2B5EF4-FFF2-40B4-BE49-F238E27FC236}">
                <a16:creationId xmlns:a16="http://schemas.microsoft.com/office/drawing/2014/main" xmlns="" id="{1E1C9D50-4952-418A-9BEE-D99198F6E3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2225" y="5389156"/>
            <a:ext cx="1987550" cy="3416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800" dirty="0">
                <a:solidFill>
                  <a:srgbClr val="222A3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43" name="文本占位符 37">
            <a:extLst>
              <a:ext uri="{FF2B5EF4-FFF2-40B4-BE49-F238E27FC236}">
                <a16:creationId xmlns:a16="http://schemas.microsoft.com/office/drawing/2014/main" xmlns="" id="{62842471-F840-45CA-8087-A1D9DF3CA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9460" y="5389156"/>
            <a:ext cx="1987550" cy="341632"/>
          </a:xfrm>
          <a:noFill/>
        </p:spPr>
        <p:txBody>
          <a:bodyPr wrap="square" rtlCol="0">
            <a:spAutoFit/>
          </a:bodyPr>
          <a:lstStyle>
            <a:lvl1pPr marL="0" indent="0" algn="r">
              <a:buNone/>
              <a:defRPr lang="zh-CN" altLang="en-US" sz="1800" dirty="0">
                <a:solidFill>
                  <a:srgbClr val="222A3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院系：</a:t>
            </a:r>
            <a:r>
              <a:rPr lang="en-US" altLang="zh-CN" dirty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54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xmlns="" id="{4D6291A7-7416-4ABD-BDD5-1A52FB976A60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xmlns="" id="{3A501E88-F75F-4CDF-AE88-C91E47187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22F2AF65-774C-46B4-8BD3-F9EC13500DEC}"/>
              </a:ext>
            </a:extLst>
          </p:cNvPr>
          <p:cNvSpPr/>
          <p:nvPr userDrawn="1"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ED8836D6-4104-415F-A6DA-0E694613F791}"/>
              </a:ext>
            </a:extLst>
          </p:cNvPr>
          <p:cNvGrpSpPr/>
          <p:nvPr userDrawn="1"/>
        </p:nvGrpSpPr>
        <p:grpSpPr>
          <a:xfrm>
            <a:off x="2296213" y="1033221"/>
            <a:ext cx="2354895" cy="1876405"/>
            <a:chOff x="2202591" y="1033221"/>
            <a:chExt cx="2354895" cy="1876405"/>
          </a:xfrm>
        </p:grpSpPr>
        <p:sp>
          <p:nvSpPr>
            <p:cNvPr id="9" name="标题 1">
              <a:extLst>
                <a:ext uri="{FF2B5EF4-FFF2-40B4-BE49-F238E27FC236}">
                  <a16:creationId xmlns:a16="http://schemas.microsoft.com/office/drawing/2014/main" xmlns="" id="{1E5B2D9B-48E4-45CC-A328-3F68B6E6DD69}"/>
                </a:ext>
              </a:extLst>
            </p:cNvPr>
            <p:cNvSpPr txBox="1">
              <a:spLocks/>
            </p:cNvSpPr>
            <p:nvPr/>
          </p:nvSpPr>
          <p:spPr>
            <a:xfrm>
              <a:off x="2202591" y="1033221"/>
              <a:ext cx="2165279" cy="150065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1" i="0" u="none" strike="noStrike" kern="2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目  录</a:t>
              </a:r>
              <a:endParaRPr kumimoji="0" lang="en-US" altLang="zh-CN" sz="5400" b="1" i="0" u="none" strike="noStrike" kern="2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BE44CE6C-A329-4948-8A82-1DEFBD1A051B}"/>
                </a:ext>
              </a:extLst>
            </p:cNvPr>
            <p:cNvSpPr txBox="1"/>
            <p:nvPr/>
          </p:nvSpPr>
          <p:spPr>
            <a:xfrm>
              <a:off x="2389402" y="2078629"/>
              <a:ext cx="21680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2200" cap="none" spc="-2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CONTENTS</a:t>
              </a:r>
              <a:endParaRPr kumimoji="0" lang="zh-CN" altLang="en-US" sz="2400" b="0" i="0" u="none" strike="noStrike" kern="2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45" name="文本占位符 40">
            <a:extLst>
              <a:ext uri="{FF2B5EF4-FFF2-40B4-BE49-F238E27FC236}">
                <a16:creationId xmlns:a16="http://schemas.microsoft.com/office/drawing/2014/main" xmlns="" id="{E092B345-4879-4708-91A6-4E07DC6C11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55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6" name="文本占位符 40">
            <a:extLst>
              <a:ext uri="{FF2B5EF4-FFF2-40B4-BE49-F238E27FC236}">
                <a16:creationId xmlns:a16="http://schemas.microsoft.com/office/drawing/2014/main" xmlns="" id="{03810C05-3860-4CF4-B2C4-7B90D45455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55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7" name="文本占位符 40">
            <a:extLst>
              <a:ext uri="{FF2B5EF4-FFF2-40B4-BE49-F238E27FC236}">
                <a16:creationId xmlns:a16="http://schemas.microsoft.com/office/drawing/2014/main" xmlns="" id="{0A0C6CFA-9C78-45B1-B085-C2C99900D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55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xmlns="" id="{56A38F7D-163D-40CF-868C-B65E57289CD7}"/>
              </a:ext>
            </a:extLst>
          </p:cNvPr>
          <p:cNvSpPr txBox="1"/>
          <p:nvPr userDrawn="1"/>
        </p:nvSpPr>
        <p:spPr>
          <a:xfrm>
            <a:off x="6814866" y="1512604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01.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CDED66E5-4D15-407E-B9E9-A0489B585942}"/>
              </a:ext>
            </a:extLst>
          </p:cNvPr>
          <p:cNvSpPr txBox="1"/>
          <p:nvPr userDrawn="1"/>
        </p:nvSpPr>
        <p:spPr>
          <a:xfrm>
            <a:off x="6814866" y="2596050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02.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xmlns="" id="{507C5DA2-D768-4F0B-A91A-C33F1FD9102B}"/>
              </a:ext>
            </a:extLst>
          </p:cNvPr>
          <p:cNvSpPr txBox="1"/>
          <p:nvPr userDrawn="1"/>
        </p:nvSpPr>
        <p:spPr>
          <a:xfrm>
            <a:off x="6814866" y="3679496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03.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xmlns="" id="{50134B45-47D8-49EC-B2C4-4ECBF0176BD7}"/>
              </a:ext>
            </a:extLst>
          </p:cNvPr>
          <p:cNvGrpSpPr/>
          <p:nvPr userDrawn="1"/>
        </p:nvGrpSpPr>
        <p:grpSpPr>
          <a:xfrm>
            <a:off x="2425132" y="3183822"/>
            <a:ext cx="1945700" cy="1941162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xmlns="" id="{3AFA21E4-54E4-474B-AB1C-59ABBA29D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8" name="Freeform 42">
              <a:extLst>
                <a:ext uri="{FF2B5EF4-FFF2-40B4-BE49-F238E27FC236}">
                  <a16:creationId xmlns:a16="http://schemas.microsoft.com/office/drawing/2014/main" xmlns="" id="{38B24B0A-5539-4D2D-A7DD-73E52112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9" name="Freeform 43">
              <a:extLst>
                <a:ext uri="{FF2B5EF4-FFF2-40B4-BE49-F238E27FC236}">
                  <a16:creationId xmlns:a16="http://schemas.microsoft.com/office/drawing/2014/main" xmlns="" id="{E0E9CC68-E749-47CC-8EEF-B8B1D81C1F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0" name="Freeform 44">
              <a:extLst>
                <a:ext uri="{FF2B5EF4-FFF2-40B4-BE49-F238E27FC236}">
                  <a16:creationId xmlns:a16="http://schemas.microsoft.com/office/drawing/2014/main" xmlns="" id="{DB2F8014-13A0-4EED-9E54-018B50E74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1" name="Freeform 45">
              <a:extLst>
                <a:ext uri="{FF2B5EF4-FFF2-40B4-BE49-F238E27FC236}">
                  <a16:creationId xmlns:a16="http://schemas.microsoft.com/office/drawing/2014/main" xmlns="" id="{74ABE961-157F-44CB-B98E-6BC13D4BE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2" name="Freeform 46">
              <a:extLst>
                <a:ext uri="{FF2B5EF4-FFF2-40B4-BE49-F238E27FC236}">
                  <a16:creationId xmlns:a16="http://schemas.microsoft.com/office/drawing/2014/main" xmlns="" id="{A8EDD165-034A-405C-8387-D78D2A7E5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3" name="Freeform 47">
              <a:extLst>
                <a:ext uri="{FF2B5EF4-FFF2-40B4-BE49-F238E27FC236}">
                  <a16:creationId xmlns:a16="http://schemas.microsoft.com/office/drawing/2014/main" xmlns="" id="{7B6C6F1F-1F3E-4FDB-922F-9463383773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4" name="Freeform 48">
              <a:extLst>
                <a:ext uri="{FF2B5EF4-FFF2-40B4-BE49-F238E27FC236}">
                  <a16:creationId xmlns:a16="http://schemas.microsoft.com/office/drawing/2014/main" xmlns="" id="{29FCF922-820E-4CDB-86F9-1B2BFFAC1E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5" name="Freeform 49">
              <a:extLst>
                <a:ext uri="{FF2B5EF4-FFF2-40B4-BE49-F238E27FC236}">
                  <a16:creationId xmlns:a16="http://schemas.microsoft.com/office/drawing/2014/main" xmlns="" id="{BC9F70C6-EC0D-4FF5-BC12-B628A56E4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6" name="Freeform 50">
              <a:extLst>
                <a:ext uri="{FF2B5EF4-FFF2-40B4-BE49-F238E27FC236}">
                  <a16:creationId xmlns:a16="http://schemas.microsoft.com/office/drawing/2014/main" xmlns="" id="{22C93A2B-D2C4-4B41-AED7-1C8A35C4F4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7" name="Freeform 51">
              <a:extLst>
                <a:ext uri="{FF2B5EF4-FFF2-40B4-BE49-F238E27FC236}">
                  <a16:creationId xmlns:a16="http://schemas.microsoft.com/office/drawing/2014/main" xmlns="" id="{49AA6AE9-EE4E-4805-8DAD-3192F29A0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8" name="Freeform 52">
              <a:extLst>
                <a:ext uri="{FF2B5EF4-FFF2-40B4-BE49-F238E27FC236}">
                  <a16:creationId xmlns:a16="http://schemas.microsoft.com/office/drawing/2014/main" xmlns="" id="{58F96C6B-EC74-4E2B-BEFE-85CD9E272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9" name="Freeform 53">
              <a:extLst>
                <a:ext uri="{FF2B5EF4-FFF2-40B4-BE49-F238E27FC236}">
                  <a16:creationId xmlns:a16="http://schemas.microsoft.com/office/drawing/2014/main" xmlns="" id="{B0809F50-496A-4255-B4DE-C9A321AB7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0" name="Freeform 54">
              <a:extLst>
                <a:ext uri="{FF2B5EF4-FFF2-40B4-BE49-F238E27FC236}">
                  <a16:creationId xmlns:a16="http://schemas.microsoft.com/office/drawing/2014/main" xmlns="" id="{9F87CF65-112C-4ABD-B2D1-00BAFED66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1" name="Freeform 55">
              <a:extLst>
                <a:ext uri="{FF2B5EF4-FFF2-40B4-BE49-F238E27FC236}">
                  <a16:creationId xmlns:a16="http://schemas.microsoft.com/office/drawing/2014/main" xmlns="" id="{51971117-C1ED-4363-98CD-BF4F681FE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2" name="Freeform 56">
              <a:extLst>
                <a:ext uri="{FF2B5EF4-FFF2-40B4-BE49-F238E27FC236}">
                  <a16:creationId xmlns:a16="http://schemas.microsoft.com/office/drawing/2014/main" xmlns="" id="{A9659DA4-2A51-43A6-922C-5D9741A26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3" name="Freeform 57">
              <a:extLst>
                <a:ext uri="{FF2B5EF4-FFF2-40B4-BE49-F238E27FC236}">
                  <a16:creationId xmlns:a16="http://schemas.microsoft.com/office/drawing/2014/main" xmlns="" id="{6D2AD94D-A2FC-47E6-9333-74F53AD4A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4" name="Freeform 58">
              <a:extLst>
                <a:ext uri="{FF2B5EF4-FFF2-40B4-BE49-F238E27FC236}">
                  <a16:creationId xmlns:a16="http://schemas.microsoft.com/office/drawing/2014/main" xmlns="" id="{FBF04BC2-9173-4560-A801-C3E77FAFA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5" name="Freeform 59">
              <a:extLst>
                <a:ext uri="{FF2B5EF4-FFF2-40B4-BE49-F238E27FC236}">
                  <a16:creationId xmlns:a16="http://schemas.microsoft.com/office/drawing/2014/main" xmlns="" id="{10B5FD19-1004-4FBB-A735-BADE89DBC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6" name="Freeform 60">
              <a:extLst>
                <a:ext uri="{FF2B5EF4-FFF2-40B4-BE49-F238E27FC236}">
                  <a16:creationId xmlns:a16="http://schemas.microsoft.com/office/drawing/2014/main" xmlns="" id="{E46D3E77-3956-4899-9133-7E5AB0838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7" name="Freeform 61">
              <a:extLst>
                <a:ext uri="{FF2B5EF4-FFF2-40B4-BE49-F238E27FC236}">
                  <a16:creationId xmlns:a16="http://schemas.microsoft.com/office/drawing/2014/main" xmlns="" id="{8EC0140A-1488-4FC2-A47E-78B028536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8" name="Freeform 62">
              <a:extLst>
                <a:ext uri="{FF2B5EF4-FFF2-40B4-BE49-F238E27FC236}">
                  <a16:creationId xmlns:a16="http://schemas.microsoft.com/office/drawing/2014/main" xmlns="" id="{03F5EEE1-8308-4F13-B04A-6876990D5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9" name="Freeform 71">
              <a:extLst>
                <a:ext uri="{FF2B5EF4-FFF2-40B4-BE49-F238E27FC236}">
                  <a16:creationId xmlns:a16="http://schemas.microsoft.com/office/drawing/2014/main" xmlns="" id="{AB75AD00-AB3C-43A5-A617-D40ADF65DF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4" y="21141193"/>
              <a:ext cx="4561647" cy="4553785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731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7DDBCB7-E991-46B4-8485-8E5161A9C4C0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xmlns="" id="{1DEB25A3-6BFF-4215-894B-71D6E2DD833C}"/>
              </a:ext>
            </a:extLst>
          </p:cNvPr>
          <p:cNvSpPr/>
          <p:nvPr userDrawn="1"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xmlns="" id="{3A501E88-F75F-4CDF-AE88-C91E47187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ED8836D6-4104-415F-A6DA-0E694613F791}"/>
              </a:ext>
            </a:extLst>
          </p:cNvPr>
          <p:cNvGrpSpPr/>
          <p:nvPr userDrawn="1"/>
        </p:nvGrpSpPr>
        <p:grpSpPr>
          <a:xfrm>
            <a:off x="2296213" y="1033221"/>
            <a:ext cx="2354895" cy="1876405"/>
            <a:chOff x="2202591" y="1033221"/>
            <a:chExt cx="2354895" cy="1876405"/>
          </a:xfrm>
        </p:grpSpPr>
        <p:sp>
          <p:nvSpPr>
            <p:cNvPr id="9" name="标题 1">
              <a:extLst>
                <a:ext uri="{FF2B5EF4-FFF2-40B4-BE49-F238E27FC236}">
                  <a16:creationId xmlns:a16="http://schemas.microsoft.com/office/drawing/2014/main" xmlns="" id="{1E5B2D9B-48E4-45CC-A328-3F68B6E6DD69}"/>
                </a:ext>
              </a:extLst>
            </p:cNvPr>
            <p:cNvSpPr txBox="1">
              <a:spLocks/>
            </p:cNvSpPr>
            <p:nvPr/>
          </p:nvSpPr>
          <p:spPr>
            <a:xfrm>
              <a:off x="2202591" y="1033221"/>
              <a:ext cx="2165279" cy="150065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1" i="0" u="none" strike="noStrike" kern="2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目  录</a:t>
              </a:r>
              <a:endParaRPr kumimoji="0" lang="en-US" altLang="zh-CN" sz="5400" b="1" i="0" u="none" strike="noStrike" kern="2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BE44CE6C-A329-4948-8A82-1DEFBD1A051B}"/>
                </a:ext>
              </a:extLst>
            </p:cNvPr>
            <p:cNvSpPr txBox="1"/>
            <p:nvPr/>
          </p:nvSpPr>
          <p:spPr>
            <a:xfrm>
              <a:off x="2389402" y="2078629"/>
              <a:ext cx="21680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2200" cap="none" spc="-2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CONTENTS</a:t>
              </a:r>
              <a:endParaRPr kumimoji="0" lang="zh-CN" altLang="en-US" sz="2400" b="0" i="0" u="none" strike="noStrike" kern="2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41" name="文本占位符 40">
            <a:extLst>
              <a:ext uri="{FF2B5EF4-FFF2-40B4-BE49-F238E27FC236}">
                <a16:creationId xmlns:a16="http://schemas.microsoft.com/office/drawing/2014/main" xmlns="" id="{1DDB07A2-0BEC-42D8-BCBF-4274AF207F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9905" y="1408752"/>
            <a:ext cx="307161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2" name="文本占位符 40">
            <a:extLst>
              <a:ext uri="{FF2B5EF4-FFF2-40B4-BE49-F238E27FC236}">
                <a16:creationId xmlns:a16="http://schemas.microsoft.com/office/drawing/2014/main" xmlns="" id="{3EE8ADE6-8EEE-4661-B83E-89A22DA168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9905" y="2302202"/>
            <a:ext cx="307161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3" name="文本占位符 40">
            <a:extLst>
              <a:ext uri="{FF2B5EF4-FFF2-40B4-BE49-F238E27FC236}">
                <a16:creationId xmlns:a16="http://schemas.microsoft.com/office/drawing/2014/main" xmlns="" id="{B8DAAE4E-CF42-40B4-8C0C-8AA671368A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9905" y="3195652"/>
            <a:ext cx="307161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4" name="文本占位符 40">
            <a:extLst>
              <a:ext uri="{FF2B5EF4-FFF2-40B4-BE49-F238E27FC236}">
                <a16:creationId xmlns:a16="http://schemas.microsoft.com/office/drawing/2014/main" xmlns="" id="{B3C1ED7C-5023-48FE-A05C-E9687671B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9905" y="4982551"/>
            <a:ext cx="307161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36" name="文本占位符 40">
            <a:extLst>
              <a:ext uri="{FF2B5EF4-FFF2-40B4-BE49-F238E27FC236}">
                <a16:creationId xmlns:a16="http://schemas.microsoft.com/office/drawing/2014/main" xmlns="" id="{043E6D5F-05DE-429A-8D64-78A20E1D04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19905" y="4089102"/>
            <a:ext cx="307161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701414C-90A5-4AF7-93FE-51CC5323E071}"/>
              </a:ext>
            </a:extLst>
          </p:cNvPr>
          <p:cNvSpPr txBox="1"/>
          <p:nvPr userDrawn="1"/>
        </p:nvSpPr>
        <p:spPr>
          <a:xfrm>
            <a:off x="6809256" y="1360204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01.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xmlns="" id="{08D10D4D-0807-49B3-87E5-6308A249C47B}"/>
              </a:ext>
            </a:extLst>
          </p:cNvPr>
          <p:cNvSpPr txBox="1"/>
          <p:nvPr userDrawn="1"/>
        </p:nvSpPr>
        <p:spPr>
          <a:xfrm>
            <a:off x="6809256" y="2253654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02.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20A25C77-BB9D-4A78-AE04-B2060C1854F0}"/>
              </a:ext>
            </a:extLst>
          </p:cNvPr>
          <p:cNvSpPr txBox="1"/>
          <p:nvPr userDrawn="1"/>
        </p:nvSpPr>
        <p:spPr>
          <a:xfrm>
            <a:off x="6809256" y="3148379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03.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7F7858D3-EB29-4574-9887-04007DDF5A0B}"/>
              </a:ext>
            </a:extLst>
          </p:cNvPr>
          <p:cNvSpPr txBox="1"/>
          <p:nvPr userDrawn="1"/>
        </p:nvSpPr>
        <p:spPr>
          <a:xfrm>
            <a:off x="6809256" y="4021629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04.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9E5C5056-284F-4DF8-8EBF-ED594C24CE32}"/>
              </a:ext>
            </a:extLst>
          </p:cNvPr>
          <p:cNvSpPr txBox="1"/>
          <p:nvPr userDrawn="1"/>
        </p:nvSpPr>
        <p:spPr>
          <a:xfrm>
            <a:off x="6809256" y="4921514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05.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E8917928-9484-40B9-8C50-C1CA090DFE44}"/>
              </a:ext>
            </a:extLst>
          </p:cNvPr>
          <p:cNvGrpSpPr/>
          <p:nvPr userDrawn="1"/>
        </p:nvGrpSpPr>
        <p:grpSpPr>
          <a:xfrm>
            <a:off x="2425132" y="3183822"/>
            <a:ext cx="1945700" cy="1941162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xmlns="" id="{59086FAE-7BCE-4F42-BEAF-83E039527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xmlns="" id="{10B13E90-F439-48CA-AD95-7138BB9F2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xmlns="" id="{5F0B2961-18DD-4861-8D52-0A383ECCB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xmlns="" id="{AB5B5CF7-72A5-4E9E-BD84-D5722080E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xmlns="" id="{B40B6773-5AF3-4B78-A875-0F1C89DBC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xmlns="" id="{211E77CF-A371-4394-80EE-A23B8E761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xmlns="" id="{24C2E5AA-B456-402D-AACB-CF50F58637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xmlns="" id="{5CEFFC85-E9B5-40DB-A773-6AA641A5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xmlns="" id="{DF550AC9-9345-4B32-A0CD-DA983D301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xmlns="" id="{29471116-16CF-4D64-B565-49C15F226E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xmlns="" id="{9E60588D-9746-4C96-BB9F-CD0875FA3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xmlns="" id="{8D2145FF-BFA9-4FEA-9430-C2F6CFF9B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xmlns="" id="{31731D7D-B614-4B40-BD98-92032FFEDC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xmlns="" id="{85133ADC-E731-46F5-90AB-E151D7425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xmlns="" id="{8A62A99D-E0DB-4111-9FEB-3E4F63442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xmlns="" id="{F80FCAD7-78A2-4243-97E5-91414F895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xmlns="" id="{BCEB97F9-5E6D-4143-A326-123BB4092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xmlns="" id="{A0EC93B7-5F9E-4596-A0B4-56E551810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6" name="Freeform 59">
              <a:extLst>
                <a:ext uri="{FF2B5EF4-FFF2-40B4-BE49-F238E27FC236}">
                  <a16:creationId xmlns:a16="http://schemas.microsoft.com/office/drawing/2014/main" xmlns="" id="{9CB41E21-FEE3-4D2D-9551-B88C07BC0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7" name="Freeform 60">
              <a:extLst>
                <a:ext uri="{FF2B5EF4-FFF2-40B4-BE49-F238E27FC236}">
                  <a16:creationId xmlns:a16="http://schemas.microsoft.com/office/drawing/2014/main" xmlns="" id="{55D43798-13B8-4DAF-98D6-284AD8D22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8" name="Freeform 61">
              <a:extLst>
                <a:ext uri="{FF2B5EF4-FFF2-40B4-BE49-F238E27FC236}">
                  <a16:creationId xmlns:a16="http://schemas.microsoft.com/office/drawing/2014/main" xmlns="" id="{8CA5B0FD-C8F6-426F-AC2B-522A58FE0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9" name="Freeform 62">
              <a:extLst>
                <a:ext uri="{FF2B5EF4-FFF2-40B4-BE49-F238E27FC236}">
                  <a16:creationId xmlns:a16="http://schemas.microsoft.com/office/drawing/2014/main" xmlns="" id="{F7A64D83-8794-4383-B608-9C794C6FA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0" name="Freeform 71">
              <a:extLst>
                <a:ext uri="{FF2B5EF4-FFF2-40B4-BE49-F238E27FC236}">
                  <a16:creationId xmlns:a16="http://schemas.microsoft.com/office/drawing/2014/main" xmlns="" id="{98DEF15F-7ADA-4CD6-AE2B-F209181270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4" y="21141193"/>
              <a:ext cx="4561647" cy="4553785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097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7DDBCB7-E991-46B4-8485-8E5161A9C4C0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xmlns="" id="{3A501E88-F75F-4CDF-AE88-C91E47187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xmlns="" id="{9641EC2A-644C-47E6-9137-85F1FC0E3567}"/>
              </a:ext>
            </a:extLst>
          </p:cNvPr>
          <p:cNvSpPr/>
          <p:nvPr userDrawn="1"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ED8836D6-4104-415F-A6DA-0E694613F791}"/>
              </a:ext>
            </a:extLst>
          </p:cNvPr>
          <p:cNvGrpSpPr/>
          <p:nvPr userDrawn="1"/>
        </p:nvGrpSpPr>
        <p:grpSpPr>
          <a:xfrm>
            <a:off x="2296213" y="1033221"/>
            <a:ext cx="2354895" cy="1876405"/>
            <a:chOff x="2202591" y="1033221"/>
            <a:chExt cx="2354895" cy="1876405"/>
          </a:xfrm>
        </p:grpSpPr>
        <p:sp>
          <p:nvSpPr>
            <p:cNvPr id="9" name="标题 1">
              <a:extLst>
                <a:ext uri="{FF2B5EF4-FFF2-40B4-BE49-F238E27FC236}">
                  <a16:creationId xmlns:a16="http://schemas.microsoft.com/office/drawing/2014/main" xmlns="" id="{1E5B2D9B-48E4-45CC-A328-3F68B6E6DD69}"/>
                </a:ext>
              </a:extLst>
            </p:cNvPr>
            <p:cNvSpPr txBox="1">
              <a:spLocks/>
            </p:cNvSpPr>
            <p:nvPr/>
          </p:nvSpPr>
          <p:spPr>
            <a:xfrm>
              <a:off x="2202591" y="1033221"/>
              <a:ext cx="2165279" cy="150065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1" i="0" u="none" strike="noStrike" kern="2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目  录</a:t>
              </a:r>
              <a:endParaRPr kumimoji="0" lang="en-US" altLang="zh-CN" sz="5400" b="1" i="0" u="none" strike="noStrike" kern="2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BE44CE6C-A329-4948-8A82-1DEFBD1A051B}"/>
                </a:ext>
              </a:extLst>
            </p:cNvPr>
            <p:cNvSpPr txBox="1"/>
            <p:nvPr/>
          </p:nvSpPr>
          <p:spPr>
            <a:xfrm>
              <a:off x="2389402" y="2078629"/>
              <a:ext cx="21680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2200" cap="none" spc="-2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CONTENTS</a:t>
              </a:r>
              <a:endParaRPr kumimoji="0" lang="zh-CN" altLang="en-US" sz="2400" b="0" i="0" u="none" strike="noStrike" kern="2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58D2D447-3244-41E4-A676-38C4ED0BA81A}"/>
              </a:ext>
            </a:extLst>
          </p:cNvPr>
          <p:cNvGrpSpPr/>
          <p:nvPr userDrawn="1"/>
        </p:nvGrpSpPr>
        <p:grpSpPr>
          <a:xfrm>
            <a:off x="2425132" y="3183822"/>
            <a:ext cx="1945700" cy="1941162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xmlns="" id="{9AA64509-AACF-40D4-B9A9-B88859BA8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xmlns="" id="{F96E3831-BAD6-495D-9EB0-9AF4F9E4AA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" name="Freeform 43">
              <a:extLst>
                <a:ext uri="{FF2B5EF4-FFF2-40B4-BE49-F238E27FC236}">
                  <a16:creationId xmlns:a16="http://schemas.microsoft.com/office/drawing/2014/main" xmlns="" id="{3F1B9F65-74B2-4321-AF02-F2775CA32B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xmlns="" id="{FE06968D-A503-4A41-8AFB-7D81E2003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xmlns="" id="{3C3EA8C8-7562-473E-AA9E-E46E885B1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xmlns="" id="{C0C84DE1-C4B4-4D09-BD06-05AEFB979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xmlns="" id="{65F4A63D-2ED8-4FC9-B6B2-5F5EFDFB9E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9" name="Freeform 48">
              <a:extLst>
                <a:ext uri="{FF2B5EF4-FFF2-40B4-BE49-F238E27FC236}">
                  <a16:creationId xmlns:a16="http://schemas.microsoft.com/office/drawing/2014/main" xmlns="" id="{30943538-8677-44DF-9F6E-134AE82AAF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xmlns="" id="{13907DDE-205F-4FB4-AFBD-67ED1FEBA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1" name="Freeform 50">
              <a:extLst>
                <a:ext uri="{FF2B5EF4-FFF2-40B4-BE49-F238E27FC236}">
                  <a16:creationId xmlns:a16="http://schemas.microsoft.com/office/drawing/2014/main" xmlns="" id="{08C2EE5C-263D-44B6-9CDF-3DA614AED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:a16="http://schemas.microsoft.com/office/drawing/2014/main" xmlns="" id="{1BC3085B-1BA9-42A1-8148-C79B13CD3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3" name="Freeform 52">
              <a:extLst>
                <a:ext uri="{FF2B5EF4-FFF2-40B4-BE49-F238E27FC236}">
                  <a16:creationId xmlns:a16="http://schemas.microsoft.com/office/drawing/2014/main" xmlns="" id="{21A74121-72BF-4931-9059-F6BE796C5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xmlns="" id="{7BF25357-75D2-4264-87FF-6936CFBB2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5" name="Freeform 54">
              <a:extLst>
                <a:ext uri="{FF2B5EF4-FFF2-40B4-BE49-F238E27FC236}">
                  <a16:creationId xmlns:a16="http://schemas.microsoft.com/office/drawing/2014/main" xmlns="" id="{6706F8B4-5F38-4B1E-8AC8-060D5CAF4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6" name="Freeform 55">
              <a:extLst>
                <a:ext uri="{FF2B5EF4-FFF2-40B4-BE49-F238E27FC236}">
                  <a16:creationId xmlns:a16="http://schemas.microsoft.com/office/drawing/2014/main" xmlns="" id="{DC3F3881-E2C2-4250-9657-EFA4447E8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xmlns="" id="{88FE206D-A977-476A-B4CA-99B073947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xmlns="" id="{B06997A0-DFD7-47F0-8C39-4B885713E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xmlns="" id="{90D9C13C-38D7-4151-B068-07D32EBBA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30" name="Freeform 59">
              <a:extLst>
                <a:ext uri="{FF2B5EF4-FFF2-40B4-BE49-F238E27FC236}">
                  <a16:creationId xmlns:a16="http://schemas.microsoft.com/office/drawing/2014/main" xmlns="" id="{6C00BB8F-C378-44EC-B555-754A4EE76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xmlns="" id="{8731A85C-7C9F-4BF0-856E-375403FD4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32" name="Freeform 61">
              <a:extLst>
                <a:ext uri="{FF2B5EF4-FFF2-40B4-BE49-F238E27FC236}">
                  <a16:creationId xmlns:a16="http://schemas.microsoft.com/office/drawing/2014/main" xmlns="" id="{FA502E58-9B89-4DF1-AE1D-3CFDAC1F1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33" name="Freeform 62">
              <a:extLst>
                <a:ext uri="{FF2B5EF4-FFF2-40B4-BE49-F238E27FC236}">
                  <a16:creationId xmlns:a16="http://schemas.microsoft.com/office/drawing/2014/main" xmlns="" id="{CCA61D46-09FC-4512-9A7A-A84ED3A0B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34" name="Freeform 71">
              <a:extLst>
                <a:ext uri="{FF2B5EF4-FFF2-40B4-BE49-F238E27FC236}">
                  <a16:creationId xmlns:a16="http://schemas.microsoft.com/office/drawing/2014/main" xmlns="" id="{8146A89A-2BA7-4B57-8E40-2BE9834C80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4" y="21141193"/>
              <a:ext cx="4561647" cy="4553785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41" name="文本占位符 40">
            <a:extLst>
              <a:ext uri="{FF2B5EF4-FFF2-40B4-BE49-F238E27FC236}">
                <a16:creationId xmlns:a16="http://schemas.microsoft.com/office/drawing/2014/main" xmlns="" id="{1DDB07A2-0BEC-42D8-BCBF-4274AF207F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9905" y="1317312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2" name="文本占位符 40">
            <a:extLst>
              <a:ext uri="{FF2B5EF4-FFF2-40B4-BE49-F238E27FC236}">
                <a16:creationId xmlns:a16="http://schemas.microsoft.com/office/drawing/2014/main" xmlns="" id="{3EE8ADE6-8EEE-4661-B83E-89A22DA168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9905" y="2067882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3" name="文本占位符 40">
            <a:extLst>
              <a:ext uri="{FF2B5EF4-FFF2-40B4-BE49-F238E27FC236}">
                <a16:creationId xmlns:a16="http://schemas.microsoft.com/office/drawing/2014/main" xmlns="" id="{B8DAAE4E-CF42-40B4-8C0C-8AA671368A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9905" y="2818452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4" name="文本占位符 40">
            <a:extLst>
              <a:ext uri="{FF2B5EF4-FFF2-40B4-BE49-F238E27FC236}">
                <a16:creationId xmlns:a16="http://schemas.microsoft.com/office/drawing/2014/main" xmlns="" id="{B3C1ED7C-5023-48FE-A05C-E9687671B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9905" y="4319592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36" name="文本占位符 40">
            <a:extLst>
              <a:ext uri="{FF2B5EF4-FFF2-40B4-BE49-F238E27FC236}">
                <a16:creationId xmlns:a16="http://schemas.microsoft.com/office/drawing/2014/main" xmlns="" id="{043E6D5F-05DE-429A-8D64-78A20E1D04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19905" y="3569022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701414C-90A5-4AF7-93FE-51CC5323E071}"/>
              </a:ext>
            </a:extLst>
          </p:cNvPr>
          <p:cNvSpPr txBox="1"/>
          <p:nvPr userDrawn="1"/>
        </p:nvSpPr>
        <p:spPr>
          <a:xfrm>
            <a:off x="6809256" y="1268764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01.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xmlns="" id="{08D10D4D-0807-49B3-87E5-6308A249C47B}"/>
              </a:ext>
            </a:extLst>
          </p:cNvPr>
          <p:cNvSpPr txBox="1"/>
          <p:nvPr userDrawn="1"/>
        </p:nvSpPr>
        <p:spPr>
          <a:xfrm>
            <a:off x="6809256" y="2016836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02.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20A25C77-BB9D-4A78-AE04-B2060C1854F0}"/>
              </a:ext>
            </a:extLst>
          </p:cNvPr>
          <p:cNvSpPr txBox="1"/>
          <p:nvPr userDrawn="1"/>
        </p:nvSpPr>
        <p:spPr>
          <a:xfrm>
            <a:off x="6809256" y="2764908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03.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7F7858D3-EB29-4574-9887-04007DDF5A0B}"/>
              </a:ext>
            </a:extLst>
          </p:cNvPr>
          <p:cNvSpPr txBox="1"/>
          <p:nvPr userDrawn="1"/>
        </p:nvSpPr>
        <p:spPr>
          <a:xfrm>
            <a:off x="6809256" y="3512980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04.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9E5C5056-284F-4DF8-8EBF-ED594C24CE32}"/>
              </a:ext>
            </a:extLst>
          </p:cNvPr>
          <p:cNvSpPr txBox="1"/>
          <p:nvPr userDrawn="1"/>
        </p:nvSpPr>
        <p:spPr>
          <a:xfrm>
            <a:off x="6809256" y="4261052"/>
            <a:ext cx="67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05.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  <p:sp>
        <p:nvSpPr>
          <p:cNvPr id="47" name="文本占位符 40">
            <a:extLst>
              <a:ext uri="{FF2B5EF4-FFF2-40B4-BE49-F238E27FC236}">
                <a16:creationId xmlns:a16="http://schemas.microsoft.com/office/drawing/2014/main" xmlns="" id="{DE6C1D1C-BBCF-4A55-BE60-5C9BEA5699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9905" y="5070163"/>
            <a:ext cx="3061455" cy="48768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输入目录标题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9D06A1A9-0BD9-48A8-B6A6-2404F9BF51E0}"/>
              </a:ext>
            </a:extLst>
          </p:cNvPr>
          <p:cNvSpPr txBox="1"/>
          <p:nvPr userDrawn="1"/>
        </p:nvSpPr>
        <p:spPr>
          <a:xfrm>
            <a:off x="6809256" y="5009126"/>
            <a:ext cx="6758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9A0001"/>
                </a:solidFill>
                <a:ea typeface="微软雅黑" panose="020B0503020204020204" pitchFamily="34" charset="-122"/>
              </a:rPr>
              <a:t>06.</a:t>
            </a:r>
            <a:endParaRPr lang="zh-CN" altLang="en-US" sz="3200" b="1" dirty="0">
              <a:solidFill>
                <a:srgbClr val="9A000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02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xmlns="" id="{9782960B-0298-40C0-9193-B28F17C2A53C}"/>
              </a:ext>
            </a:extLst>
          </p:cNvPr>
          <p:cNvSpPr/>
          <p:nvPr userDrawn="1"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xmlns="" id="{52622493-1C1B-4EB2-862A-4E4822408AA0}"/>
              </a:ext>
            </a:extLst>
          </p:cNvPr>
          <p:cNvCxnSpPr/>
          <p:nvPr/>
        </p:nvCxnSpPr>
        <p:spPr>
          <a:xfrm>
            <a:off x="996403" y="3428999"/>
            <a:ext cx="3773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AA9FB39-26D8-421B-89F7-86CD2AE08CD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465501" y="2552244"/>
            <a:ext cx="5716686" cy="70788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127" name="文本占位符 3">
            <a:extLst>
              <a:ext uri="{FF2B5EF4-FFF2-40B4-BE49-F238E27FC236}">
                <a16:creationId xmlns:a16="http://schemas.microsoft.com/office/drawing/2014/main" xmlns="" id="{2233AA7D-0112-4B75-9284-9FC6FC0D1D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188" y="3684327"/>
            <a:ext cx="7299999" cy="887667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输入标题文本</a:t>
            </a:r>
          </a:p>
        </p:txBody>
      </p:sp>
      <p:pic>
        <p:nvPicPr>
          <p:cNvPr id="128" name="图形 127">
            <a:extLst>
              <a:ext uri="{FF2B5EF4-FFF2-40B4-BE49-F238E27FC236}">
                <a16:creationId xmlns:a16="http://schemas.microsoft.com/office/drawing/2014/main" xmlns="" id="{B6E5D4A0-9D5F-45D9-899A-F03F9DFF71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8863687" y="1559486"/>
            <a:ext cx="5172316" cy="3739027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xmlns="" id="{2AC37DB6-BAC9-459C-B3EE-FDA00215A951}"/>
              </a:ext>
            </a:extLst>
          </p:cNvPr>
          <p:cNvGrpSpPr/>
          <p:nvPr userDrawn="1"/>
        </p:nvGrpSpPr>
        <p:grpSpPr>
          <a:xfrm>
            <a:off x="1654090" y="1145460"/>
            <a:ext cx="1477533" cy="108755"/>
            <a:chOff x="4616246" y="3878362"/>
            <a:chExt cx="5571416" cy="410087"/>
          </a:xfrm>
          <a:solidFill>
            <a:schemeClr val="tx1">
              <a:alpha val="80000"/>
            </a:schemeClr>
          </a:solidFill>
        </p:grpSpPr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xmlns="" id="{504FCFA3-39FB-4B2B-9BFB-25978CCCA5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17798" y="3887973"/>
              <a:ext cx="362030" cy="387660"/>
            </a:xfrm>
            <a:custGeom>
              <a:avLst/>
              <a:gdLst>
                <a:gd name="T0" fmla="*/ 34 w 127"/>
                <a:gd name="T1" fmla="*/ 71 h 136"/>
                <a:gd name="T2" fmla="*/ 34 w 127"/>
                <a:gd name="T3" fmla="*/ 81 h 136"/>
                <a:gd name="T4" fmla="*/ 34 w 127"/>
                <a:gd name="T5" fmla="*/ 114 h 136"/>
                <a:gd name="T6" fmla="*/ 35 w 127"/>
                <a:gd name="T7" fmla="*/ 122 h 136"/>
                <a:gd name="T8" fmla="*/ 40 w 127"/>
                <a:gd name="T9" fmla="*/ 127 h 136"/>
                <a:gd name="T10" fmla="*/ 49 w 127"/>
                <a:gd name="T11" fmla="*/ 128 h 136"/>
                <a:gd name="T12" fmla="*/ 49 w 127"/>
                <a:gd name="T13" fmla="*/ 135 h 136"/>
                <a:gd name="T14" fmla="*/ 1 w 127"/>
                <a:gd name="T15" fmla="*/ 135 h 136"/>
                <a:gd name="T16" fmla="*/ 0 w 127"/>
                <a:gd name="T17" fmla="*/ 132 h 136"/>
                <a:gd name="T18" fmla="*/ 0 w 127"/>
                <a:gd name="T19" fmla="*/ 128 h 136"/>
                <a:gd name="T20" fmla="*/ 9 w 127"/>
                <a:gd name="T21" fmla="*/ 127 h 136"/>
                <a:gd name="T22" fmla="*/ 16 w 127"/>
                <a:gd name="T23" fmla="*/ 120 h 136"/>
                <a:gd name="T24" fmla="*/ 17 w 127"/>
                <a:gd name="T25" fmla="*/ 111 h 136"/>
                <a:gd name="T26" fmla="*/ 17 w 127"/>
                <a:gd name="T27" fmla="*/ 22 h 136"/>
                <a:gd name="T28" fmla="*/ 16 w 127"/>
                <a:gd name="T29" fmla="*/ 15 h 136"/>
                <a:gd name="T30" fmla="*/ 9 w 127"/>
                <a:gd name="T31" fmla="*/ 9 h 136"/>
                <a:gd name="T32" fmla="*/ 0 w 127"/>
                <a:gd name="T33" fmla="*/ 8 h 136"/>
                <a:gd name="T34" fmla="*/ 0 w 127"/>
                <a:gd name="T35" fmla="*/ 1 h 136"/>
                <a:gd name="T36" fmla="*/ 4 w 127"/>
                <a:gd name="T37" fmla="*/ 0 h 136"/>
                <a:gd name="T38" fmla="*/ 71 w 127"/>
                <a:gd name="T39" fmla="*/ 0 h 136"/>
                <a:gd name="T40" fmla="*/ 94 w 127"/>
                <a:gd name="T41" fmla="*/ 4 h 136"/>
                <a:gd name="T42" fmla="*/ 116 w 127"/>
                <a:gd name="T43" fmla="*/ 32 h 136"/>
                <a:gd name="T44" fmla="*/ 97 w 127"/>
                <a:gd name="T45" fmla="*/ 66 h 136"/>
                <a:gd name="T46" fmla="*/ 80 w 127"/>
                <a:gd name="T47" fmla="*/ 70 h 136"/>
                <a:gd name="T48" fmla="*/ 71 w 127"/>
                <a:gd name="T49" fmla="*/ 71 h 136"/>
                <a:gd name="T50" fmla="*/ 73 w 127"/>
                <a:gd name="T51" fmla="*/ 75 h 136"/>
                <a:gd name="T52" fmla="*/ 104 w 127"/>
                <a:gd name="T53" fmla="*/ 114 h 136"/>
                <a:gd name="T54" fmla="*/ 105 w 127"/>
                <a:gd name="T55" fmla="*/ 116 h 136"/>
                <a:gd name="T56" fmla="*/ 127 w 127"/>
                <a:gd name="T57" fmla="*/ 128 h 136"/>
                <a:gd name="T58" fmla="*/ 127 w 127"/>
                <a:gd name="T59" fmla="*/ 135 h 136"/>
                <a:gd name="T60" fmla="*/ 116 w 127"/>
                <a:gd name="T61" fmla="*/ 135 h 136"/>
                <a:gd name="T62" fmla="*/ 102 w 127"/>
                <a:gd name="T63" fmla="*/ 136 h 136"/>
                <a:gd name="T64" fmla="*/ 96 w 127"/>
                <a:gd name="T65" fmla="*/ 132 h 136"/>
                <a:gd name="T66" fmla="*/ 59 w 127"/>
                <a:gd name="T67" fmla="*/ 82 h 136"/>
                <a:gd name="T68" fmla="*/ 52 w 127"/>
                <a:gd name="T69" fmla="*/ 73 h 136"/>
                <a:gd name="T70" fmla="*/ 49 w 127"/>
                <a:gd name="T71" fmla="*/ 71 h 136"/>
                <a:gd name="T72" fmla="*/ 34 w 127"/>
                <a:gd name="T73" fmla="*/ 71 h 136"/>
                <a:gd name="T74" fmla="*/ 34 w 127"/>
                <a:gd name="T75" fmla="*/ 61 h 136"/>
                <a:gd name="T76" fmla="*/ 36 w 127"/>
                <a:gd name="T77" fmla="*/ 62 h 136"/>
                <a:gd name="T78" fmla="*/ 66 w 127"/>
                <a:gd name="T79" fmla="*/ 62 h 136"/>
                <a:gd name="T80" fmla="*/ 82 w 127"/>
                <a:gd name="T81" fmla="*/ 59 h 136"/>
                <a:gd name="T82" fmla="*/ 96 w 127"/>
                <a:gd name="T83" fmla="*/ 44 h 136"/>
                <a:gd name="T84" fmla="*/ 96 w 127"/>
                <a:gd name="T85" fmla="*/ 29 h 136"/>
                <a:gd name="T86" fmla="*/ 81 w 127"/>
                <a:gd name="T87" fmla="*/ 12 h 136"/>
                <a:gd name="T88" fmla="*/ 70 w 127"/>
                <a:gd name="T89" fmla="*/ 11 h 136"/>
                <a:gd name="T90" fmla="*/ 37 w 127"/>
                <a:gd name="T91" fmla="*/ 11 h 136"/>
                <a:gd name="T92" fmla="*/ 34 w 127"/>
                <a:gd name="T93" fmla="*/ 11 h 136"/>
                <a:gd name="T94" fmla="*/ 34 w 127"/>
                <a:gd name="T95" fmla="*/ 6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7" h="136">
                  <a:moveTo>
                    <a:pt x="34" y="71"/>
                  </a:moveTo>
                  <a:cubicBezTo>
                    <a:pt x="34" y="75"/>
                    <a:pt x="34" y="78"/>
                    <a:pt x="34" y="81"/>
                  </a:cubicBezTo>
                  <a:cubicBezTo>
                    <a:pt x="34" y="92"/>
                    <a:pt x="34" y="103"/>
                    <a:pt x="34" y="114"/>
                  </a:cubicBezTo>
                  <a:cubicBezTo>
                    <a:pt x="34" y="117"/>
                    <a:pt x="34" y="119"/>
                    <a:pt x="35" y="122"/>
                  </a:cubicBezTo>
                  <a:cubicBezTo>
                    <a:pt x="35" y="125"/>
                    <a:pt x="37" y="127"/>
                    <a:pt x="40" y="127"/>
                  </a:cubicBezTo>
                  <a:cubicBezTo>
                    <a:pt x="43" y="127"/>
                    <a:pt x="46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7" y="135"/>
                    <a:pt x="1" y="135"/>
                  </a:cubicBezTo>
                  <a:cubicBezTo>
                    <a:pt x="0" y="134"/>
                    <a:pt x="0" y="133"/>
                    <a:pt x="0" y="132"/>
                  </a:cubicBezTo>
                  <a:cubicBezTo>
                    <a:pt x="0" y="131"/>
                    <a:pt x="0" y="130"/>
                    <a:pt x="0" y="128"/>
                  </a:cubicBezTo>
                  <a:cubicBezTo>
                    <a:pt x="3" y="128"/>
                    <a:pt x="6" y="128"/>
                    <a:pt x="9" y="127"/>
                  </a:cubicBezTo>
                  <a:cubicBezTo>
                    <a:pt x="14" y="126"/>
                    <a:pt x="15" y="125"/>
                    <a:pt x="16" y="120"/>
                  </a:cubicBezTo>
                  <a:cubicBezTo>
                    <a:pt x="16" y="117"/>
                    <a:pt x="17" y="114"/>
                    <a:pt x="17" y="111"/>
                  </a:cubicBezTo>
                  <a:cubicBezTo>
                    <a:pt x="17" y="81"/>
                    <a:pt x="17" y="52"/>
                    <a:pt x="17" y="22"/>
                  </a:cubicBezTo>
                  <a:cubicBezTo>
                    <a:pt x="17" y="20"/>
                    <a:pt x="16" y="17"/>
                    <a:pt x="16" y="15"/>
                  </a:cubicBezTo>
                  <a:cubicBezTo>
                    <a:pt x="15" y="11"/>
                    <a:pt x="13" y="9"/>
                    <a:pt x="9" y="9"/>
                  </a:cubicBezTo>
                  <a:cubicBezTo>
                    <a:pt x="6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26" y="0"/>
                    <a:pt x="49" y="0"/>
                    <a:pt x="71" y="0"/>
                  </a:cubicBezTo>
                  <a:cubicBezTo>
                    <a:pt x="79" y="0"/>
                    <a:pt x="86" y="1"/>
                    <a:pt x="94" y="4"/>
                  </a:cubicBezTo>
                  <a:cubicBezTo>
                    <a:pt x="108" y="9"/>
                    <a:pt x="115" y="18"/>
                    <a:pt x="116" y="32"/>
                  </a:cubicBezTo>
                  <a:cubicBezTo>
                    <a:pt x="117" y="48"/>
                    <a:pt x="110" y="60"/>
                    <a:pt x="97" y="66"/>
                  </a:cubicBezTo>
                  <a:cubicBezTo>
                    <a:pt x="91" y="68"/>
                    <a:pt x="86" y="70"/>
                    <a:pt x="80" y="70"/>
                  </a:cubicBezTo>
                  <a:cubicBezTo>
                    <a:pt x="77" y="70"/>
                    <a:pt x="74" y="71"/>
                    <a:pt x="71" y="71"/>
                  </a:cubicBezTo>
                  <a:cubicBezTo>
                    <a:pt x="72" y="73"/>
                    <a:pt x="73" y="74"/>
                    <a:pt x="73" y="75"/>
                  </a:cubicBezTo>
                  <a:cubicBezTo>
                    <a:pt x="84" y="88"/>
                    <a:pt x="94" y="101"/>
                    <a:pt x="104" y="114"/>
                  </a:cubicBezTo>
                  <a:cubicBezTo>
                    <a:pt x="105" y="115"/>
                    <a:pt x="105" y="115"/>
                    <a:pt x="105" y="116"/>
                  </a:cubicBezTo>
                  <a:cubicBezTo>
                    <a:pt x="111" y="122"/>
                    <a:pt x="117" y="128"/>
                    <a:pt x="127" y="128"/>
                  </a:cubicBezTo>
                  <a:cubicBezTo>
                    <a:pt x="127" y="130"/>
                    <a:pt x="127" y="133"/>
                    <a:pt x="127" y="135"/>
                  </a:cubicBezTo>
                  <a:cubicBezTo>
                    <a:pt x="124" y="135"/>
                    <a:pt x="120" y="135"/>
                    <a:pt x="116" y="135"/>
                  </a:cubicBezTo>
                  <a:cubicBezTo>
                    <a:pt x="111" y="135"/>
                    <a:pt x="107" y="135"/>
                    <a:pt x="102" y="136"/>
                  </a:cubicBezTo>
                  <a:cubicBezTo>
                    <a:pt x="99" y="136"/>
                    <a:pt x="97" y="134"/>
                    <a:pt x="96" y="132"/>
                  </a:cubicBezTo>
                  <a:cubicBezTo>
                    <a:pt x="83" y="115"/>
                    <a:pt x="71" y="99"/>
                    <a:pt x="59" y="82"/>
                  </a:cubicBezTo>
                  <a:cubicBezTo>
                    <a:pt x="57" y="79"/>
                    <a:pt x="54" y="76"/>
                    <a:pt x="52" y="73"/>
                  </a:cubicBezTo>
                  <a:cubicBezTo>
                    <a:pt x="51" y="72"/>
                    <a:pt x="50" y="71"/>
                    <a:pt x="49" y="71"/>
                  </a:cubicBezTo>
                  <a:cubicBezTo>
                    <a:pt x="44" y="71"/>
                    <a:pt x="39" y="71"/>
                    <a:pt x="34" y="71"/>
                  </a:cubicBezTo>
                  <a:close/>
                  <a:moveTo>
                    <a:pt x="34" y="61"/>
                  </a:moveTo>
                  <a:cubicBezTo>
                    <a:pt x="35" y="62"/>
                    <a:pt x="36" y="62"/>
                    <a:pt x="36" y="62"/>
                  </a:cubicBezTo>
                  <a:cubicBezTo>
                    <a:pt x="46" y="62"/>
                    <a:pt x="56" y="62"/>
                    <a:pt x="66" y="62"/>
                  </a:cubicBezTo>
                  <a:cubicBezTo>
                    <a:pt x="72" y="61"/>
                    <a:pt x="77" y="60"/>
                    <a:pt x="82" y="59"/>
                  </a:cubicBezTo>
                  <a:cubicBezTo>
                    <a:pt x="90" y="56"/>
                    <a:pt x="94" y="51"/>
                    <a:pt x="96" y="44"/>
                  </a:cubicBezTo>
                  <a:cubicBezTo>
                    <a:pt x="96" y="39"/>
                    <a:pt x="97" y="34"/>
                    <a:pt x="96" y="29"/>
                  </a:cubicBezTo>
                  <a:cubicBezTo>
                    <a:pt x="95" y="20"/>
                    <a:pt x="90" y="15"/>
                    <a:pt x="81" y="12"/>
                  </a:cubicBezTo>
                  <a:cubicBezTo>
                    <a:pt x="77" y="11"/>
                    <a:pt x="74" y="11"/>
                    <a:pt x="70" y="11"/>
                  </a:cubicBezTo>
                  <a:cubicBezTo>
                    <a:pt x="59" y="10"/>
                    <a:pt x="48" y="11"/>
                    <a:pt x="37" y="11"/>
                  </a:cubicBezTo>
                  <a:cubicBezTo>
                    <a:pt x="36" y="11"/>
                    <a:pt x="35" y="11"/>
                    <a:pt x="34" y="11"/>
                  </a:cubicBezTo>
                  <a:cubicBezTo>
                    <a:pt x="34" y="28"/>
                    <a:pt x="34" y="44"/>
                    <a:pt x="34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xmlns="" id="{A3FBFB70-9C9F-4DFE-BA7E-B2EF8E855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3898" y="3887973"/>
              <a:ext cx="362030" cy="384457"/>
            </a:xfrm>
            <a:custGeom>
              <a:avLst/>
              <a:gdLst>
                <a:gd name="T0" fmla="*/ 50 w 127"/>
                <a:gd name="T1" fmla="*/ 70 h 135"/>
                <a:gd name="T2" fmla="*/ 34 w 127"/>
                <a:gd name="T3" fmla="*/ 87 h 135"/>
                <a:gd name="T4" fmla="*/ 33 w 127"/>
                <a:gd name="T5" fmla="*/ 90 h 135"/>
                <a:gd name="T6" fmla="*/ 33 w 127"/>
                <a:gd name="T7" fmla="*/ 116 h 135"/>
                <a:gd name="T8" fmla="*/ 34 w 127"/>
                <a:gd name="T9" fmla="*/ 120 h 135"/>
                <a:gd name="T10" fmla="*/ 41 w 127"/>
                <a:gd name="T11" fmla="*/ 127 h 135"/>
                <a:gd name="T12" fmla="*/ 49 w 127"/>
                <a:gd name="T13" fmla="*/ 128 h 135"/>
                <a:gd name="T14" fmla="*/ 49 w 127"/>
                <a:gd name="T15" fmla="*/ 135 h 135"/>
                <a:gd name="T16" fmla="*/ 0 w 127"/>
                <a:gd name="T17" fmla="*/ 135 h 135"/>
                <a:gd name="T18" fmla="*/ 0 w 127"/>
                <a:gd name="T19" fmla="*/ 128 h 135"/>
                <a:gd name="T20" fmla="*/ 7 w 127"/>
                <a:gd name="T21" fmla="*/ 128 h 135"/>
                <a:gd name="T22" fmla="*/ 16 w 127"/>
                <a:gd name="T23" fmla="*/ 118 h 135"/>
                <a:gd name="T24" fmla="*/ 16 w 127"/>
                <a:gd name="T25" fmla="*/ 111 h 135"/>
                <a:gd name="T26" fmla="*/ 16 w 127"/>
                <a:gd name="T27" fmla="*/ 24 h 135"/>
                <a:gd name="T28" fmla="*/ 16 w 127"/>
                <a:gd name="T29" fmla="*/ 16 h 135"/>
                <a:gd name="T30" fmla="*/ 8 w 127"/>
                <a:gd name="T31" fmla="*/ 9 h 135"/>
                <a:gd name="T32" fmla="*/ 0 w 127"/>
                <a:gd name="T33" fmla="*/ 8 h 135"/>
                <a:gd name="T34" fmla="*/ 0 w 127"/>
                <a:gd name="T35" fmla="*/ 1 h 135"/>
                <a:gd name="T36" fmla="*/ 49 w 127"/>
                <a:gd name="T37" fmla="*/ 1 h 135"/>
                <a:gd name="T38" fmla="*/ 50 w 127"/>
                <a:gd name="T39" fmla="*/ 8 h 135"/>
                <a:gd name="T40" fmla="*/ 41 w 127"/>
                <a:gd name="T41" fmla="*/ 9 h 135"/>
                <a:gd name="T42" fmla="*/ 34 w 127"/>
                <a:gd name="T43" fmla="*/ 16 h 135"/>
                <a:gd name="T44" fmla="*/ 33 w 127"/>
                <a:gd name="T45" fmla="*/ 23 h 135"/>
                <a:gd name="T46" fmla="*/ 33 w 127"/>
                <a:gd name="T47" fmla="*/ 70 h 135"/>
                <a:gd name="T48" fmla="*/ 33 w 127"/>
                <a:gd name="T49" fmla="*/ 73 h 135"/>
                <a:gd name="T50" fmla="*/ 36 w 127"/>
                <a:gd name="T51" fmla="*/ 71 h 135"/>
                <a:gd name="T52" fmla="*/ 83 w 127"/>
                <a:gd name="T53" fmla="*/ 19 h 135"/>
                <a:gd name="T54" fmla="*/ 86 w 127"/>
                <a:gd name="T55" fmla="*/ 14 h 135"/>
                <a:gd name="T56" fmla="*/ 84 w 127"/>
                <a:gd name="T57" fmla="*/ 9 h 135"/>
                <a:gd name="T58" fmla="*/ 76 w 127"/>
                <a:gd name="T59" fmla="*/ 8 h 135"/>
                <a:gd name="T60" fmla="*/ 76 w 127"/>
                <a:gd name="T61" fmla="*/ 1 h 135"/>
                <a:gd name="T62" fmla="*/ 122 w 127"/>
                <a:gd name="T63" fmla="*/ 1 h 135"/>
                <a:gd name="T64" fmla="*/ 122 w 127"/>
                <a:gd name="T65" fmla="*/ 8 h 135"/>
                <a:gd name="T66" fmla="*/ 118 w 127"/>
                <a:gd name="T67" fmla="*/ 8 h 135"/>
                <a:gd name="T68" fmla="*/ 99 w 127"/>
                <a:gd name="T69" fmla="*/ 18 h 135"/>
                <a:gd name="T70" fmla="*/ 77 w 127"/>
                <a:gd name="T71" fmla="*/ 41 h 135"/>
                <a:gd name="T72" fmla="*/ 62 w 127"/>
                <a:gd name="T73" fmla="*/ 57 h 135"/>
                <a:gd name="T74" fmla="*/ 64 w 127"/>
                <a:gd name="T75" fmla="*/ 61 h 135"/>
                <a:gd name="T76" fmla="*/ 102 w 127"/>
                <a:gd name="T77" fmla="*/ 113 h 135"/>
                <a:gd name="T78" fmla="*/ 108 w 127"/>
                <a:gd name="T79" fmla="*/ 120 h 135"/>
                <a:gd name="T80" fmla="*/ 123 w 127"/>
                <a:gd name="T81" fmla="*/ 127 h 135"/>
                <a:gd name="T82" fmla="*/ 127 w 127"/>
                <a:gd name="T83" fmla="*/ 128 h 135"/>
                <a:gd name="T84" fmla="*/ 127 w 127"/>
                <a:gd name="T85" fmla="*/ 135 h 135"/>
                <a:gd name="T86" fmla="*/ 73 w 127"/>
                <a:gd name="T87" fmla="*/ 135 h 135"/>
                <a:gd name="T88" fmla="*/ 73 w 127"/>
                <a:gd name="T89" fmla="*/ 128 h 135"/>
                <a:gd name="T90" fmla="*/ 80 w 127"/>
                <a:gd name="T91" fmla="*/ 127 h 135"/>
                <a:gd name="T92" fmla="*/ 84 w 127"/>
                <a:gd name="T93" fmla="*/ 120 h 135"/>
                <a:gd name="T94" fmla="*/ 82 w 127"/>
                <a:gd name="T95" fmla="*/ 115 h 135"/>
                <a:gd name="T96" fmla="*/ 51 w 127"/>
                <a:gd name="T97" fmla="*/ 72 h 135"/>
                <a:gd name="T98" fmla="*/ 50 w 127"/>
                <a:gd name="T99" fmla="*/ 7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7" h="135">
                  <a:moveTo>
                    <a:pt x="50" y="70"/>
                  </a:moveTo>
                  <a:cubicBezTo>
                    <a:pt x="44" y="76"/>
                    <a:pt x="39" y="81"/>
                    <a:pt x="34" y="87"/>
                  </a:cubicBezTo>
                  <a:cubicBezTo>
                    <a:pt x="33" y="88"/>
                    <a:pt x="33" y="89"/>
                    <a:pt x="33" y="90"/>
                  </a:cubicBezTo>
                  <a:cubicBezTo>
                    <a:pt x="33" y="99"/>
                    <a:pt x="33" y="107"/>
                    <a:pt x="33" y="116"/>
                  </a:cubicBezTo>
                  <a:cubicBezTo>
                    <a:pt x="33" y="117"/>
                    <a:pt x="33" y="118"/>
                    <a:pt x="34" y="120"/>
                  </a:cubicBezTo>
                  <a:cubicBezTo>
                    <a:pt x="35" y="125"/>
                    <a:pt x="36" y="126"/>
                    <a:pt x="41" y="127"/>
                  </a:cubicBezTo>
                  <a:cubicBezTo>
                    <a:pt x="44" y="127"/>
                    <a:pt x="46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7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2" y="128"/>
                    <a:pt x="5" y="128"/>
                    <a:pt x="7" y="128"/>
                  </a:cubicBezTo>
                  <a:cubicBezTo>
                    <a:pt x="14" y="127"/>
                    <a:pt x="16" y="125"/>
                    <a:pt x="16" y="118"/>
                  </a:cubicBezTo>
                  <a:cubicBezTo>
                    <a:pt x="16" y="115"/>
                    <a:pt x="16" y="113"/>
                    <a:pt x="16" y="111"/>
                  </a:cubicBezTo>
                  <a:cubicBezTo>
                    <a:pt x="16" y="82"/>
                    <a:pt x="16" y="53"/>
                    <a:pt x="16" y="24"/>
                  </a:cubicBezTo>
                  <a:cubicBezTo>
                    <a:pt x="16" y="21"/>
                    <a:pt x="16" y="18"/>
                    <a:pt x="16" y="16"/>
                  </a:cubicBezTo>
                  <a:cubicBezTo>
                    <a:pt x="15" y="11"/>
                    <a:pt x="13" y="9"/>
                    <a:pt x="8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4" y="0"/>
                    <a:pt x="40" y="0"/>
                    <a:pt x="49" y="1"/>
                  </a:cubicBezTo>
                  <a:cubicBezTo>
                    <a:pt x="49" y="3"/>
                    <a:pt x="50" y="5"/>
                    <a:pt x="50" y="8"/>
                  </a:cubicBezTo>
                  <a:cubicBezTo>
                    <a:pt x="47" y="8"/>
                    <a:pt x="44" y="8"/>
                    <a:pt x="41" y="9"/>
                  </a:cubicBezTo>
                  <a:cubicBezTo>
                    <a:pt x="37" y="9"/>
                    <a:pt x="34" y="11"/>
                    <a:pt x="34" y="16"/>
                  </a:cubicBezTo>
                  <a:cubicBezTo>
                    <a:pt x="33" y="18"/>
                    <a:pt x="33" y="20"/>
                    <a:pt x="33" y="23"/>
                  </a:cubicBezTo>
                  <a:cubicBezTo>
                    <a:pt x="33" y="39"/>
                    <a:pt x="33" y="54"/>
                    <a:pt x="33" y="70"/>
                  </a:cubicBezTo>
                  <a:cubicBezTo>
                    <a:pt x="33" y="71"/>
                    <a:pt x="33" y="72"/>
                    <a:pt x="33" y="73"/>
                  </a:cubicBezTo>
                  <a:cubicBezTo>
                    <a:pt x="35" y="72"/>
                    <a:pt x="36" y="72"/>
                    <a:pt x="36" y="71"/>
                  </a:cubicBezTo>
                  <a:cubicBezTo>
                    <a:pt x="52" y="54"/>
                    <a:pt x="67" y="37"/>
                    <a:pt x="83" y="19"/>
                  </a:cubicBezTo>
                  <a:cubicBezTo>
                    <a:pt x="84" y="18"/>
                    <a:pt x="85" y="16"/>
                    <a:pt x="86" y="14"/>
                  </a:cubicBezTo>
                  <a:cubicBezTo>
                    <a:pt x="88" y="12"/>
                    <a:pt x="87" y="10"/>
                    <a:pt x="84" y="9"/>
                  </a:cubicBezTo>
                  <a:cubicBezTo>
                    <a:pt x="81" y="8"/>
                    <a:pt x="79" y="8"/>
                    <a:pt x="76" y="8"/>
                  </a:cubicBezTo>
                  <a:cubicBezTo>
                    <a:pt x="76" y="5"/>
                    <a:pt x="76" y="3"/>
                    <a:pt x="76" y="1"/>
                  </a:cubicBezTo>
                  <a:cubicBezTo>
                    <a:pt x="79" y="0"/>
                    <a:pt x="114" y="0"/>
                    <a:pt x="122" y="1"/>
                  </a:cubicBezTo>
                  <a:cubicBezTo>
                    <a:pt x="122" y="3"/>
                    <a:pt x="122" y="5"/>
                    <a:pt x="122" y="8"/>
                  </a:cubicBezTo>
                  <a:cubicBezTo>
                    <a:pt x="121" y="8"/>
                    <a:pt x="120" y="8"/>
                    <a:pt x="118" y="8"/>
                  </a:cubicBezTo>
                  <a:cubicBezTo>
                    <a:pt x="111" y="9"/>
                    <a:pt x="104" y="12"/>
                    <a:pt x="99" y="18"/>
                  </a:cubicBezTo>
                  <a:cubicBezTo>
                    <a:pt x="92" y="25"/>
                    <a:pt x="85" y="33"/>
                    <a:pt x="77" y="41"/>
                  </a:cubicBezTo>
                  <a:cubicBezTo>
                    <a:pt x="72" y="46"/>
                    <a:pt x="67" y="52"/>
                    <a:pt x="62" y="57"/>
                  </a:cubicBezTo>
                  <a:cubicBezTo>
                    <a:pt x="63" y="58"/>
                    <a:pt x="64" y="59"/>
                    <a:pt x="64" y="61"/>
                  </a:cubicBezTo>
                  <a:cubicBezTo>
                    <a:pt x="77" y="78"/>
                    <a:pt x="90" y="95"/>
                    <a:pt x="102" y="113"/>
                  </a:cubicBezTo>
                  <a:cubicBezTo>
                    <a:pt x="104" y="115"/>
                    <a:pt x="106" y="118"/>
                    <a:pt x="108" y="120"/>
                  </a:cubicBezTo>
                  <a:cubicBezTo>
                    <a:pt x="112" y="124"/>
                    <a:pt x="117" y="127"/>
                    <a:pt x="123" y="127"/>
                  </a:cubicBezTo>
                  <a:cubicBezTo>
                    <a:pt x="124" y="128"/>
                    <a:pt x="125" y="128"/>
                    <a:pt x="127" y="128"/>
                  </a:cubicBezTo>
                  <a:cubicBezTo>
                    <a:pt x="127" y="130"/>
                    <a:pt x="127" y="133"/>
                    <a:pt x="127" y="135"/>
                  </a:cubicBezTo>
                  <a:cubicBezTo>
                    <a:pt x="109" y="135"/>
                    <a:pt x="91" y="135"/>
                    <a:pt x="73" y="135"/>
                  </a:cubicBezTo>
                  <a:cubicBezTo>
                    <a:pt x="73" y="133"/>
                    <a:pt x="73" y="131"/>
                    <a:pt x="73" y="128"/>
                  </a:cubicBezTo>
                  <a:cubicBezTo>
                    <a:pt x="75" y="128"/>
                    <a:pt x="78" y="128"/>
                    <a:pt x="80" y="127"/>
                  </a:cubicBezTo>
                  <a:cubicBezTo>
                    <a:pt x="85" y="127"/>
                    <a:pt x="86" y="125"/>
                    <a:pt x="84" y="120"/>
                  </a:cubicBezTo>
                  <a:cubicBezTo>
                    <a:pt x="84" y="118"/>
                    <a:pt x="83" y="117"/>
                    <a:pt x="82" y="115"/>
                  </a:cubicBezTo>
                  <a:cubicBezTo>
                    <a:pt x="72" y="101"/>
                    <a:pt x="61" y="86"/>
                    <a:pt x="51" y="72"/>
                  </a:cubicBezTo>
                  <a:cubicBezTo>
                    <a:pt x="51" y="71"/>
                    <a:pt x="50" y="71"/>
                    <a:pt x="50" y="7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xmlns="" id="{598D91F9-4849-4702-91A4-5EC21EE1F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8607" y="3887973"/>
              <a:ext cx="358826" cy="384457"/>
            </a:xfrm>
            <a:custGeom>
              <a:avLst/>
              <a:gdLst>
                <a:gd name="T0" fmla="*/ 28 w 126"/>
                <a:gd name="T1" fmla="*/ 16 h 135"/>
                <a:gd name="T2" fmla="*/ 28 w 126"/>
                <a:gd name="T3" fmla="*/ 20 h 135"/>
                <a:gd name="T4" fmla="*/ 28 w 126"/>
                <a:gd name="T5" fmla="*/ 109 h 135"/>
                <a:gd name="T6" fmla="*/ 28 w 126"/>
                <a:gd name="T7" fmla="*/ 119 h 135"/>
                <a:gd name="T8" fmla="*/ 37 w 126"/>
                <a:gd name="T9" fmla="*/ 127 h 135"/>
                <a:gd name="T10" fmla="*/ 44 w 126"/>
                <a:gd name="T11" fmla="*/ 128 h 135"/>
                <a:gd name="T12" fmla="*/ 44 w 126"/>
                <a:gd name="T13" fmla="*/ 135 h 135"/>
                <a:gd name="T14" fmla="*/ 0 w 126"/>
                <a:gd name="T15" fmla="*/ 135 h 135"/>
                <a:gd name="T16" fmla="*/ 0 w 126"/>
                <a:gd name="T17" fmla="*/ 128 h 135"/>
                <a:gd name="T18" fmla="*/ 8 w 126"/>
                <a:gd name="T19" fmla="*/ 127 h 135"/>
                <a:gd name="T20" fmla="*/ 16 w 126"/>
                <a:gd name="T21" fmla="*/ 120 h 135"/>
                <a:gd name="T22" fmla="*/ 16 w 126"/>
                <a:gd name="T23" fmla="*/ 113 h 135"/>
                <a:gd name="T24" fmla="*/ 16 w 126"/>
                <a:gd name="T25" fmla="*/ 19 h 135"/>
                <a:gd name="T26" fmla="*/ 16 w 126"/>
                <a:gd name="T27" fmla="*/ 15 h 135"/>
                <a:gd name="T28" fmla="*/ 9 w 126"/>
                <a:gd name="T29" fmla="*/ 9 h 135"/>
                <a:gd name="T30" fmla="*/ 5 w 126"/>
                <a:gd name="T31" fmla="*/ 8 h 135"/>
                <a:gd name="T32" fmla="*/ 1 w 126"/>
                <a:gd name="T33" fmla="*/ 8 h 135"/>
                <a:gd name="T34" fmla="*/ 1 w 126"/>
                <a:gd name="T35" fmla="*/ 1 h 135"/>
                <a:gd name="T36" fmla="*/ 40 w 126"/>
                <a:gd name="T37" fmla="*/ 1 h 135"/>
                <a:gd name="T38" fmla="*/ 98 w 126"/>
                <a:gd name="T39" fmla="*/ 100 h 135"/>
                <a:gd name="T40" fmla="*/ 99 w 126"/>
                <a:gd name="T41" fmla="*/ 100 h 135"/>
                <a:gd name="T42" fmla="*/ 99 w 126"/>
                <a:gd name="T43" fmla="*/ 96 h 135"/>
                <a:gd name="T44" fmla="*/ 99 w 126"/>
                <a:gd name="T45" fmla="*/ 24 h 135"/>
                <a:gd name="T46" fmla="*/ 98 w 126"/>
                <a:gd name="T47" fmla="*/ 16 h 135"/>
                <a:gd name="T48" fmla="*/ 90 w 126"/>
                <a:gd name="T49" fmla="*/ 9 h 135"/>
                <a:gd name="T50" fmla="*/ 83 w 126"/>
                <a:gd name="T51" fmla="*/ 8 h 135"/>
                <a:gd name="T52" fmla="*/ 83 w 126"/>
                <a:gd name="T53" fmla="*/ 1 h 135"/>
                <a:gd name="T54" fmla="*/ 126 w 126"/>
                <a:gd name="T55" fmla="*/ 1 h 135"/>
                <a:gd name="T56" fmla="*/ 126 w 126"/>
                <a:gd name="T57" fmla="*/ 8 h 135"/>
                <a:gd name="T58" fmla="*/ 119 w 126"/>
                <a:gd name="T59" fmla="*/ 9 h 135"/>
                <a:gd name="T60" fmla="*/ 111 w 126"/>
                <a:gd name="T61" fmla="*/ 16 h 135"/>
                <a:gd name="T62" fmla="*/ 110 w 126"/>
                <a:gd name="T63" fmla="*/ 27 h 135"/>
                <a:gd name="T64" fmla="*/ 110 w 126"/>
                <a:gd name="T65" fmla="*/ 129 h 135"/>
                <a:gd name="T66" fmla="*/ 110 w 126"/>
                <a:gd name="T67" fmla="*/ 135 h 135"/>
                <a:gd name="T68" fmla="*/ 99 w 126"/>
                <a:gd name="T69" fmla="*/ 135 h 135"/>
                <a:gd name="T70" fmla="*/ 29 w 126"/>
                <a:gd name="T71" fmla="*/ 15 h 135"/>
                <a:gd name="T72" fmla="*/ 28 w 126"/>
                <a:gd name="T73" fmla="*/ 1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6" h="135">
                  <a:moveTo>
                    <a:pt x="28" y="16"/>
                  </a:moveTo>
                  <a:cubicBezTo>
                    <a:pt x="28" y="17"/>
                    <a:pt x="28" y="19"/>
                    <a:pt x="28" y="20"/>
                  </a:cubicBezTo>
                  <a:cubicBezTo>
                    <a:pt x="28" y="50"/>
                    <a:pt x="28" y="79"/>
                    <a:pt x="28" y="109"/>
                  </a:cubicBezTo>
                  <a:cubicBezTo>
                    <a:pt x="28" y="112"/>
                    <a:pt x="28" y="115"/>
                    <a:pt x="28" y="119"/>
                  </a:cubicBezTo>
                  <a:cubicBezTo>
                    <a:pt x="29" y="124"/>
                    <a:pt x="31" y="126"/>
                    <a:pt x="37" y="127"/>
                  </a:cubicBezTo>
                  <a:cubicBezTo>
                    <a:pt x="39" y="127"/>
                    <a:pt x="41" y="128"/>
                    <a:pt x="44" y="128"/>
                  </a:cubicBezTo>
                  <a:cubicBezTo>
                    <a:pt x="44" y="130"/>
                    <a:pt x="44" y="133"/>
                    <a:pt x="44" y="135"/>
                  </a:cubicBezTo>
                  <a:cubicBezTo>
                    <a:pt x="29" y="135"/>
                    <a:pt x="15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3" y="128"/>
                    <a:pt x="5" y="127"/>
                    <a:pt x="8" y="127"/>
                  </a:cubicBezTo>
                  <a:cubicBezTo>
                    <a:pt x="12" y="127"/>
                    <a:pt x="15" y="124"/>
                    <a:pt x="16" y="120"/>
                  </a:cubicBezTo>
                  <a:cubicBezTo>
                    <a:pt x="16" y="118"/>
                    <a:pt x="16" y="115"/>
                    <a:pt x="16" y="113"/>
                  </a:cubicBezTo>
                  <a:cubicBezTo>
                    <a:pt x="16" y="82"/>
                    <a:pt x="16" y="50"/>
                    <a:pt x="16" y="19"/>
                  </a:cubicBezTo>
                  <a:cubicBezTo>
                    <a:pt x="16" y="18"/>
                    <a:pt x="16" y="17"/>
                    <a:pt x="16" y="15"/>
                  </a:cubicBezTo>
                  <a:cubicBezTo>
                    <a:pt x="16" y="11"/>
                    <a:pt x="14" y="9"/>
                    <a:pt x="9" y="9"/>
                  </a:cubicBezTo>
                  <a:cubicBezTo>
                    <a:pt x="8" y="8"/>
                    <a:pt x="7" y="8"/>
                    <a:pt x="5" y="8"/>
                  </a:cubicBezTo>
                  <a:cubicBezTo>
                    <a:pt x="4" y="8"/>
                    <a:pt x="2" y="8"/>
                    <a:pt x="1" y="8"/>
                  </a:cubicBezTo>
                  <a:cubicBezTo>
                    <a:pt x="1" y="5"/>
                    <a:pt x="1" y="3"/>
                    <a:pt x="1" y="1"/>
                  </a:cubicBezTo>
                  <a:cubicBezTo>
                    <a:pt x="14" y="1"/>
                    <a:pt x="27" y="1"/>
                    <a:pt x="40" y="1"/>
                  </a:cubicBezTo>
                  <a:cubicBezTo>
                    <a:pt x="59" y="34"/>
                    <a:pt x="79" y="67"/>
                    <a:pt x="98" y="100"/>
                  </a:cubicBezTo>
                  <a:cubicBezTo>
                    <a:pt x="98" y="100"/>
                    <a:pt x="99" y="100"/>
                    <a:pt x="99" y="100"/>
                  </a:cubicBezTo>
                  <a:cubicBezTo>
                    <a:pt x="99" y="99"/>
                    <a:pt x="99" y="97"/>
                    <a:pt x="99" y="96"/>
                  </a:cubicBezTo>
                  <a:cubicBezTo>
                    <a:pt x="99" y="72"/>
                    <a:pt x="99" y="48"/>
                    <a:pt x="99" y="24"/>
                  </a:cubicBezTo>
                  <a:cubicBezTo>
                    <a:pt x="99" y="21"/>
                    <a:pt x="99" y="19"/>
                    <a:pt x="98" y="16"/>
                  </a:cubicBezTo>
                  <a:cubicBezTo>
                    <a:pt x="97" y="12"/>
                    <a:pt x="94" y="9"/>
                    <a:pt x="90" y="9"/>
                  </a:cubicBezTo>
                  <a:cubicBezTo>
                    <a:pt x="88" y="8"/>
                    <a:pt x="86" y="8"/>
                    <a:pt x="83" y="8"/>
                  </a:cubicBezTo>
                  <a:cubicBezTo>
                    <a:pt x="83" y="5"/>
                    <a:pt x="83" y="3"/>
                    <a:pt x="83" y="1"/>
                  </a:cubicBezTo>
                  <a:cubicBezTo>
                    <a:pt x="87" y="0"/>
                    <a:pt x="115" y="0"/>
                    <a:pt x="126" y="1"/>
                  </a:cubicBezTo>
                  <a:cubicBezTo>
                    <a:pt x="126" y="3"/>
                    <a:pt x="126" y="5"/>
                    <a:pt x="126" y="8"/>
                  </a:cubicBezTo>
                  <a:cubicBezTo>
                    <a:pt x="124" y="8"/>
                    <a:pt x="122" y="8"/>
                    <a:pt x="119" y="9"/>
                  </a:cubicBezTo>
                  <a:cubicBezTo>
                    <a:pt x="115" y="9"/>
                    <a:pt x="112" y="12"/>
                    <a:pt x="111" y="16"/>
                  </a:cubicBezTo>
                  <a:cubicBezTo>
                    <a:pt x="111" y="20"/>
                    <a:pt x="110" y="23"/>
                    <a:pt x="110" y="27"/>
                  </a:cubicBezTo>
                  <a:cubicBezTo>
                    <a:pt x="110" y="61"/>
                    <a:pt x="110" y="95"/>
                    <a:pt x="110" y="129"/>
                  </a:cubicBezTo>
                  <a:cubicBezTo>
                    <a:pt x="110" y="131"/>
                    <a:pt x="110" y="133"/>
                    <a:pt x="110" y="135"/>
                  </a:cubicBezTo>
                  <a:cubicBezTo>
                    <a:pt x="106" y="135"/>
                    <a:pt x="103" y="135"/>
                    <a:pt x="99" y="135"/>
                  </a:cubicBezTo>
                  <a:cubicBezTo>
                    <a:pt x="76" y="95"/>
                    <a:pt x="52" y="55"/>
                    <a:pt x="29" y="15"/>
                  </a:cubicBezTo>
                  <a:cubicBezTo>
                    <a:pt x="28" y="15"/>
                    <a:pt x="28" y="15"/>
                    <a:pt x="2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xmlns="" id="{A3DEDF37-FABD-4768-B994-5CFB44AC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3341" y="3887973"/>
              <a:ext cx="352419" cy="384457"/>
            </a:xfrm>
            <a:custGeom>
              <a:avLst/>
              <a:gdLst>
                <a:gd name="T0" fmla="*/ 0 w 124"/>
                <a:gd name="T1" fmla="*/ 8 h 135"/>
                <a:gd name="T2" fmla="*/ 0 w 124"/>
                <a:gd name="T3" fmla="*/ 1 h 135"/>
                <a:gd name="T4" fmla="*/ 105 w 124"/>
                <a:gd name="T5" fmla="*/ 1 h 135"/>
                <a:gd name="T6" fmla="*/ 117 w 124"/>
                <a:gd name="T7" fmla="*/ 35 h 135"/>
                <a:gd name="T8" fmla="*/ 110 w 124"/>
                <a:gd name="T9" fmla="*/ 39 h 135"/>
                <a:gd name="T10" fmla="*/ 107 w 124"/>
                <a:gd name="T11" fmla="*/ 33 h 135"/>
                <a:gd name="T12" fmla="*/ 78 w 124"/>
                <a:gd name="T13" fmla="*/ 11 h 135"/>
                <a:gd name="T14" fmla="*/ 34 w 124"/>
                <a:gd name="T15" fmla="*/ 11 h 135"/>
                <a:gd name="T16" fmla="*/ 34 w 124"/>
                <a:gd name="T17" fmla="*/ 61 h 135"/>
                <a:gd name="T18" fmla="*/ 55 w 124"/>
                <a:gd name="T19" fmla="*/ 60 h 135"/>
                <a:gd name="T20" fmla="*/ 69 w 124"/>
                <a:gd name="T21" fmla="*/ 45 h 135"/>
                <a:gd name="T22" fmla="*/ 70 w 124"/>
                <a:gd name="T23" fmla="*/ 36 h 135"/>
                <a:gd name="T24" fmla="*/ 78 w 124"/>
                <a:gd name="T25" fmla="*/ 36 h 135"/>
                <a:gd name="T26" fmla="*/ 78 w 124"/>
                <a:gd name="T27" fmla="*/ 95 h 135"/>
                <a:gd name="T28" fmla="*/ 74 w 124"/>
                <a:gd name="T29" fmla="*/ 95 h 135"/>
                <a:gd name="T30" fmla="*/ 70 w 124"/>
                <a:gd name="T31" fmla="*/ 95 h 135"/>
                <a:gd name="T32" fmla="*/ 70 w 124"/>
                <a:gd name="T33" fmla="*/ 88 h 135"/>
                <a:gd name="T34" fmla="*/ 68 w 124"/>
                <a:gd name="T35" fmla="*/ 81 h 135"/>
                <a:gd name="T36" fmla="*/ 58 w 124"/>
                <a:gd name="T37" fmla="*/ 71 h 135"/>
                <a:gd name="T38" fmla="*/ 34 w 124"/>
                <a:gd name="T39" fmla="*/ 70 h 135"/>
                <a:gd name="T40" fmla="*/ 33 w 124"/>
                <a:gd name="T41" fmla="*/ 74 h 135"/>
                <a:gd name="T42" fmla="*/ 33 w 124"/>
                <a:gd name="T43" fmla="*/ 115 h 135"/>
                <a:gd name="T44" fmla="*/ 43 w 124"/>
                <a:gd name="T45" fmla="*/ 125 h 135"/>
                <a:gd name="T46" fmla="*/ 69 w 124"/>
                <a:gd name="T47" fmla="*/ 125 h 135"/>
                <a:gd name="T48" fmla="*/ 112 w 124"/>
                <a:gd name="T49" fmla="*/ 97 h 135"/>
                <a:gd name="T50" fmla="*/ 115 w 124"/>
                <a:gd name="T51" fmla="*/ 90 h 135"/>
                <a:gd name="T52" fmla="*/ 124 w 124"/>
                <a:gd name="T53" fmla="*/ 93 h 135"/>
                <a:gd name="T54" fmla="*/ 109 w 124"/>
                <a:gd name="T55" fmla="*/ 135 h 135"/>
                <a:gd name="T56" fmla="*/ 0 w 124"/>
                <a:gd name="T57" fmla="*/ 135 h 135"/>
                <a:gd name="T58" fmla="*/ 0 w 124"/>
                <a:gd name="T59" fmla="*/ 128 h 135"/>
                <a:gd name="T60" fmla="*/ 8 w 124"/>
                <a:gd name="T61" fmla="*/ 127 h 135"/>
                <a:gd name="T62" fmla="*/ 15 w 124"/>
                <a:gd name="T63" fmla="*/ 120 h 135"/>
                <a:gd name="T64" fmla="*/ 16 w 124"/>
                <a:gd name="T65" fmla="*/ 113 h 135"/>
                <a:gd name="T66" fmla="*/ 16 w 124"/>
                <a:gd name="T67" fmla="*/ 21 h 135"/>
                <a:gd name="T68" fmla="*/ 16 w 124"/>
                <a:gd name="T69" fmla="*/ 16 h 135"/>
                <a:gd name="T70" fmla="*/ 8 w 124"/>
                <a:gd name="T71" fmla="*/ 9 h 135"/>
                <a:gd name="T72" fmla="*/ 4 w 124"/>
                <a:gd name="T73" fmla="*/ 8 h 135"/>
                <a:gd name="T74" fmla="*/ 0 w 124"/>
                <a:gd name="T75" fmla="*/ 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35">
                  <a:moveTo>
                    <a:pt x="0" y="8"/>
                  </a:moveTo>
                  <a:cubicBezTo>
                    <a:pt x="0" y="5"/>
                    <a:pt x="0" y="3"/>
                    <a:pt x="0" y="1"/>
                  </a:cubicBezTo>
                  <a:cubicBezTo>
                    <a:pt x="3" y="0"/>
                    <a:pt x="98" y="0"/>
                    <a:pt x="105" y="1"/>
                  </a:cubicBezTo>
                  <a:cubicBezTo>
                    <a:pt x="109" y="12"/>
                    <a:pt x="113" y="24"/>
                    <a:pt x="117" y="35"/>
                  </a:cubicBezTo>
                  <a:cubicBezTo>
                    <a:pt x="115" y="37"/>
                    <a:pt x="112" y="38"/>
                    <a:pt x="110" y="39"/>
                  </a:cubicBezTo>
                  <a:cubicBezTo>
                    <a:pt x="109" y="36"/>
                    <a:pt x="108" y="35"/>
                    <a:pt x="107" y="33"/>
                  </a:cubicBezTo>
                  <a:cubicBezTo>
                    <a:pt x="101" y="20"/>
                    <a:pt x="92" y="13"/>
                    <a:pt x="78" y="11"/>
                  </a:cubicBezTo>
                  <a:cubicBezTo>
                    <a:pt x="63" y="10"/>
                    <a:pt x="48" y="11"/>
                    <a:pt x="34" y="11"/>
                  </a:cubicBezTo>
                  <a:cubicBezTo>
                    <a:pt x="33" y="15"/>
                    <a:pt x="33" y="55"/>
                    <a:pt x="34" y="61"/>
                  </a:cubicBezTo>
                  <a:cubicBezTo>
                    <a:pt x="41" y="61"/>
                    <a:pt x="48" y="61"/>
                    <a:pt x="55" y="60"/>
                  </a:cubicBezTo>
                  <a:cubicBezTo>
                    <a:pt x="64" y="59"/>
                    <a:pt x="68" y="54"/>
                    <a:pt x="69" y="45"/>
                  </a:cubicBezTo>
                  <a:cubicBezTo>
                    <a:pt x="70" y="42"/>
                    <a:pt x="70" y="39"/>
                    <a:pt x="70" y="36"/>
                  </a:cubicBezTo>
                  <a:cubicBezTo>
                    <a:pt x="73" y="36"/>
                    <a:pt x="75" y="36"/>
                    <a:pt x="78" y="36"/>
                  </a:cubicBezTo>
                  <a:cubicBezTo>
                    <a:pt x="78" y="56"/>
                    <a:pt x="78" y="75"/>
                    <a:pt x="78" y="95"/>
                  </a:cubicBezTo>
                  <a:cubicBezTo>
                    <a:pt x="77" y="95"/>
                    <a:pt x="76" y="95"/>
                    <a:pt x="74" y="95"/>
                  </a:cubicBezTo>
                  <a:cubicBezTo>
                    <a:pt x="73" y="95"/>
                    <a:pt x="72" y="95"/>
                    <a:pt x="70" y="95"/>
                  </a:cubicBezTo>
                  <a:cubicBezTo>
                    <a:pt x="70" y="93"/>
                    <a:pt x="70" y="90"/>
                    <a:pt x="70" y="88"/>
                  </a:cubicBezTo>
                  <a:cubicBezTo>
                    <a:pt x="69" y="86"/>
                    <a:pt x="69" y="83"/>
                    <a:pt x="68" y="81"/>
                  </a:cubicBezTo>
                  <a:cubicBezTo>
                    <a:pt x="67" y="75"/>
                    <a:pt x="64" y="72"/>
                    <a:pt x="58" y="71"/>
                  </a:cubicBezTo>
                  <a:cubicBezTo>
                    <a:pt x="50" y="69"/>
                    <a:pt x="42" y="70"/>
                    <a:pt x="34" y="70"/>
                  </a:cubicBezTo>
                  <a:cubicBezTo>
                    <a:pt x="33" y="72"/>
                    <a:pt x="33" y="73"/>
                    <a:pt x="33" y="74"/>
                  </a:cubicBezTo>
                  <a:cubicBezTo>
                    <a:pt x="33" y="88"/>
                    <a:pt x="33" y="102"/>
                    <a:pt x="33" y="115"/>
                  </a:cubicBezTo>
                  <a:cubicBezTo>
                    <a:pt x="33" y="124"/>
                    <a:pt x="34" y="125"/>
                    <a:pt x="43" y="125"/>
                  </a:cubicBezTo>
                  <a:cubicBezTo>
                    <a:pt x="52" y="125"/>
                    <a:pt x="60" y="125"/>
                    <a:pt x="69" y="125"/>
                  </a:cubicBezTo>
                  <a:cubicBezTo>
                    <a:pt x="89" y="125"/>
                    <a:pt x="104" y="115"/>
                    <a:pt x="112" y="97"/>
                  </a:cubicBezTo>
                  <a:cubicBezTo>
                    <a:pt x="113" y="95"/>
                    <a:pt x="114" y="93"/>
                    <a:pt x="115" y="90"/>
                  </a:cubicBezTo>
                  <a:cubicBezTo>
                    <a:pt x="118" y="91"/>
                    <a:pt x="121" y="92"/>
                    <a:pt x="124" y="93"/>
                  </a:cubicBezTo>
                  <a:cubicBezTo>
                    <a:pt x="119" y="108"/>
                    <a:pt x="114" y="121"/>
                    <a:pt x="109" y="135"/>
                  </a:cubicBezTo>
                  <a:cubicBezTo>
                    <a:pt x="73" y="135"/>
                    <a:pt x="37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3" y="128"/>
                    <a:pt x="6" y="128"/>
                    <a:pt x="8" y="127"/>
                  </a:cubicBezTo>
                  <a:cubicBezTo>
                    <a:pt x="13" y="126"/>
                    <a:pt x="15" y="125"/>
                    <a:pt x="15" y="120"/>
                  </a:cubicBezTo>
                  <a:cubicBezTo>
                    <a:pt x="16" y="118"/>
                    <a:pt x="16" y="115"/>
                    <a:pt x="16" y="113"/>
                  </a:cubicBezTo>
                  <a:cubicBezTo>
                    <a:pt x="16" y="82"/>
                    <a:pt x="16" y="52"/>
                    <a:pt x="16" y="21"/>
                  </a:cubicBezTo>
                  <a:cubicBezTo>
                    <a:pt x="16" y="20"/>
                    <a:pt x="16" y="18"/>
                    <a:pt x="16" y="16"/>
                  </a:cubicBezTo>
                  <a:cubicBezTo>
                    <a:pt x="15" y="11"/>
                    <a:pt x="13" y="9"/>
                    <a:pt x="8" y="9"/>
                  </a:cubicBezTo>
                  <a:cubicBezTo>
                    <a:pt x="7" y="9"/>
                    <a:pt x="6" y="8"/>
                    <a:pt x="4" y="8"/>
                  </a:cubicBezTo>
                  <a:cubicBezTo>
                    <a:pt x="3" y="8"/>
                    <a:pt x="2" y="8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xmlns="" id="{9366BE37-2A45-4B1D-BCB3-68A2BC16F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441" y="3891177"/>
              <a:ext cx="352419" cy="381253"/>
            </a:xfrm>
            <a:custGeom>
              <a:avLst/>
              <a:gdLst>
                <a:gd name="T0" fmla="*/ 33 w 123"/>
                <a:gd name="T1" fmla="*/ 60 h 134"/>
                <a:gd name="T2" fmla="*/ 55 w 123"/>
                <a:gd name="T3" fmla="*/ 59 h 134"/>
                <a:gd name="T4" fmla="*/ 68 w 123"/>
                <a:gd name="T5" fmla="*/ 45 h 134"/>
                <a:gd name="T6" fmla="*/ 70 w 123"/>
                <a:gd name="T7" fmla="*/ 35 h 134"/>
                <a:gd name="T8" fmla="*/ 77 w 123"/>
                <a:gd name="T9" fmla="*/ 35 h 134"/>
                <a:gd name="T10" fmla="*/ 77 w 123"/>
                <a:gd name="T11" fmla="*/ 94 h 134"/>
                <a:gd name="T12" fmla="*/ 75 w 123"/>
                <a:gd name="T13" fmla="*/ 94 h 134"/>
                <a:gd name="T14" fmla="*/ 70 w 123"/>
                <a:gd name="T15" fmla="*/ 94 h 134"/>
                <a:gd name="T16" fmla="*/ 69 w 123"/>
                <a:gd name="T17" fmla="*/ 83 h 134"/>
                <a:gd name="T18" fmla="*/ 54 w 123"/>
                <a:gd name="T19" fmla="*/ 69 h 134"/>
                <a:gd name="T20" fmla="*/ 33 w 123"/>
                <a:gd name="T21" fmla="*/ 69 h 134"/>
                <a:gd name="T22" fmla="*/ 33 w 123"/>
                <a:gd name="T23" fmla="*/ 73 h 134"/>
                <a:gd name="T24" fmla="*/ 33 w 123"/>
                <a:gd name="T25" fmla="*/ 114 h 134"/>
                <a:gd name="T26" fmla="*/ 43 w 123"/>
                <a:gd name="T27" fmla="*/ 124 h 134"/>
                <a:gd name="T28" fmla="*/ 68 w 123"/>
                <a:gd name="T29" fmla="*/ 124 h 134"/>
                <a:gd name="T30" fmla="*/ 112 w 123"/>
                <a:gd name="T31" fmla="*/ 96 h 134"/>
                <a:gd name="T32" fmla="*/ 115 w 123"/>
                <a:gd name="T33" fmla="*/ 90 h 134"/>
                <a:gd name="T34" fmla="*/ 115 w 123"/>
                <a:gd name="T35" fmla="*/ 90 h 134"/>
                <a:gd name="T36" fmla="*/ 123 w 123"/>
                <a:gd name="T37" fmla="*/ 92 h 134"/>
                <a:gd name="T38" fmla="*/ 109 w 123"/>
                <a:gd name="T39" fmla="*/ 134 h 134"/>
                <a:gd name="T40" fmla="*/ 0 w 123"/>
                <a:gd name="T41" fmla="*/ 134 h 134"/>
                <a:gd name="T42" fmla="*/ 0 w 123"/>
                <a:gd name="T43" fmla="*/ 127 h 134"/>
                <a:gd name="T44" fmla="*/ 8 w 123"/>
                <a:gd name="T45" fmla="*/ 126 h 134"/>
                <a:gd name="T46" fmla="*/ 15 w 123"/>
                <a:gd name="T47" fmla="*/ 120 h 134"/>
                <a:gd name="T48" fmla="*/ 16 w 123"/>
                <a:gd name="T49" fmla="*/ 113 h 134"/>
                <a:gd name="T50" fmla="*/ 16 w 123"/>
                <a:gd name="T51" fmla="*/ 20 h 134"/>
                <a:gd name="T52" fmla="*/ 5 w 123"/>
                <a:gd name="T53" fmla="*/ 7 h 134"/>
                <a:gd name="T54" fmla="*/ 0 w 123"/>
                <a:gd name="T55" fmla="*/ 7 h 134"/>
                <a:gd name="T56" fmla="*/ 0 w 123"/>
                <a:gd name="T57" fmla="*/ 0 h 134"/>
                <a:gd name="T58" fmla="*/ 105 w 123"/>
                <a:gd name="T59" fmla="*/ 0 h 134"/>
                <a:gd name="T60" fmla="*/ 117 w 123"/>
                <a:gd name="T61" fmla="*/ 35 h 134"/>
                <a:gd name="T62" fmla="*/ 109 w 123"/>
                <a:gd name="T63" fmla="*/ 38 h 134"/>
                <a:gd name="T64" fmla="*/ 107 w 123"/>
                <a:gd name="T65" fmla="*/ 34 h 134"/>
                <a:gd name="T66" fmla="*/ 105 w 123"/>
                <a:gd name="T67" fmla="*/ 29 h 134"/>
                <a:gd name="T68" fmla="*/ 78 w 123"/>
                <a:gd name="T69" fmla="*/ 11 h 134"/>
                <a:gd name="T70" fmla="*/ 42 w 123"/>
                <a:gd name="T71" fmla="*/ 10 h 134"/>
                <a:gd name="T72" fmla="*/ 33 w 123"/>
                <a:gd name="T73" fmla="*/ 10 h 134"/>
                <a:gd name="T74" fmla="*/ 33 w 123"/>
                <a:gd name="T75" fmla="*/ 6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34">
                  <a:moveTo>
                    <a:pt x="33" y="60"/>
                  </a:moveTo>
                  <a:cubicBezTo>
                    <a:pt x="41" y="60"/>
                    <a:pt x="48" y="61"/>
                    <a:pt x="55" y="59"/>
                  </a:cubicBezTo>
                  <a:cubicBezTo>
                    <a:pt x="63" y="57"/>
                    <a:pt x="67" y="53"/>
                    <a:pt x="68" y="45"/>
                  </a:cubicBezTo>
                  <a:cubicBezTo>
                    <a:pt x="69" y="42"/>
                    <a:pt x="69" y="39"/>
                    <a:pt x="70" y="35"/>
                  </a:cubicBezTo>
                  <a:cubicBezTo>
                    <a:pt x="72" y="35"/>
                    <a:pt x="75" y="35"/>
                    <a:pt x="77" y="35"/>
                  </a:cubicBezTo>
                  <a:cubicBezTo>
                    <a:pt x="77" y="55"/>
                    <a:pt x="77" y="74"/>
                    <a:pt x="77" y="94"/>
                  </a:cubicBezTo>
                  <a:cubicBezTo>
                    <a:pt x="76" y="94"/>
                    <a:pt x="75" y="94"/>
                    <a:pt x="75" y="94"/>
                  </a:cubicBezTo>
                  <a:cubicBezTo>
                    <a:pt x="73" y="94"/>
                    <a:pt x="71" y="94"/>
                    <a:pt x="70" y="94"/>
                  </a:cubicBezTo>
                  <a:cubicBezTo>
                    <a:pt x="69" y="90"/>
                    <a:pt x="69" y="86"/>
                    <a:pt x="69" y="83"/>
                  </a:cubicBezTo>
                  <a:cubicBezTo>
                    <a:pt x="67" y="74"/>
                    <a:pt x="63" y="70"/>
                    <a:pt x="54" y="69"/>
                  </a:cubicBezTo>
                  <a:cubicBezTo>
                    <a:pt x="47" y="69"/>
                    <a:pt x="40" y="69"/>
                    <a:pt x="33" y="69"/>
                  </a:cubicBezTo>
                  <a:cubicBezTo>
                    <a:pt x="33" y="71"/>
                    <a:pt x="33" y="72"/>
                    <a:pt x="33" y="73"/>
                  </a:cubicBezTo>
                  <a:cubicBezTo>
                    <a:pt x="33" y="87"/>
                    <a:pt x="33" y="101"/>
                    <a:pt x="33" y="114"/>
                  </a:cubicBezTo>
                  <a:cubicBezTo>
                    <a:pt x="33" y="123"/>
                    <a:pt x="34" y="124"/>
                    <a:pt x="43" y="124"/>
                  </a:cubicBezTo>
                  <a:cubicBezTo>
                    <a:pt x="51" y="124"/>
                    <a:pt x="60" y="124"/>
                    <a:pt x="68" y="124"/>
                  </a:cubicBezTo>
                  <a:cubicBezTo>
                    <a:pt x="89" y="124"/>
                    <a:pt x="103" y="114"/>
                    <a:pt x="112" y="96"/>
                  </a:cubicBezTo>
                  <a:cubicBezTo>
                    <a:pt x="113" y="94"/>
                    <a:pt x="114" y="92"/>
                    <a:pt x="115" y="90"/>
                  </a:cubicBezTo>
                  <a:cubicBezTo>
                    <a:pt x="115" y="90"/>
                    <a:pt x="115" y="90"/>
                    <a:pt x="115" y="90"/>
                  </a:cubicBezTo>
                  <a:cubicBezTo>
                    <a:pt x="118" y="90"/>
                    <a:pt x="120" y="91"/>
                    <a:pt x="123" y="92"/>
                  </a:cubicBezTo>
                  <a:cubicBezTo>
                    <a:pt x="118" y="107"/>
                    <a:pt x="113" y="120"/>
                    <a:pt x="109" y="134"/>
                  </a:cubicBezTo>
                  <a:cubicBezTo>
                    <a:pt x="72" y="134"/>
                    <a:pt x="36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2" y="127"/>
                    <a:pt x="5" y="126"/>
                    <a:pt x="8" y="126"/>
                  </a:cubicBezTo>
                  <a:cubicBezTo>
                    <a:pt x="12" y="126"/>
                    <a:pt x="14" y="124"/>
                    <a:pt x="15" y="120"/>
                  </a:cubicBezTo>
                  <a:cubicBezTo>
                    <a:pt x="15" y="118"/>
                    <a:pt x="16" y="115"/>
                    <a:pt x="16" y="113"/>
                  </a:cubicBezTo>
                  <a:cubicBezTo>
                    <a:pt x="16" y="82"/>
                    <a:pt x="16" y="51"/>
                    <a:pt x="16" y="20"/>
                  </a:cubicBezTo>
                  <a:cubicBezTo>
                    <a:pt x="16" y="10"/>
                    <a:pt x="14" y="8"/>
                    <a:pt x="5" y="7"/>
                  </a:cubicBezTo>
                  <a:cubicBezTo>
                    <a:pt x="3" y="7"/>
                    <a:pt x="1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34" y="0"/>
                    <a:pt x="69" y="0"/>
                    <a:pt x="105" y="0"/>
                  </a:cubicBezTo>
                  <a:cubicBezTo>
                    <a:pt x="109" y="11"/>
                    <a:pt x="112" y="22"/>
                    <a:pt x="117" y="35"/>
                  </a:cubicBezTo>
                  <a:cubicBezTo>
                    <a:pt x="114" y="36"/>
                    <a:pt x="112" y="37"/>
                    <a:pt x="109" y="38"/>
                  </a:cubicBezTo>
                  <a:cubicBezTo>
                    <a:pt x="108" y="36"/>
                    <a:pt x="108" y="35"/>
                    <a:pt x="107" y="34"/>
                  </a:cubicBezTo>
                  <a:cubicBezTo>
                    <a:pt x="107" y="32"/>
                    <a:pt x="106" y="31"/>
                    <a:pt x="105" y="29"/>
                  </a:cubicBezTo>
                  <a:cubicBezTo>
                    <a:pt x="100" y="18"/>
                    <a:pt x="90" y="11"/>
                    <a:pt x="78" y="11"/>
                  </a:cubicBezTo>
                  <a:cubicBezTo>
                    <a:pt x="66" y="10"/>
                    <a:pt x="54" y="10"/>
                    <a:pt x="42" y="10"/>
                  </a:cubicBezTo>
                  <a:cubicBezTo>
                    <a:pt x="39" y="10"/>
                    <a:pt x="36" y="10"/>
                    <a:pt x="33" y="10"/>
                  </a:cubicBezTo>
                  <a:cubicBezTo>
                    <a:pt x="33" y="26"/>
                    <a:pt x="33" y="43"/>
                    <a:pt x="33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xmlns="" id="{336BE8A3-3CE2-4FF2-84AE-C2A47F662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7767" y="3891177"/>
              <a:ext cx="358826" cy="381253"/>
            </a:xfrm>
            <a:custGeom>
              <a:avLst/>
              <a:gdLst>
                <a:gd name="T0" fmla="*/ 43 w 126"/>
                <a:gd name="T1" fmla="*/ 134 h 134"/>
                <a:gd name="T2" fmla="*/ 0 w 126"/>
                <a:gd name="T3" fmla="*/ 134 h 134"/>
                <a:gd name="T4" fmla="*/ 0 w 126"/>
                <a:gd name="T5" fmla="*/ 127 h 134"/>
                <a:gd name="T6" fmla="*/ 7 w 126"/>
                <a:gd name="T7" fmla="*/ 126 h 134"/>
                <a:gd name="T8" fmla="*/ 16 w 126"/>
                <a:gd name="T9" fmla="*/ 118 h 134"/>
                <a:gd name="T10" fmla="*/ 16 w 126"/>
                <a:gd name="T11" fmla="*/ 110 h 134"/>
                <a:gd name="T12" fmla="*/ 16 w 126"/>
                <a:gd name="T13" fmla="*/ 18 h 134"/>
                <a:gd name="T14" fmla="*/ 5 w 126"/>
                <a:gd name="T15" fmla="*/ 7 h 134"/>
                <a:gd name="T16" fmla="*/ 0 w 126"/>
                <a:gd name="T17" fmla="*/ 7 h 134"/>
                <a:gd name="T18" fmla="*/ 0 w 126"/>
                <a:gd name="T19" fmla="*/ 0 h 134"/>
                <a:gd name="T20" fmla="*/ 40 w 126"/>
                <a:gd name="T21" fmla="*/ 0 h 134"/>
                <a:gd name="T22" fmla="*/ 98 w 126"/>
                <a:gd name="T23" fmla="*/ 100 h 134"/>
                <a:gd name="T24" fmla="*/ 99 w 126"/>
                <a:gd name="T25" fmla="*/ 96 h 134"/>
                <a:gd name="T26" fmla="*/ 99 w 126"/>
                <a:gd name="T27" fmla="*/ 24 h 134"/>
                <a:gd name="T28" fmla="*/ 98 w 126"/>
                <a:gd name="T29" fmla="*/ 17 h 134"/>
                <a:gd name="T30" fmla="*/ 89 w 126"/>
                <a:gd name="T31" fmla="*/ 7 h 134"/>
                <a:gd name="T32" fmla="*/ 83 w 126"/>
                <a:gd name="T33" fmla="*/ 7 h 134"/>
                <a:gd name="T34" fmla="*/ 83 w 126"/>
                <a:gd name="T35" fmla="*/ 4 h 134"/>
                <a:gd name="T36" fmla="*/ 83 w 126"/>
                <a:gd name="T37" fmla="*/ 0 h 134"/>
                <a:gd name="T38" fmla="*/ 125 w 126"/>
                <a:gd name="T39" fmla="*/ 0 h 134"/>
                <a:gd name="T40" fmla="*/ 126 w 126"/>
                <a:gd name="T41" fmla="*/ 3 h 134"/>
                <a:gd name="T42" fmla="*/ 126 w 126"/>
                <a:gd name="T43" fmla="*/ 7 h 134"/>
                <a:gd name="T44" fmla="*/ 120 w 126"/>
                <a:gd name="T45" fmla="*/ 7 h 134"/>
                <a:gd name="T46" fmla="*/ 110 w 126"/>
                <a:gd name="T47" fmla="*/ 16 h 134"/>
                <a:gd name="T48" fmla="*/ 110 w 126"/>
                <a:gd name="T49" fmla="*/ 26 h 134"/>
                <a:gd name="T50" fmla="*/ 110 w 126"/>
                <a:gd name="T51" fmla="*/ 128 h 134"/>
                <a:gd name="T52" fmla="*/ 110 w 126"/>
                <a:gd name="T53" fmla="*/ 134 h 134"/>
                <a:gd name="T54" fmla="*/ 98 w 126"/>
                <a:gd name="T55" fmla="*/ 134 h 134"/>
                <a:gd name="T56" fmla="*/ 28 w 126"/>
                <a:gd name="T57" fmla="*/ 14 h 134"/>
                <a:gd name="T58" fmla="*/ 28 w 126"/>
                <a:gd name="T59" fmla="*/ 14 h 134"/>
                <a:gd name="T60" fmla="*/ 27 w 126"/>
                <a:gd name="T61" fmla="*/ 17 h 134"/>
                <a:gd name="T62" fmla="*/ 27 w 126"/>
                <a:gd name="T63" fmla="*/ 110 h 134"/>
                <a:gd name="T64" fmla="*/ 28 w 126"/>
                <a:gd name="T65" fmla="*/ 118 h 134"/>
                <a:gd name="T66" fmla="*/ 36 w 126"/>
                <a:gd name="T67" fmla="*/ 126 h 134"/>
                <a:gd name="T68" fmla="*/ 43 w 126"/>
                <a:gd name="T69" fmla="*/ 127 h 134"/>
                <a:gd name="T70" fmla="*/ 43 w 126"/>
                <a:gd name="T71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6" h="134">
                  <a:moveTo>
                    <a:pt x="43" y="134"/>
                  </a:moveTo>
                  <a:cubicBezTo>
                    <a:pt x="29" y="134"/>
                    <a:pt x="14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2" y="127"/>
                    <a:pt x="5" y="127"/>
                    <a:pt x="7" y="126"/>
                  </a:cubicBezTo>
                  <a:cubicBezTo>
                    <a:pt x="13" y="125"/>
                    <a:pt x="15" y="123"/>
                    <a:pt x="16" y="118"/>
                  </a:cubicBezTo>
                  <a:cubicBezTo>
                    <a:pt x="16" y="115"/>
                    <a:pt x="16" y="113"/>
                    <a:pt x="16" y="110"/>
                  </a:cubicBezTo>
                  <a:cubicBezTo>
                    <a:pt x="16" y="80"/>
                    <a:pt x="16" y="49"/>
                    <a:pt x="16" y="18"/>
                  </a:cubicBezTo>
                  <a:cubicBezTo>
                    <a:pt x="16" y="9"/>
                    <a:pt x="14" y="8"/>
                    <a:pt x="5" y="7"/>
                  </a:cubicBezTo>
                  <a:cubicBezTo>
                    <a:pt x="4" y="7"/>
                    <a:pt x="2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3" y="0"/>
                    <a:pt x="26" y="0"/>
                    <a:pt x="40" y="0"/>
                  </a:cubicBezTo>
                  <a:cubicBezTo>
                    <a:pt x="59" y="33"/>
                    <a:pt x="78" y="66"/>
                    <a:pt x="98" y="100"/>
                  </a:cubicBezTo>
                  <a:cubicBezTo>
                    <a:pt x="98" y="98"/>
                    <a:pt x="99" y="97"/>
                    <a:pt x="99" y="96"/>
                  </a:cubicBezTo>
                  <a:cubicBezTo>
                    <a:pt x="99" y="72"/>
                    <a:pt x="99" y="48"/>
                    <a:pt x="99" y="24"/>
                  </a:cubicBezTo>
                  <a:cubicBezTo>
                    <a:pt x="99" y="22"/>
                    <a:pt x="99" y="19"/>
                    <a:pt x="98" y="17"/>
                  </a:cubicBezTo>
                  <a:cubicBezTo>
                    <a:pt x="97" y="11"/>
                    <a:pt x="95" y="8"/>
                    <a:pt x="89" y="7"/>
                  </a:cubicBezTo>
                  <a:cubicBezTo>
                    <a:pt x="87" y="7"/>
                    <a:pt x="85" y="7"/>
                    <a:pt x="83" y="7"/>
                  </a:cubicBezTo>
                  <a:cubicBezTo>
                    <a:pt x="83" y="6"/>
                    <a:pt x="83" y="5"/>
                    <a:pt x="83" y="4"/>
                  </a:cubicBezTo>
                  <a:cubicBezTo>
                    <a:pt x="83" y="2"/>
                    <a:pt x="83" y="1"/>
                    <a:pt x="83" y="0"/>
                  </a:cubicBezTo>
                  <a:cubicBezTo>
                    <a:pt x="97" y="0"/>
                    <a:pt x="111" y="0"/>
                    <a:pt x="125" y="0"/>
                  </a:cubicBezTo>
                  <a:cubicBezTo>
                    <a:pt x="125" y="1"/>
                    <a:pt x="126" y="2"/>
                    <a:pt x="126" y="3"/>
                  </a:cubicBezTo>
                  <a:cubicBezTo>
                    <a:pt x="126" y="4"/>
                    <a:pt x="126" y="5"/>
                    <a:pt x="126" y="7"/>
                  </a:cubicBezTo>
                  <a:cubicBezTo>
                    <a:pt x="124" y="7"/>
                    <a:pt x="122" y="7"/>
                    <a:pt x="120" y="7"/>
                  </a:cubicBezTo>
                  <a:cubicBezTo>
                    <a:pt x="114" y="8"/>
                    <a:pt x="111" y="11"/>
                    <a:pt x="110" y="16"/>
                  </a:cubicBezTo>
                  <a:cubicBezTo>
                    <a:pt x="110" y="20"/>
                    <a:pt x="110" y="23"/>
                    <a:pt x="110" y="26"/>
                  </a:cubicBezTo>
                  <a:cubicBezTo>
                    <a:pt x="110" y="60"/>
                    <a:pt x="110" y="94"/>
                    <a:pt x="110" y="128"/>
                  </a:cubicBezTo>
                  <a:cubicBezTo>
                    <a:pt x="110" y="130"/>
                    <a:pt x="110" y="132"/>
                    <a:pt x="110" y="134"/>
                  </a:cubicBezTo>
                  <a:cubicBezTo>
                    <a:pt x="106" y="134"/>
                    <a:pt x="102" y="134"/>
                    <a:pt x="98" y="134"/>
                  </a:cubicBezTo>
                  <a:cubicBezTo>
                    <a:pt x="75" y="94"/>
                    <a:pt x="52" y="5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5"/>
                    <a:pt x="27" y="16"/>
                    <a:pt x="27" y="17"/>
                  </a:cubicBezTo>
                  <a:cubicBezTo>
                    <a:pt x="27" y="48"/>
                    <a:pt x="27" y="79"/>
                    <a:pt x="27" y="110"/>
                  </a:cubicBezTo>
                  <a:cubicBezTo>
                    <a:pt x="27" y="113"/>
                    <a:pt x="27" y="116"/>
                    <a:pt x="28" y="118"/>
                  </a:cubicBezTo>
                  <a:cubicBezTo>
                    <a:pt x="29" y="123"/>
                    <a:pt x="31" y="125"/>
                    <a:pt x="36" y="126"/>
                  </a:cubicBezTo>
                  <a:cubicBezTo>
                    <a:pt x="38" y="126"/>
                    <a:pt x="41" y="127"/>
                    <a:pt x="43" y="127"/>
                  </a:cubicBezTo>
                  <a:cubicBezTo>
                    <a:pt x="43" y="129"/>
                    <a:pt x="43" y="132"/>
                    <a:pt x="43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xmlns="" id="{88041DDA-AE33-4EF1-842D-F936013FB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5428" y="3878362"/>
              <a:ext cx="397272" cy="410087"/>
            </a:xfrm>
            <a:custGeom>
              <a:avLst/>
              <a:gdLst>
                <a:gd name="T0" fmla="*/ 87 w 139"/>
                <a:gd name="T1" fmla="*/ 79 h 144"/>
                <a:gd name="T2" fmla="*/ 87 w 139"/>
                <a:gd name="T3" fmla="*/ 71 h 144"/>
                <a:gd name="T4" fmla="*/ 139 w 139"/>
                <a:gd name="T5" fmla="*/ 71 h 144"/>
                <a:gd name="T6" fmla="*/ 139 w 139"/>
                <a:gd name="T7" fmla="*/ 79 h 144"/>
                <a:gd name="T8" fmla="*/ 133 w 139"/>
                <a:gd name="T9" fmla="*/ 79 h 144"/>
                <a:gd name="T10" fmla="*/ 124 w 139"/>
                <a:gd name="T11" fmla="*/ 88 h 144"/>
                <a:gd name="T12" fmla="*/ 124 w 139"/>
                <a:gd name="T13" fmla="*/ 95 h 144"/>
                <a:gd name="T14" fmla="*/ 124 w 139"/>
                <a:gd name="T15" fmla="*/ 134 h 144"/>
                <a:gd name="T16" fmla="*/ 124 w 139"/>
                <a:gd name="T17" fmla="*/ 139 h 144"/>
                <a:gd name="T18" fmla="*/ 115 w 139"/>
                <a:gd name="T19" fmla="*/ 139 h 144"/>
                <a:gd name="T20" fmla="*/ 110 w 139"/>
                <a:gd name="T21" fmla="*/ 128 h 144"/>
                <a:gd name="T22" fmla="*/ 105 w 139"/>
                <a:gd name="T23" fmla="*/ 131 h 144"/>
                <a:gd name="T24" fmla="*/ 56 w 139"/>
                <a:gd name="T25" fmla="*/ 141 h 144"/>
                <a:gd name="T26" fmla="*/ 10 w 139"/>
                <a:gd name="T27" fmla="*/ 103 h 144"/>
                <a:gd name="T28" fmla="*/ 15 w 139"/>
                <a:gd name="T29" fmla="*/ 33 h 144"/>
                <a:gd name="T30" fmla="*/ 56 w 139"/>
                <a:gd name="T31" fmla="*/ 3 h 144"/>
                <a:gd name="T32" fmla="*/ 99 w 139"/>
                <a:gd name="T33" fmla="*/ 11 h 144"/>
                <a:gd name="T34" fmla="*/ 102 w 139"/>
                <a:gd name="T35" fmla="*/ 13 h 144"/>
                <a:gd name="T36" fmla="*/ 105 w 139"/>
                <a:gd name="T37" fmla="*/ 5 h 144"/>
                <a:gd name="T38" fmla="*/ 112 w 139"/>
                <a:gd name="T39" fmla="*/ 5 h 144"/>
                <a:gd name="T40" fmla="*/ 122 w 139"/>
                <a:gd name="T41" fmla="*/ 46 h 144"/>
                <a:gd name="T42" fmla="*/ 114 w 139"/>
                <a:gd name="T43" fmla="*/ 49 h 144"/>
                <a:gd name="T44" fmla="*/ 112 w 139"/>
                <a:gd name="T45" fmla="*/ 44 h 144"/>
                <a:gd name="T46" fmla="*/ 100 w 139"/>
                <a:gd name="T47" fmla="*/ 25 h 144"/>
                <a:gd name="T48" fmla="*/ 42 w 139"/>
                <a:gd name="T49" fmla="*/ 23 h 144"/>
                <a:gd name="T50" fmla="*/ 24 w 139"/>
                <a:gd name="T51" fmla="*/ 62 h 144"/>
                <a:gd name="T52" fmla="*/ 34 w 139"/>
                <a:gd name="T53" fmla="*/ 109 h 144"/>
                <a:gd name="T54" fmla="*/ 77 w 139"/>
                <a:gd name="T55" fmla="*/ 131 h 144"/>
                <a:gd name="T56" fmla="*/ 101 w 139"/>
                <a:gd name="T57" fmla="*/ 120 h 144"/>
                <a:gd name="T58" fmla="*/ 106 w 139"/>
                <a:gd name="T59" fmla="*/ 109 h 144"/>
                <a:gd name="T60" fmla="*/ 106 w 139"/>
                <a:gd name="T61" fmla="*/ 90 h 144"/>
                <a:gd name="T62" fmla="*/ 96 w 139"/>
                <a:gd name="T63" fmla="*/ 79 h 144"/>
                <a:gd name="T64" fmla="*/ 87 w 139"/>
                <a:gd name="T65" fmla="*/ 7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9" h="144">
                  <a:moveTo>
                    <a:pt x="87" y="79"/>
                  </a:moveTo>
                  <a:cubicBezTo>
                    <a:pt x="87" y="76"/>
                    <a:pt x="87" y="74"/>
                    <a:pt x="87" y="71"/>
                  </a:cubicBezTo>
                  <a:cubicBezTo>
                    <a:pt x="105" y="71"/>
                    <a:pt x="122" y="71"/>
                    <a:pt x="139" y="71"/>
                  </a:cubicBezTo>
                  <a:cubicBezTo>
                    <a:pt x="139" y="74"/>
                    <a:pt x="139" y="76"/>
                    <a:pt x="139" y="79"/>
                  </a:cubicBezTo>
                  <a:cubicBezTo>
                    <a:pt x="137" y="79"/>
                    <a:pt x="135" y="79"/>
                    <a:pt x="133" y="79"/>
                  </a:cubicBezTo>
                  <a:cubicBezTo>
                    <a:pt x="127" y="79"/>
                    <a:pt x="125" y="81"/>
                    <a:pt x="124" y="88"/>
                  </a:cubicBezTo>
                  <a:cubicBezTo>
                    <a:pt x="124" y="90"/>
                    <a:pt x="124" y="93"/>
                    <a:pt x="124" y="95"/>
                  </a:cubicBezTo>
                  <a:cubicBezTo>
                    <a:pt x="124" y="108"/>
                    <a:pt x="124" y="121"/>
                    <a:pt x="124" y="134"/>
                  </a:cubicBezTo>
                  <a:cubicBezTo>
                    <a:pt x="124" y="135"/>
                    <a:pt x="124" y="137"/>
                    <a:pt x="124" y="139"/>
                  </a:cubicBezTo>
                  <a:cubicBezTo>
                    <a:pt x="121" y="139"/>
                    <a:pt x="118" y="139"/>
                    <a:pt x="115" y="139"/>
                  </a:cubicBezTo>
                  <a:cubicBezTo>
                    <a:pt x="113" y="136"/>
                    <a:pt x="112" y="132"/>
                    <a:pt x="110" y="128"/>
                  </a:cubicBezTo>
                  <a:cubicBezTo>
                    <a:pt x="108" y="129"/>
                    <a:pt x="107" y="130"/>
                    <a:pt x="105" y="131"/>
                  </a:cubicBezTo>
                  <a:cubicBezTo>
                    <a:pt x="90" y="140"/>
                    <a:pt x="74" y="144"/>
                    <a:pt x="56" y="141"/>
                  </a:cubicBezTo>
                  <a:cubicBezTo>
                    <a:pt x="34" y="137"/>
                    <a:pt x="18" y="124"/>
                    <a:pt x="10" y="103"/>
                  </a:cubicBezTo>
                  <a:cubicBezTo>
                    <a:pt x="0" y="79"/>
                    <a:pt x="1" y="55"/>
                    <a:pt x="15" y="33"/>
                  </a:cubicBezTo>
                  <a:cubicBezTo>
                    <a:pt x="24" y="17"/>
                    <a:pt x="38" y="6"/>
                    <a:pt x="56" y="3"/>
                  </a:cubicBezTo>
                  <a:cubicBezTo>
                    <a:pt x="71" y="0"/>
                    <a:pt x="86" y="2"/>
                    <a:pt x="99" y="11"/>
                  </a:cubicBezTo>
                  <a:cubicBezTo>
                    <a:pt x="100" y="12"/>
                    <a:pt x="101" y="12"/>
                    <a:pt x="102" y="13"/>
                  </a:cubicBezTo>
                  <a:cubicBezTo>
                    <a:pt x="103" y="10"/>
                    <a:pt x="104" y="7"/>
                    <a:pt x="105" y="5"/>
                  </a:cubicBezTo>
                  <a:cubicBezTo>
                    <a:pt x="107" y="5"/>
                    <a:pt x="109" y="5"/>
                    <a:pt x="112" y="5"/>
                  </a:cubicBezTo>
                  <a:cubicBezTo>
                    <a:pt x="115" y="18"/>
                    <a:pt x="119" y="32"/>
                    <a:pt x="122" y="46"/>
                  </a:cubicBezTo>
                  <a:cubicBezTo>
                    <a:pt x="120" y="47"/>
                    <a:pt x="117" y="48"/>
                    <a:pt x="114" y="49"/>
                  </a:cubicBezTo>
                  <a:cubicBezTo>
                    <a:pt x="114" y="47"/>
                    <a:pt x="113" y="45"/>
                    <a:pt x="112" y="44"/>
                  </a:cubicBezTo>
                  <a:cubicBezTo>
                    <a:pt x="109" y="37"/>
                    <a:pt x="105" y="30"/>
                    <a:pt x="100" y="25"/>
                  </a:cubicBezTo>
                  <a:cubicBezTo>
                    <a:pt x="84" y="8"/>
                    <a:pt x="59" y="7"/>
                    <a:pt x="42" y="23"/>
                  </a:cubicBezTo>
                  <a:cubicBezTo>
                    <a:pt x="31" y="34"/>
                    <a:pt x="25" y="47"/>
                    <a:pt x="24" y="62"/>
                  </a:cubicBezTo>
                  <a:cubicBezTo>
                    <a:pt x="22" y="79"/>
                    <a:pt x="25" y="95"/>
                    <a:pt x="34" y="109"/>
                  </a:cubicBezTo>
                  <a:cubicBezTo>
                    <a:pt x="44" y="125"/>
                    <a:pt x="59" y="132"/>
                    <a:pt x="77" y="131"/>
                  </a:cubicBezTo>
                  <a:cubicBezTo>
                    <a:pt x="86" y="130"/>
                    <a:pt x="94" y="127"/>
                    <a:pt x="101" y="120"/>
                  </a:cubicBezTo>
                  <a:cubicBezTo>
                    <a:pt x="104" y="117"/>
                    <a:pt x="106" y="114"/>
                    <a:pt x="106" y="109"/>
                  </a:cubicBezTo>
                  <a:cubicBezTo>
                    <a:pt x="106" y="103"/>
                    <a:pt x="107" y="96"/>
                    <a:pt x="106" y="90"/>
                  </a:cubicBezTo>
                  <a:cubicBezTo>
                    <a:pt x="106" y="82"/>
                    <a:pt x="104" y="81"/>
                    <a:pt x="96" y="79"/>
                  </a:cubicBezTo>
                  <a:cubicBezTo>
                    <a:pt x="94" y="79"/>
                    <a:pt x="91" y="79"/>
                    <a:pt x="87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29" name="Freeform 25">
              <a:extLst>
                <a:ext uri="{FF2B5EF4-FFF2-40B4-BE49-F238E27FC236}">
                  <a16:creationId xmlns:a16="http://schemas.microsoft.com/office/drawing/2014/main" xmlns="" id="{706182FD-3EAA-45B9-93DD-BCE1670E0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5458" y="3884769"/>
              <a:ext cx="323584" cy="397272"/>
            </a:xfrm>
            <a:custGeom>
              <a:avLst/>
              <a:gdLst>
                <a:gd name="T0" fmla="*/ 103 w 113"/>
                <a:gd name="T1" fmla="*/ 44 h 140"/>
                <a:gd name="T2" fmla="*/ 95 w 113"/>
                <a:gd name="T3" fmla="*/ 46 h 140"/>
                <a:gd name="T4" fmla="*/ 92 w 113"/>
                <a:gd name="T5" fmla="*/ 41 h 140"/>
                <a:gd name="T6" fmla="*/ 72 w 113"/>
                <a:gd name="T7" fmla="*/ 18 h 140"/>
                <a:gd name="T8" fmla="*/ 38 w 113"/>
                <a:gd name="T9" fmla="*/ 12 h 140"/>
                <a:gd name="T10" fmla="*/ 25 w 113"/>
                <a:gd name="T11" fmla="*/ 19 h 140"/>
                <a:gd name="T12" fmla="*/ 26 w 113"/>
                <a:gd name="T13" fmla="*/ 44 h 140"/>
                <a:gd name="T14" fmla="*/ 42 w 113"/>
                <a:gd name="T15" fmla="*/ 53 h 140"/>
                <a:gd name="T16" fmla="*/ 70 w 113"/>
                <a:gd name="T17" fmla="*/ 62 h 140"/>
                <a:gd name="T18" fmla="*/ 90 w 113"/>
                <a:gd name="T19" fmla="*/ 70 h 140"/>
                <a:gd name="T20" fmla="*/ 97 w 113"/>
                <a:gd name="T21" fmla="*/ 125 h 140"/>
                <a:gd name="T22" fmla="*/ 56 w 113"/>
                <a:gd name="T23" fmla="*/ 140 h 140"/>
                <a:gd name="T24" fmla="*/ 25 w 113"/>
                <a:gd name="T25" fmla="*/ 128 h 140"/>
                <a:gd name="T26" fmla="*/ 21 w 113"/>
                <a:gd name="T27" fmla="*/ 125 h 140"/>
                <a:gd name="T28" fmla="*/ 16 w 113"/>
                <a:gd name="T29" fmla="*/ 137 h 140"/>
                <a:gd name="T30" fmla="*/ 10 w 113"/>
                <a:gd name="T31" fmla="*/ 137 h 140"/>
                <a:gd name="T32" fmla="*/ 1 w 113"/>
                <a:gd name="T33" fmla="*/ 89 h 140"/>
                <a:gd name="T34" fmla="*/ 10 w 113"/>
                <a:gd name="T35" fmla="*/ 87 h 140"/>
                <a:gd name="T36" fmla="*/ 13 w 113"/>
                <a:gd name="T37" fmla="*/ 95 h 140"/>
                <a:gd name="T38" fmla="*/ 36 w 113"/>
                <a:gd name="T39" fmla="*/ 122 h 140"/>
                <a:gd name="T40" fmla="*/ 69 w 113"/>
                <a:gd name="T41" fmla="*/ 128 h 140"/>
                <a:gd name="T42" fmla="*/ 85 w 113"/>
                <a:gd name="T43" fmla="*/ 119 h 140"/>
                <a:gd name="T44" fmla="*/ 81 w 113"/>
                <a:gd name="T45" fmla="*/ 86 h 140"/>
                <a:gd name="T46" fmla="*/ 63 w 113"/>
                <a:gd name="T47" fmla="*/ 79 h 140"/>
                <a:gd name="T48" fmla="*/ 38 w 113"/>
                <a:gd name="T49" fmla="*/ 71 h 140"/>
                <a:gd name="T50" fmla="*/ 19 w 113"/>
                <a:gd name="T51" fmla="*/ 62 h 140"/>
                <a:gd name="T52" fmla="*/ 15 w 113"/>
                <a:gd name="T53" fmla="*/ 13 h 140"/>
                <a:gd name="T54" fmla="*/ 51 w 113"/>
                <a:gd name="T55" fmla="*/ 0 h 140"/>
                <a:gd name="T56" fmla="*/ 81 w 113"/>
                <a:gd name="T57" fmla="*/ 10 h 140"/>
                <a:gd name="T58" fmla="*/ 82 w 113"/>
                <a:gd name="T59" fmla="*/ 11 h 140"/>
                <a:gd name="T60" fmla="*/ 83 w 113"/>
                <a:gd name="T61" fmla="*/ 11 h 140"/>
                <a:gd name="T62" fmla="*/ 87 w 113"/>
                <a:gd name="T63" fmla="*/ 2 h 140"/>
                <a:gd name="T64" fmla="*/ 93 w 113"/>
                <a:gd name="T65" fmla="*/ 2 h 140"/>
                <a:gd name="T66" fmla="*/ 103 w 113"/>
                <a:gd name="T67" fmla="*/ 4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3" h="140">
                  <a:moveTo>
                    <a:pt x="103" y="44"/>
                  </a:moveTo>
                  <a:cubicBezTo>
                    <a:pt x="100" y="45"/>
                    <a:pt x="98" y="45"/>
                    <a:pt x="95" y="46"/>
                  </a:cubicBezTo>
                  <a:cubicBezTo>
                    <a:pt x="94" y="44"/>
                    <a:pt x="93" y="43"/>
                    <a:pt x="92" y="41"/>
                  </a:cubicBezTo>
                  <a:cubicBezTo>
                    <a:pt x="87" y="32"/>
                    <a:pt x="81" y="24"/>
                    <a:pt x="72" y="18"/>
                  </a:cubicBezTo>
                  <a:cubicBezTo>
                    <a:pt x="61" y="11"/>
                    <a:pt x="50" y="9"/>
                    <a:pt x="38" y="12"/>
                  </a:cubicBezTo>
                  <a:cubicBezTo>
                    <a:pt x="33" y="13"/>
                    <a:pt x="28" y="16"/>
                    <a:pt x="25" y="19"/>
                  </a:cubicBezTo>
                  <a:cubicBezTo>
                    <a:pt x="18" y="27"/>
                    <a:pt x="19" y="38"/>
                    <a:pt x="26" y="44"/>
                  </a:cubicBezTo>
                  <a:cubicBezTo>
                    <a:pt x="31" y="49"/>
                    <a:pt x="36" y="51"/>
                    <a:pt x="42" y="53"/>
                  </a:cubicBezTo>
                  <a:cubicBezTo>
                    <a:pt x="51" y="56"/>
                    <a:pt x="61" y="59"/>
                    <a:pt x="70" y="62"/>
                  </a:cubicBezTo>
                  <a:cubicBezTo>
                    <a:pt x="77" y="64"/>
                    <a:pt x="84" y="67"/>
                    <a:pt x="90" y="70"/>
                  </a:cubicBezTo>
                  <a:cubicBezTo>
                    <a:pt x="113" y="83"/>
                    <a:pt x="112" y="111"/>
                    <a:pt x="97" y="125"/>
                  </a:cubicBezTo>
                  <a:cubicBezTo>
                    <a:pt x="85" y="137"/>
                    <a:pt x="71" y="140"/>
                    <a:pt x="56" y="140"/>
                  </a:cubicBezTo>
                  <a:cubicBezTo>
                    <a:pt x="44" y="139"/>
                    <a:pt x="34" y="135"/>
                    <a:pt x="25" y="128"/>
                  </a:cubicBezTo>
                  <a:cubicBezTo>
                    <a:pt x="24" y="127"/>
                    <a:pt x="23" y="126"/>
                    <a:pt x="21" y="125"/>
                  </a:cubicBezTo>
                  <a:cubicBezTo>
                    <a:pt x="19" y="129"/>
                    <a:pt x="18" y="133"/>
                    <a:pt x="16" y="137"/>
                  </a:cubicBezTo>
                  <a:cubicBezTo>
                    <a:pt x="14" y="137"/>
                    <a:pt x="12" y="137"/>
                    <a:pt x="10" y="137"/>
                  </a:cubicBezTo>
                  <a:cubicBezTo>
                    <a:pt x="7" y="121"/>
                    <a:pt x="4" y="105"/>
                    <a:pt x="1" y="89"/>
                  </a:cubicBezTo>
                  <a:cubicBezTo>
                    <a:pt x="4" y="88"/>
                    <a:pt x="7" y="88"/>
                    <a:pt x="10" y="87"/>
                  </a:cubicBezTo>
                  <a:cubicBezTo>
                    <a:pt x="11" y="90"/>
                    <a:pt x="12" y="93"/>
                    <a:pt x="13" y="95"/>
                  </a:cubicBezTo>
                  <a:cubicBezTo>
                    <a:pt x="18" y="106"/>
                    <a:pt x="26" y="116"/>
                    <a:pt x="36" y="122"/>
                  </a:cubicBezTo>
                  <a:cubicBezTo>
                    <a:pt x="46" y="129"/>
                    <a:pt x="57" y="131"/>
                    <a:pt x="69" y="128"/>
                  </a:cubicBezTo>
                  <a:cubicBezTo>
                    <a:pt x="75" y="127"/>
                    <a:pt x="80" y="123"/>
                    <a:pt x="85" y="119"/>
                  </a:cubicBezTo>
                  <a:cubicBezTo>
                    <a:pt x="94" y="110"/>
                    <a:pt x="94" y="93"/>
                    <a:pt x="81" y="86"/>
                  </a:cubicBezTo>
                  <a:cubicBezTo>
                    <a:pt x="75" y="83"/>
                    <a:pt x="69" y="81"/>
                    <a:pt x="63" y="79"/>
                  </a:cubicBezTo>
                  <a:cubicBezTo>
                    <a:pt x="55" y="76"/>
                    <a:pt x="46" y="74"/>
                    <a:pt x="38" y="71"/>
                  </a:cubicBezTo>
                  <a:cubicBezTo>
                    <a:pt x="31" y="69"/>
                    <a:pt x="25" y="66"/>
                    <a:pt x="19" y="62"/>
                  </a:cubicBezTo>
                  <a:cubicBezTo>
                    <a:pt x="1" y="51"/>
                    <a:pt x="0" y="27"/>
                    <a:pt x="15" y="13"/>
                  </a:cubicBezTo>
                  <a:cubicBezTo>
                    <a:pt x="25" y="3"/>
                    <a:pt x="37" y="0"/>
                    <a:pt x="51" y="0"/>
                  </a:cubicBezTo>
                  <a:cubicBezTo>
                    <a:pt x="62" y="0"/>
                    <a:pt x="72" y="3"/>
                    <a:pt x="81" y="10"/>
                  </a:cubicBezTo>
                  <a:cubicBezTo>
                    <a:pt x="81" y="10"/>
                    <a:pt x="81" y="11"/>
                    <a:pt x="82" y="11"/>
                  </a:cubicBezTo>
                  <a:cubicBezTo>
                    <a:pt x="82" y="11"/>
                    <a:pt x="82" y="11"/>
                    <a:pt x="83" y="11"/>
                  </a:cubicBezTo>
                  <a:cubicBezTo>
                    <a:pt x="84" y="8"/>
                    <a:pt x="85" y="5"/>
                    <a:pt x="87" y="2"/>
                  </a:cubicBezTo>
                  <a:cubicBezTo>
                    <a:pt x="89" y="2"/>
                    <a:pt x="91" y="2"/>
                    <a:pt x="93" y="2"/>
                  </a:cubicBezTo>
                  <a:cubicBezTo>
                    <a:pt x="96" y="16"/>
                    <a:pt x="100" y="30"/>
                    <a:pt x="103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0" name="Freeform 27">
              <a:extLst>
                <a:ext uri="{FF2B5EF4-FFF2-40B4-BE49-F238E27FC236}">
                  <a16:creationId xmlns:a16="http://schemas.microsoft.com/office/drawing/2014/main" xmlns="" id="{E83B3483-EA8E-4C84-9BD1-4E5F98AA9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6246" y="3887973"/>
              <a:ext cx="323584" cy="384457"/>
            </a:xfrm>
            <a:custGeom>
              <a:avLst/>
              <a:gdLst>
                <a:gd name="T0" fmla="*/ 33 w 113"/>
                <a:gd name="T1" fmla="*/ 78 h 135"/>
                <a:gd name="T2" fmla="*/ 33 w 113"/>
                <a:gd name="T3" fmla="*/ 82 h 135"/>
                <a:gd name="T4" fmla="*/ 33 w 113"/>
                <a:gd name="T5" fmla="*/ 114 h 135"/>
                <a:gd name="T6" fmla="*/ 33 w 113"/>
                <a:gd name="T7" fmla="*/ 118 h 135"/>
                <a:gd name="T8" fmla="*/ 43 w 113"/>
                <a:gd name="T9" fmla="*/ 128 h 135"/>
                <a:gd name="T10" fmla="*/ 49 w 113"/>
                <a:gd name="T11" fmla="*/ 128 h 135"/>
                <a:gd name="T12" fmla="*/ 49 w 113"/>
                <a:gd name="T13" fmla="*/ 135 h 135"/>
                <a:gd name="T14" fmla="*/ 0 w 113"/>
                <a:gd name="T15" fmla="*/ 135 h 135"/>
                <a:gd name="T16" fmla="*/ 0 w 113"/>
                <a:gd name="T17" fmla="*/ 128 h 135"/>
                <a:gd name="T18" fmla="*/ 8 w 113"/>
                <a:gd name="T19" fmla="*/ 127 h 135"/>
                <a:gd name="T20" fmla="*/ 15 w 113"/>
                <a:gd name="T21" fmla="*/ 120 h 135"/>
                <a:gd name="T22" fmla="*/ 15 w 113"/>
                <a:gd name="T23" fmla="*/ 114 h 135"/>
                <a:gd name="T24" fmla="*/ 15 w 113"/>
                <a:gd name="T25" fmla="*/ 21 h 135"/>
                <a:gd name="T26" fmla="*/ 15 w 113"/>
                <a:gd name="T27" fmla="*/ 14 h 135"/>
                <a:gd name="T28" fmla="*/ 9 w 113"/>
                <a:gd name="T29" fmla="*/ 9 h 135"/>
                <a:gd name="T30" fmla="*/ 0 w 113"/>
                <a:gd name="T31" fmla="*/ 8 h 135"/>
                <a:gd name="T32" fmla="*/ 0 w 113"/>
                <a:gd name="T33" fmla="*/ 1 h 135"/>
                <a:gd name="T34" fmla="*/ 4 w 113"/>
                <a:gd name="T35" fmla="*/ 0 h 135"/>
                <a:gd name="T36" fmla="*/ 56 w 113"/>
                <a:gd name="T37" fmla="*/ 0 h 135"/>
                <a:gd name="T38" fmla="*/ 73 w 113"/>
                <a:gd name="T39" fmla="*/ 1 h 135"/>
                <a:gd name="T40" fmla="*/ 106 w 113"/>
                <a:gd name="T41" fmla="*/ 50 h 135"/>
                <a:gd name="T42" fmla="*/ 78 w 113"/>
                <a:gd name="T43" fmla="*/ 76 h 135"/>
                <a:gd name="T44" fmla="*/ 55 w 113"/>
                <a:gd name="T45" fmla="*/ 78 h 135"/>
                <a:gd name="T46" fmla="*/ 33 w 113"/>
                <a:gd name="T47" fmla="*/ 78 h 135"/>
                <a:gd name="T48" fmla="*/ 33 w 113"/>
                <a:gd name="T49" fmla="*/ 68 h 135"/>
                <a:gd name="T50" fmla="*/ 67 w 113"/>
                <a:gd name="T51" fmla="*/ 67 h 135"/>
                <a:gd name="T52" fmla="*/ 85 w 113"/>
                <a:gd name="T53" fmla="*/ 52 h 135"/>
                <a:gd name="T54" fmla="*/ 87 w 113"/>
                <a:gd name="T55" fmla="*/ 29 h 135"/>
                <a:gd name="T56" fmla="*/ 66 w 113"/>
                <a:gd name="T57" fmla="*/ 11 h 135"/>
                <a:gd name="T58" fmla="*/ 34 w 113"/>
                <a:gd name="T59" fmla="*/ 11 h 135"/>
                <a:gd name="T60" fmla="*/ 33 w 113"/>
                <a:gd name="T61" fmla="*/ 11 h 135"/>
                <a:gd name="T62" fmla="*/ 33 w 113"/>
                <a:gd name="T63" fmla="*/ 6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3" h="135">
                  <a:moveTo>
                    <a:pt x="33" y="78"/>
                  </a:moveTo>
                  <a:cubicBezTo>
                    <a:pt x="33" y="80"/>
                    <a:pt x="33" y="81"/>
                    <a:pt x="33" y="82"/>
                  </a:cubicBezTo>
                  <a:cubicBezTo>
                    <a:pt x="33" y="93"/>
                    <a:pt x="33" y="103"/>
                    <a:pt x="33" y="114"/>
                  </a:cubicBezTo>
                  <a:cubicBezTo>
                    <a:pt x="33" y="115"/>
                    <a:pt x="33" y="117"/>
                    <a:pt x="33" y="118"/>
                  </a:cubicBezTo>
                  <a:cubicBezTo>
                    <a:pt x="34" y="125"/>
                    <a:pt x="35" y="127"/>
                    <a:pt x="43" y="128"/>
                  </a:cubicBezTo>
                  <a:cubicBezTo>
                    <a:pt x="45" y="128"/>
                    <a:pt x="47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6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2" y="128"/>
                    <a:pt x="5" y="128"/>
                    <a:pt x="8" y="127"/>
                  </a:cubicBezTo>
                  <a:cubicBezTo>
                    <a:pt x="13" y="126"/>
                    <a:pt x="14" y="125"/>
                    <a:pt x="15" y="120"/>
                  </a:cubicBezTo>
                  <a:cubicBezTo>
                    <a:pt x="15" y="118"/>
                    <a:pt x="15" y="116"/>
                    <a:pt x="15" y="114"/>
                  </a:cubicBezTo>
                  <a:cubicBezTo>
                    <a:pt x="16" y="83"/>
                    <a:pt x="16" y="52"/>
                    <a:pt x="15" y="21"/>
                  </a:cubicBezTo>
                  <a:cubicBezTo>
                    <a:pt x="15" y="19"/>
                    <a:pt x="15" y="16"/>
                    <a:pt x="15" y="14"/>
                  </a:cubicBezTo>
                  <a:cubicBezTo>
                    <a:pt x="14" y="11"/>
                    <a:pt x="12" y="9"/>
                    <a:pt x="9" y="9"/>
                  </a:cubicBezTo>
                  <a:cubicBezTo>
                    <a:pt x="6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21" y="0"/>
                    <a:pt x="39" y="0"/>
                    <a:pt x="56" y="0"/>
                  </a:cubicBezTo>
                  <a:cubicBezTo>
                    <a:pt x="62" y="0"/>
                    <a:pt x="68" y="1"/>
                    <a:pt x="73" y="1"/>
                  </a:cubicBezTo>
                  <a:cubicBezTo>
                    <a:pt x="98" y="4"/>
                    <a:pt x="113" y="26"/>
                    <a:pt x="106" y="50"/>
                  </a:cubicBezTo>
                  <a:cubicBezTo>
                    <a:pt x="102" y="64"/>
                    <a:pt x="93" y="73"/>
                    <a:pt x="78" y="76"/>
                  </a:cubicBezTo>
                  <a:cubicBezTo>
                    <a:pt x="70" y="77"/>
                    <a:pt x="63" y="77"/>
                    <a:pt x="55" y="78"/>
                  </a:cubicBezTo>
                  <a:cubicBezTo>
                    <a:pt x="48" y="78"/>
                    <a:pt x="41" y="78"/>
                    <a:pt x="33" y="78"/>
                  </a:cubicBezTo>
                  <a:close/>
                  <a:moveTo>
                    <a:pt x="33" y="68"/>
                  </a:moveTo>
                  <a:cubicBezTo>
                    <a:pt x="45" y="67"/>
                    <a:pt x="56" y="68"/>
                    <a:pt x="67" y="67"/>
                  </a:cubicBezTo>
                  <a:cubicBezTo>
                    <a:pt x="76" y="66"/>
                    <a:pt x="82" y="60"/>
                    <a:pt x="85" y="52"/>
                  </a:cubicBezTo>
                  <a:cubicBezTo>
                    <a:pt x="89" y="45"/>
                    <a:pt x="89" y="37"/>
                    <a:pt x="87" y="29"/>
                  </a:cubicBezTo>
                  <a:cubicBezTo>
                    <a:pt x="84" y="19"/>
                    <a:pt x="78" y="12"/>
                    <a:pt x="66" y="11"/>
                  </a:cubicBezTo>
                  <a:cubicBezTo>
                    <a:pt x="56" y="11"/>
                    <a:pt x="45" y="11"/>
                    <a:pt x="34" y="11"/>
                  </a:cubicBezTo>
                  <a:cubicBezTo>
                    <a:pt x="34" y="11"/>
                    <a:pt x="34" y="11"/>
                    <a:pt x="33" y="11"/>
                  </a:cubicBezTo>
                  <a:cubicBezTo>
                    <a:pt x="33" y="30"/>
                    <a:pt x="33" y="48"/>
                    <a:pt x="33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1" name="Freeform 29">
              <a:extLst>
                <a:ext uri="{FF2B5EF4-FFF2-40B4-BE49-F238E27FC236}">
                  <a16:creationId xmlns:a16="http://schemas.microsoft.com/office/drawing/2014/main" xmlns="" id="{ABD5AC87-B621-4108-92CB-D265896F5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909" y="3891177"/>
              <a:ext cx="381253" cy="394068"/>
            </a:xfrm>
            <a:custGeom>
              <a:avLst/>
              <a:gdLst>
                <a:gd name="T0" fmla="*/ 49 w 133"/>
                <a:gd name="T1" fmla="*/ 0 h 138"/>
                <a:gd name="T2" fmla="*/ 49 w 133"/>
                <a:gd name="T3" fmla="*/ 7 h 138"/>
                <a:gd name="T4" fmla="*/ 41 w 133"/>
                <a:gd name="T5" fmla="*/ 8 h 138"/>
                <a:gd name="T6" fmla="*/ 34 w 133"/>
                <a:gd name="T7" fmla="*/ 15 h 138"/>
                <a:gd name="T8" fmla="*/ 33 w 133"/>
                <a:gd name="T9" fmla="*/ 23 h 138"/>
                <a:gd name="T10" fmla="*/ 33 w 133"/>
                <a:gd name="T11" fmla="*/ 83 h 138"/>
                <a:gd name="T12" fmla="*/ 34 w 133"/>
                <a:gd name="T13" fmla="*/ 96 h 138"/>
                <a:gd name="T14" fmla="*/ 60 w 133"/>
                <a:gd name="T15" fmla="*/ 124 h 138"/>
                <a:gd name="T16" fmla="*/ 100 w 133"/>
                <a:gd name="T17" fmla="*/ 110 h 138"/>
                <a:gd name="T18" fmla="*/ 106 w 133"/>
                <a:gd name="T19" fmla="*/ 94 h 138"/>
                <a:gd name="T20" fmla="*/ 107 w 133"/>
                <a:gd name="T21" fmla="*/ 80 h 138"/>
                <a:gd name="T22" fmla="*/ 107 w 133"/>
                <a:gd name="T23" fmla="*/ 24 h 138"/>
                <a:gd name="T24" fmla="*/ 106 w 133"/>
                <a:gd name="T25" fmla="*/ 15 h 138"/>
                <a:gd name="T26" fmla="*/ 97 w 133"/>
                <a:gd name="T27" fmla="*/ 8 h 138"/>
                <a:gd name="T28" fmla="*/ 91 w 133"/>
                <a:gd name="T29" fmla="*/ 7 h 138"/>
                <a:gd name="T30" fmla="*/ 91 w 133"/>
                <a:gd name="T31" fmla="*/ 0 h 138"/>
                <a:gd name="T32" fmla="*/ 133 w 133"/>
                <a:gd name="T33" fmla="*/ 0 h 138"/>
                <a:gd name="T34" fmla="*/ 133 w 133"/>
                <a:gd name="T35" fmla="*/ 7 h 138"/>
                <a:gd name="T36" fmla="*/ 126 w 133"/>
                <a:gd name="T37" fmla="*/ 8 h 138"/>
                <a:gd name="T38" fmla="*/ 118 w 133"/>
                <a:gd name="T39" fmla="*/ 15 h 138"/>
                <a:gd name="T40" fmla="*/ 118 w 133"/>
                <a:gd name="T41" fmla="*/ 25 h 138"/>
                <a:gd name="T42" fmla="*/ 117 w 133"/>
                <a:gd name="T43" fmla="*/ 88 h 138"/>
                <a:gd name="T44" fmla="*/ 114 w 133"/>
                <a:gd name="T45" fmla="*/ 105 h 138"/>
                <a:gd name="T46" fmla="*/ 74 w 133"/>
                <a:gd name="T47" fmla="*/ 136 h 138"/>
                <a:gd name="T48" fmla="*/ 35 w 133"/>
                <a:gd name="T49" fmla="*/ 127 h 138"/>
                <a:gd name="T50" fmla="*/ 17 w 133"/>
                <a:gd name="T51" fmla="*/ 96 h 138"/>
                <a:gd name="T52" fmla="*/ 16 w 133"/>
                <a:gd name="T53" fmla="*/ 83 h 138"/>
                <a:gd name="T54" fmla="*/ 16 w 133"/>
                <a:gd name="T55" fmla="*/ 25 h 138"/>
                <a:gd name="T56" fmla="*/ 16 w 133"/>
                <a:gd name="T57" fmla="*/ 15 h 138"/>
                <a:gd name="T58" fmla="*/ 8 w 133"/>
                <a:gd name="T59" fmla="*/ 8 h 138"/>
                <a:gd name="T60" fmla="*/ 0 w 133"/>
                <a:gd name="T61" fmla="*/ 7 h 138"/>
                <a:gd name="T62" fmla="*/ 0 w 133"/>
                <a:gd name="T63" fmla="*/ 0 h 138"/>
                <a:gd name="T64" fmla="*/ 49 w 133"/>
                <a:gd name="T65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3" h="138">
                  <a:moveTo>
                    <a:pt x="49" y="0"/>
                  </a:move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1" y="8"/>
                  </a:cubicBezTo>
                  <a:cubicBezTo>
                    <a:pt x="36" y="8"/>
                    <a:pt x="34" y="10"/>
                    <a:pt x="34" y="15"/>
                  </a:cubicBezTo>
                  <a:cubicBezTo>
                    <a:pt x="33" y="17"/>
                    <a:pt x="33" y="20"/>
                    <a:pt x="33" y="23"/>
                  </a:cubicBezTo>
                  <a:cubicBezTo>
                    <a:pt x="33" y="43"/>
                    <a:pt x="33" y="63"/>
                    <a:pt x="33" y="83"/>
                  </a:cubicBezTo>
                  <a:cubicBezTo>
                    <a:pt x="33" y="87"/>
                    <a:pt x="33" y="92"/>
                    <a:pt x="34" y="96"/>
                  </a:cubicBezTo>
                  <a:cubicBezTo>
                    <a:pt x="36" y="112"/>
                    <a:pt x="46" y="120"/>
                    <a:pt x="60" y="124"/>
                  </a:cubicBezTo>
                  <a:cubicBezTo>
                    <a:pt x="76" y="128"/>
                    <a:pt x="89" y="123"/>
                    <a:pt x="100" y="110"/>
                  </a:cubicBezTo>
                  <a:cubicBezTo>
                    <a:pt x="104" y="106"/>
                    <a:pt x="105" y="100"/>
                    <a:pt x="106" y="94"/>
                  </a:cubicBezTo>
                  <a:cubicBezTo>
                    <a:pt x="106" y="90"/>
                    <a:pt x="106" y="85"/>
                    <a:pt x="107" y="80"/>
                  </a:cubicBezTo>
                  <a:cubicBezTo>
                    <a:pt x="107" y="62"/>
                    <a:pt x="107" y="43"/>
                    <a:pt x="107" y="24"/>
                  </a:cubicBezTo>
                  <a:cubicBezTo>
                    <a:pt x="107" y="21"/>
                    <a:pt x="106" y="18"/>
                    <a:pt x="106" y="15"/>
                  </a:cubicBezTo>
                  <a:cubicBezTo>
                    <a:pt x="105" y="10"/>
                    <a:pt x="103" y="8"/>
                    <a:pt x="97" y="8"/>
                  </a:cubicBezTo>
                  <a:cubicBezTo>
                    <a:pt x="95" y="7"/>
                    <a:pt x="93" y="7"/>
                    <a:pt x="91" y="7"/>
                  </a:cubicBezTo>
                  <a:cubicBezTo>
                    <a:pt x="91" y="4"/>
                    <a:pt x="91" y="2"/>
                    <a:pt x="91" y="0"/>
                  </a:cubicBezTo>
                  <a:cubicBezTo>
                    <a:pt x="105" y="0"/>
                    <a:pt x="119" y="0"/>
                    <a:pt x="133" y="0"/>
                  </a:cubicBezTo>
                  <a:cubicBezTo>
                    <a:pt x="133" y="2"/>
                    <a:pt x="133" y="4"/>
                    <a:pt x="133" y="7"/>
                  </a:cubicBezTo>
                  <a:cubicBezTo>
                    <a:pt x="131" y="7"/>
                    <a:pt x="128" y="7"/>
                    <a:pt x="126" y="8"/>
                  </a:cubicBezTo>
                  <a:cubicBezTo>
                    <a:pt x="121" y="8"/>
                    <a:pt x="119" y="11"/>
                    <a:pt x="118" y="15"/>
                  </a:cubicBezTo>
                  <a:cubicBezTo>
                    <a:pt x="118" y="18"/>
                    <a:pt x="118" y="22"/>
                    <a:pt x="118" y="25"/>
                  </a:cubicBezTo>
                  <a:cubicBezTo>
                    <a:pt x="117" y="46"/>
                    <a:pt x="118" y="67"/>
                    <a:pt x="117" y="88"/>
                  </a:cubicBezTo>
                  <a:cubicBezTo>
                    <a:pt x="117" y="94"/>
                    <a:pt x="116" y="99"/>
                    <a:pt x="114" y="105"/>
                  </a:cubicBezTo>
                  <a:cubicBezTo>
                    <a:pt x="108" y="124"/>
                    <a:pt x="94" y="134"/>
                    <a:pt x="74" y="136"/>
                  </a:cubicBezTo>
                  <a:cubicBezTo>
                    <a:pt x="60" y="138"/>
                    <a:pt x="47" y="135"/>
                    <a:pt x="35" y="127"/>
                  </a:cubicBezTo>
                  <a:cubicBezTo>
                    <a:pt x="24" y="120"/>
                    <a:pt x="18" y="109"/>
                    <a:pt x="17" y="96"/>
                  </a:cubicBezTo>
                  <a:cubicBezTo>
                    <a:pt x="16" y="92"/>
                    <a:pt x="16" y="87"/>
                    <a:pt x="16" y="83"/>
                  </a:cubicBezTo>
                  <a:cubicBezTo>
                    <a:pt x="16" y="64"/>
                    <a:pt x="16" y="45"/>
                    <a:pt x="16" y="25"/>
                  </a:cubicBezTo>
                  <a:cubicBezTo>
                    <a:pt x="16" y="22"/>
                    <a:pt x="16" y="18"/>
                    <a:pt x="16" y="15"/>
                  </a:cubicBezTo>
                  <a:cubicBezTo>
                    <a:pt x="15" y="10"/>
                    <a:pt x="13" y="8"/>
                    <a:pt x="8" y="8"/>
                  </a:cubicBezTo>
                  <a:cubicBezTo>
                    <a:pt x="5" y="7"/>
                    <a:pt x="3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2" name="Freeform 30">
              <a:extLst>
                <a:ext uri="{FF2B5EF4-FFF2-40B4-BE49-F238E27FC236}">
                  <a16:creationId xmlns:a16="http://schemas.microsoft.com/office/drawing/2014/main" xmlns="" id="{0BB2B514-BAFC-4B2E-9426-ACF7AAF08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866" y="3891177"/>
              <a:ext cx="378049" cy="390864"/>
            </a:xfrm>
            <a:custGeom>
              <a:avLst/>
              <a:gdLst>
                <a:gd name="T0" fmla="*/ 73 w 133"/>
                <a:gd name="T1" fmla="*/ 137 h 137"/>
                <a:gd name="T2" fmla="*/ 64 w 133"/>
                <a:gd name="T3" fmla="*/ 137 h 137"/>
                <a:gd name="T4" fmla="*/ 58 w 133"/>
                <a:gd name="T5" fmla="*/ 133 h 137"/>
                <a:gd name="T6" fmla="*/ 39 w 133"/>
                <a:gd name="T7" fmla="*/ 80 h 137"/>
                <a:gd name="T8" fmla="*/ 17 w 133"/>
                <a:gd name="T9" fmla="*/ 23 h 137"/>
                <a:gd name="T10" fmla="*/ 13 w 133"/>
                <a:gd name="T11" fmla="*/ 14 h 137"/>
                <a:gd name="T12" fmla="*/ 4 w 133"/>
                <a:gd name="T13" fmla="*/ 7 h 137"/>
                <a:gd name="T14" fmla="*/ 0 w 133"/>
                <a:gd name="T15" fmla="*/ 7 h 137"/>
                <a:gd name="T16" fmla="*/ 0 w 133"/>
                <a:gd name="T17" fmla="*/ 0 h 137"/>
                <a:gd name="T18" fmla="*/ 47 w 133"/>
                <a:gd name="T19" fmla="*/ 0 h 137"/>
                <a:gd name="T20" fmla="*/ 47 w 133"/>
                <a:gd name="T21" fmla="*/ 7 h 137"/>
                <a:gd name="T22" fmla="*/ 39 w 133"/>
                <a:gd name="T23" fmla="*/ 8 h 137"/>
                <a:gd name="T24" fmla="*/ 34 w 133"/>
                <a:gd name="T25" fmla="*/ 15 h 137"/>
                <a:gd name="T26" fmla="*/ 35 w 133"/>
                <a:gd name="T27" fmla="*/ 20 h 137"/>
                <a:gd name="T28" fmla="*/ 68 w 133"/>
                <a:gd name="T29" fmla="*/ 112 h 137"/>
                <a:gd name="T30" fmla="*/ 70 w 133"/>
                <a:gd name="T31" fmla="*/ 116 h 137"/>
                <a:gd name="T32" fmla="*/ 72 w 133"/>
                <a:gd name="T33" fmla="*/ 113 h 137"/>
                <a:gd name="T34" fmla="*/ 106 w 133"/>
                <a:gd name="T35" fmla="*/ 18 h 137"/>
                <a:gd name="T36" fmla="*/ 106 w 133"/>
                <a:gd name="T37" fmla="*/ 16 h 137"/>
                <a:gd name="T38" fmla="*/ 101 w 133"/>
                <a:gd name="T39" fmla="*/ 7 h 137"/>
                <a:gd name="T40" fmla="*/ 94 w 133"/>
                <a:gd name="T41" fmla="*/ 7 h 137"/>
                <a:gd name="T42" fmla="*/ 94 w 133"/>
                <a:gd name="T43" fmla="*/ 0 h 137"/>
                <a:gd name="T44" fmla="*/ 133 w 133"/>
                <a:gd name="T45" fmla="*/ 0 h 137"/>
                <a:gd name="T46" fmla="*/ 133 w 133"/>
                <a:gd name="T47" fmla="*/ 7 h 137"/>
                <a:gd name="T48" fmla="*/ 130 w 133"/>
                <a:gd name="T49" fmla="*/ 7 h 137"/>
                <a:gd name="T50" fmla="*/ 119 w 133"/>
                <a:gd name="T51" fmla="*/ 16 h 137"/>
                <a:gd name="T52" fmla="*/ 110 w 133"/>
                <a:gd name="T53" fmla="*/ 38 h 137"/>
                <a:gd name="T54" fmla="*/ 74 w 133"/>
                <a:gd name="T55" fmla="*/ 133 h 137"/>
                <a:gd name="T56" fmla="*/ 73 w 133"/>
                <a:gd name="T5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7">
                  <a:moveTo>
                    <a:pt x="73" y="137"/>
                  </a:moveTo>
                  <a:cubicBezTo>
                    <a:pt x="69" y="137"/>
                    <a:pt x="66" y="137"/>
                    <a:pt x="64" y="137"/>
                  </a:cubicBezTo>
                  <a:cubicBezTo>
                    <a:pt x="61" y="137"/>
                    <a:pt x="59" y="136"/>
                    <a:pt x="58" y="133"/>
                  </a:cubicBezTo>
                  <a:cubicBezTo>
                    <a:pt x="52" y="115"/>
                    <a:pt x="45" y="98"/>
                    <a:pt x="39" y="80"/>
                  </a:cubicBezTo>
                  <a:cubicBezTo>
                    <a:pt x="31" y="61"/>
                    <a:pt x="24" y="42"/>
                    <a:pt x="17" y="23"/>
                  </a:cubicBezTo>
                  <a:cubicBezTo>
                    <a:pt x="16" y="20"/>
                    <a:pt x="15" y="17"/>
                    <a:pt x="13" y="14"/>
                  </a:cubicBezTo>
                  <a:cubicBezTo>
                    <a:pt x="11" y="10"/>
                    <a:pt x="8" y="8"/>
                    <a:pt x="4" y="7"/>
                  </a:cubicBezTo>
                  <a:cubicBezTo>
                    <a:pt x="3" y="7"/>
                    <a:pt x="2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1" y="0"/>
                    <a:pt x="47" y="0"/>
                  </a:cubicBezTo>
                  <a:cubicBezTo>
                    <a:pt x="47" y="2"/>
                    <a:pt x="47" y="4"/>
                    <a:pt x="47" y="7"/>
                  </a:cubicBezTo>
                  <a:cubicBezTo>
                    <a:pt x="44" y="7"/>
                    <a:pt x="42" y="7"/>
                    <a:pt x="39" y="8"/>
                  </a:cubicBezTo>
                  <a:cubicBezTo>
                    <a:pt x="34" y="8"/>
                    <a:pt x="33" y="10"/>
                    <a:pt x="34" y="15"/>
                  </a:cubicBezTo>
                  <a:cubicBezTo>
                    <a:pt x="34" y="17"/>
                    <a:pt x="35" y="19"/>
                    <a:pt x="35" y="20"/>
                  </a:cubicBezTo>
                  <a:cubicBezTo>
                    <a:pt x="46" y="51"/>
                    <a:pt x="57" y="81"/>
                    <a:pt x="68" y="112"/>
                  </a:cubicBezTo>
                  <a:cubicBezTo>
                    <a:pt x="69" y="113"/>
                    <a:pt x="69" y="114"/>
                    <a:pt x="70" y="116"/>
                  </a:cubicBezTo>
                  <a:cubicBezTo>
                    <a:pt x="71" y="114"/>
                    <a:pt x="71" y="113"/>
                    <a:pt x="72" y="113"/>
                  </a:cubicBezTo>
                  <a:cubicBezTo>
                    <a:pt x="83" y="81"/>
                    <a:pt x="94" y="50"/>
                    <a:pt x="106" y="18"/>
                  </a:cubicBezTo>
                  <a:cubicBezTo>
                    <a:pt x="106" y="17"/>
                    <a:pt x="106" y="17"/>
                    <a:pt x="106" y="16"/>
                  </a:cubicBezTo>
                  <a:cubicBezTo>
                    <a:pt x="107" y="10"/>
                    <a:pt x="106" y="8"/>
                    <a:pt x="101" y="7"/>
                  </a:cubicBezTo>
                  <a:cubicBezTo>
                    <a:pt x="98" y="7"/>
                    <a:pt x="96" y="7"/>
                    <a:pt x="94" y="7"/>
                  </a:cubicBezTo>
                  <a:cubicBezTo>
                    <a:pt x="94" y="4"/>
                    <a:pt x="94" y="2"/>
                    <a:pt x="94" y="0"/>
                  </a:cubicBezTo>
                  <a:cubicBezTo>
                    <a:pt x="106" y="0"/>
                    <a:pt x="119" y="0"/>
                    <a:pt x="133" y="0"/>
                  </a:cubicBezTo>
                  <a:cubicBezTo>
                    <a:pt x="133" y="2"/>
                    <a:pt x="133" y="4"/>
                    <a:pt x="133" y="7"/>
                  </a:cubicBezTo>
                  <a:cubicBezTo>
                    <a:pt x="132" y="7"/>
                    <a:pt x="131" y="7"/>
                    <a:pt x="130" y="7"/>
                  </a:cubicBezTo>
                  <a:cubicBezTo>
                    <a:pt x="124" y="8"/>
                    <a:pt x="121" y="11"/>
                    <a:pt x="119" y="16"/>
                  </a:cubicBezTo>
                  <a:cubicBezTo>
                    <a:pt x="116" y="24"/>
                    <a:pt x="113" y="31"/>
                    <a:pt x="110" y="38"/>
                  </a:cubicBezTo>
                  <a:cubicBezTo>
                    <a:pt x="98" y="70"/>
                    <a:pt x="86" y="101"/>
                    <a:pt x="74" y="133"/>
                  </a:cubicBezTo>
                  <a:cubicBezTo>
                    <a:pt x="74" y="134"/>
                    <a:pt x="73" y="135"/>
                    <a:pt x="73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3" name="Freeform 31">
              <a:extLst>
                <a:ext uri="{FF2B5EF4-FFF2-40B4-BE49-F238E27FC236}">
                  <a16:creationId xmlns:a16="http://schemas.microsoft.com/office/drawing/2014/main" xmlns="" id="{95F1D8E8-509F-457F-A39C-06F7223B8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4855" y="3891177"/>
              <a:ext cx="342807" cy="384457"/>
            </a:xfrm>
            <a:custGeom>
              <a:avLst/>
              <a:gdLst>
                <a:gd name="T0" fmla="*/ 85 w 120"/>
                <a:gd name="T1" fmla="*/ 127 h 135"/>
                <a:gd name="T2" fmla="*/ 85 w 120"/>
                <a:gd name="T3" fmla="*/ 134 h 135"/>
                <a:gd name="T4" fmla="*/ 35 w 120"/>
                <a:gd name="T5" fmla="*/ 134 h 135"/>
                <a:gd name="T6" fmla="*/ 35 w 120"/>
                <a:gd name="T7" fmla="*/ 127 h 135"/>
                <a:gd name="T8" fmla="*/ 44 w 120"/>
                <a:gd name="T9" fmla="*/ 126 h 135"/>
                <a:gd name="T10" fmla="*/ 50 w 120"/>
                <a:gd name="T11" fmla="*/ 120 h 135"/>
                <a:gd name="T12" fmla="*/ 51 w 120"/>
                <a:gd name="T13" fmla="*/ 113 h 135"/>
                <a:gd name="T14" fmla="*/ 51 w 120"/>
                <a:gd name="T15" fmla="*/ 85 h 135"/>
                <a:gd name="T16" fmla="*/ 50 w 120"/>
                <a:gd name="T17" fmla="*/ 79 h 135"/>
                <a:gd name="T18" fmla="*/ 17 w 120"/>
                <a:gd name="T19" fmla="*/ 19 h 135"/>
                <a:gd name="T20" fmla="*/ 15 w 120"/>
                <a:gd name="T21" fmla="*/ 15 h 135"/>
                <a:gd name="T22" fmla="*/ 3 w 120"/>
                <a:gd name="T23" fmla="*/ 7 h 135"/>
                <a:gd name="T24" fmla="*/ 0 w 120"/>
                <a:gd name="T25" fmla="*/ 7 h 135"/>
                <a:gd name="T26" fmla="*/ 0 w 120"/>
                <a:gd name="T27" fmla="*/ 0 h 135"/>
                <a:gd name="T28" fmla="*/ 48 w 120"/>
                <a:gd name="T29" fmla="*/ 0 h 135"/>
                <a:gd name="T30" fmla="*/ 48 w 120"/>
                <a:gd name="T31" fmla="*/ 7 h 135"/>
                <a:gd name="T32" fmla="*/ 40 w 120"/>
                <a:gd name="T33" fmla="*/ 7 h 135"/>
                <a:gd name="T34" fmla="*/ 36 w 120"/>
                <a:gd name="T35" fmla="*/ 14 h 135"/>
                <a:gd name="T36" fmla="*/ 37 w 120"/>
                <a:gd name="T37" fmla="*/ 18 h 135"/>
                <a:gd name="T38" fmla="*/ 61 w 120"/>
                <a:gd name="T39" fmla="*/ 64 h 135"/>
                <a:gd name="T40" fmla="*/ 63 w 120"/>
                <a:gd name="T41" fmla="*/ 68 h 135"/>
                <a:gd name="T42" fmla="*/ 66 w 120"/>
                <a:gd name="T43" fmla="*/ 64 h 135"/>
                <a:gd name="T44" fmla="*/ 91 w 120"/>
                <a:gd name="T45" fmla="*/ 18 h 135"/>
                <a:gd name="T46" fmla="*/ 93 w 120"/>
                <a:gd name="T47" fmla="*/ 12 h 135"/>
                <a:gd name="T48" fmla="*/ 90 w 120"/>
                <a:gd name="T49" fmla="*/ 8 h 135"/>
                <a:gd name="T50" fmla="*/ 81 w 120"/>
                <a:gd name="T51" fmla="*/ 7 h 135"/>
                <a:gd name="T52" fmla="*/ 81 w 120"/>
                <a:gd name="T53" fmla="*/ 0 h 135"/>
                <a:gd name="T54" fmla="*/ 120 w 120"/>
                <a:gd name="T55" fmla="*/ 0 h 135"/>
                <a:gd name="T56" fmla="*/ 120 w 120"/>
                <a:gd name="T57" fmla="*/ 7 h 135"/>
                <a:gd name="T58" fmla="*/ 115 w 120"/>
                <a:gd name="T59" fmla="*/ 8 h 135"/>
                <a:gd name="T60" fmla="*/ 108 w 120"/>
                <a:gd name="T61" fmla="*/ 12 h 135"/>
                <a:gd name="T62" fmla="*/ 103 w 120"/>
                <a:gd name="T63" fmla="*/ 19 h 135"/>
                <a:gd name="T64" fmla="*/ 71 w 120"/>
                <a:gd name="T65" fmla="*/ 75 h 135"/>
                <a:gd name="T66" fmla="*/ 69 w 120"/>
                <a:gd name="T67" fmla="*/ 82 h 135"/>
                <a:gd name="T68" fmla="*/ 69 w 120"/>
                <a:gd name="T69" fmla="*/ 111 h 135"/>
                <a:gd name="T70" fmla="*/ 69 w 120"/>
                <a:gd name="T71" fmla="*/ 118 h 135"/>
                <a:gd name="T72" fmla="*/ 77 w 120"/>
                <a:gd name="T73" fmla="*/ 126 h 135"/>
                <a:gd name="T74" fmla="*/ 85 w 120"/>
                <a:gd name="T75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0" h="135">
                  <a:moveTo>
                    <a:pt x="85" y="127"/>
                  </a:moveTo>
                  <a:cubicBezTo>
                    <a:pt x="85" y="130"/>
                    <a:pt x="85" y="132"/>
                    <a:pt x="85" y="134"/>
                  </a:cubicBezTo>
                  <a:cubicBezTo>
                    <a:pt x="81" y="135"/>
                    <a:pt x="44" y="135"/>
                    <a:pt x="35" y="134"/>
                  </a:cubicBezTo>
                  <a:cubicBezTo>
                    <a:pt x="35" y="132"/>
                    <a:pt x="35" y="130"/>
                    <a:pt x="35" y="127"/>
                  </a:cubicBezTo>
                  <a:cubicBezTo>
                    <a:pt x="38" y="127"/>
                    <a:pt x="41" y="126"/>
                    <a:pt x="44" y="126"/>
                  </a:cubicBezTo>
                  <a:cubicBezTo>
                    <a:pt x="48" y="126"/>
                    <a:pt x="50" y="124"/>
                    <a:pt x="50" y="120"/>
                  </a:cubicBezTo>
                  <a:cubicBezTo>
                    <a:pt x="51" y="118"/>
                    <a:pt x="51" y="115"/>
                    <a:pt x="51" y="113"/>
                  </a:cubicBezTo>
                  <a:cubicBezTo>
                    <a:pt x="51" y="104"/>
                    <a:pt x="51" y="95"/>
                    <a:pt x="51" y="85"/>
                  </a:cubicBezTo>
                  <a:cubicBezTo>
                    <a:pt x="51" y="83"/>
                    <a:pt x="51" y="81"/>
                    <a:pt x="50" y="79"/>
                  </a:cubicBezTo>
                  <a:cubicBezTo>
                    <a:pt x="39" y="59"/>
                    <a:pt x="28" y="39"/>
                    <a:pt x="17" y="19"/>
                  </a:cubicBezTo>
                  <a:cubicBezTo>
                    <a:pt x="16" y="17"/>
                    <a:pt x="15" y="16"/>
                    <a:pt x="15" y="15"/>
                  </a:cubicBezTo>
                  <a:cubicBezTo>
                    <a:pt x="12" y="10"/>
                    <a:pt x="9" y="7"/>
                    <a:pt x="3" y="7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1" y="0"/>
                    <a:pt x="48" y="0"/>
                  </a:cubicBezTo>
                  <a:cubicBezTo>
                    <a:pt x="48" y="2"/>
                    <a:pt x="48" y="4"/>
                    <a:pt x="48" y="7"/>
                  </a:cubicBezTo>
                  <a:cubicBezTo>
                    <a:pt x="45" y="7"/>
                    <a:pt x="42" y="7"/>
                    <a:pt x="40" y="7"/>
                  </a:cubicBezTo>
                  <a:cubicBezTo>
                    <a:pt x="35" y="8"/>
                    <a:pt x="34" y="10"/>
                    <a:pt x="36" y="14"/>
                  </a:cubicBezTo>
                  <a:cubicBezTo>
                    <a:pt x="36" y="15"/>
                    <a:pt x="37" y="17"/>
                    <a:pt x="37" y="18"/>
                  </a:cubicBezTo>
                  <a:cubicBezTo>
                    <a:pt x="45" y="33"/>
                    <a:pt x="53" y="49"/>
                    <a:pt x="61" y="64"/>
                  </a:cubicBezTo>
                  <a:cubicBezTo>
                    <a:pt x="61" y="65"/>
                    <a:pt x="62" y="66"/>
                    <a:pt x="63" y="68"/>
                  </a:cubicBezTo>
                  <a:cubicBezTo>
                    <a:pt x="64" y="66"/>
                    <a:pt x="65" y="65"/>
                    <a:pt x="66" y="64"/>
                  </a:cubicBezTo>
                  <a:cubicBezTo>
                    <a:pt x="74" y="49"/>
                    <a:pt x="82" y="34"/>
                    <a:pt x="91" y="18"/>
                  </a:cubicBezTo>
                  <a:cubicBezTo>
                    <a:pt x="92" y="16"/>
                    <a:pt x="93" y="14"/>
                    <a:pt x="93" y="12"/>
                  </a:cubicBezTo>
                  <a:cubicBezTo>
                    <a:pt x="94" y="9"/>
                    <a:pt x="93" y="8"/>
                    <a:pt x="90" y="8"/>
                  </a:cubicBezTo>
                  <a:cubicBezTo>
                    <a:pt x="87" y="7"/>
                    <a:pt x="85" y="7"/>
                    <a:pt x="81" y="7"/>
                  </a:cubicBezTo>
                  <a:cubicBezTo>
                    <a:pt x="81" y="4"/>
                    <a:pt x="81" y="2"/>
                    <a:pt x="81" y="0"/>
                  </a:cubicBezTo>
                  <a:cubicBezTo>
                    <a:pt x="94" y="0"/>
                    <a:pt x="107" y="0"/>
                    <a:pt x="120" y="0"/>
                  </a:cubicBezTo>
                  <a:cubicBezTo>
                    <a:pt x="120" y="2"/>
                    <a:pt x="120" y="4"/>
                    <a:pt x="120" y="7"/>
                  </a:cubicBezTo>
                  <a:cubicBezTo>
                    <a:pt x="119" y="7"/>
                    <a:pt x="117" y="7"/>
                    <a:pt x="115" y="8"/>
                  </a:cubicBezTo>
                  <a:cubicBezTo>
                    <a:pt x="112" y="8"/>
                    <a:pt x="109" y="9"/>
                    <a:pt x="108" y="12"/>
                  </a:cubicBezTo>
                  <a:cubicBezTo>
                    <a:pt x="106" y="14"/>
                    <a:pt x="104" y="17"/>
                    <a:pt x="103" y="19"/>
                  </a:cubicBezTo>
                  <a:cubicBezTo>
                    <a:pt x="92" y="38"/>
                    <a:pt x="81" y="56"/>
                    <a:pt x="71" y="75"/>
                  </a:cubicBezTo>
                  <a:cubicBezTo>
                    <a:pt x="69" y="77"/>
                    <a:pt x="68" y="80"/>
                    <a:pt x="69" y="82"/>
                  </a:cubicBezTo>
                  <a:cubicBezTo>
                    <a:pt x="69" y="92"/>
                    <a:pt x="69" y="102"/>
                    <a:pt x="69" y="111"/>
                  </a:cubicBezTo>
                  <a:cubicBezTo>
                    <a:pt x="69" y="114"/>
                    <a:pt x="69" y="116"/>
                    <a:pt x="69" y="118"/>
                  </a:cubicBezTo>
                  <a:cubicBezTo>
                    <a:pt x="70" y="124"/>
                    <a:pt x="71" y="125"/>
                    <a:pt x="77" y="126"/>
                  </a:cubicBezTo>
                  <a:cubicBezTo>
                    <a:pt x="80" y="126"/>
                    <a:pt x="82" y="127"/>
                    <a:pt x="85" y="1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xmlns="" id="{2BDC60B4-2A03-4259-99D7-D6952CF7D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4863" y="3878362"/>
              <a:ext cx="329992" cy="394068"/>
            </a:xfrm>
            <a:custGeom>
              <a:avLst/>
              <a:gdLst>
                <a:gd name="T0" fmla="*/ 108 w 116"/>
                <a:gd name="T1" fmla="*/ 42 h 139"/>
                <a:gd name="T2" fmla="*/ 102 w 116"/>
                <a:gd name="T3" fmla="*/ 29 h 139"/>
                <a:gd name="T4" fmla="*/ 72 w 116"/>
                <a:gd name="T5" fmla="*/ 14 h 139"/>
                <a:gd name="T6" fmla="*/ 67 w 116"/>
                <a:gd name="T7" fmla="*/ 18 h 139"/>
                <a:gd name="T8" fmla="*/ 66 w 116"/>
                <a:gd name="T9" fmla="*/ 24 h 139"/>
                <a:gd name="T10" fmla="*/ 66 w 116"/>
                <a:gd name="T11" fmla="*/ 115 h 139"/>
                <a:gd name="T12" fmla="*/ 67 w 116"/>
                <a:gd name="T13" fmla="*/ 123 h 139"/>
                <a:gd name="T14" fmla="*/ 75 w 116"/>
                <a:gd name="T15" fmla="*/ 131 h 139"/>
                <a:gd name="T16" fmla="*/ 83 w 116"/>
                <a:gd name="T17" fmla="*/ 132 h 139"/>
                <a:gd name="T18" fmla="*/ 83 w 116"/>
                <a:gd name="T19" fmla="*/ 139 h 139"/>
                <a:gd name="T20" fmla="*/ 33 w 116"/>
                <a:gd name="T21" fmla="*/ 139 h 139"/>
                <a:gd name="T22" fmla="*/ 33 w 116"/>
                <a:gd name="T23" fmla="*/ 132 h 139"/>
                <a:gd name="T24" fmla="*/ 41 w 116"/>
                <a:gd name="T25" fmla="*/ 131 h 139"/>
                <a:gd name="T26" fmla="*/ 49 w 116"/>
                <a:gd name="T27" fmla="*/ 123 h 139"/>
                <a:gd name="T28" fmla="*/ 49 w 116"/>
                <a:gd name="T29" fmla="*/ 118 h 139"/>
                <a:gd name="T30" fmla="*/ 49 w 116"/>
                <a:gd name="T31" fmla="*/ 22 h 139"/>
                <a:gd name="T32" fmla="*/ 41 w 116"/>
                <a:gd name="T33" fmla="*/ 14 h 139"/>
                <a:gd name="T34" fmla="*/ 32 w 116"/>
                <a:gd name="T35" fmla="*/ 15 h 139"/>
                <a:gd name="T36" fmla="*/ 18 w 116"/>
                <a:gd name="T37" fmla="*/ 23 h 139"/>
                <a:gd name="T38" fmla="*/ 11 w 116"/>
                <a:gd name="T39" fmla="*/ 36 h 139"/>
                <a:gd name="T40" fmla="*/ 8 w 116"/>
                <a:gd name="T41" fmla="*/ 42 h 139"/>
                <a:gd name="T42" fmla="*/ 0 w 116"/>
                <a:gd name="T43" fmla="*/ 39 h 139"/>
                <a:gd name="T44" fmla="*/ 13 w 116"/>
                <a:gd name="T45" fmla="*/ 0 h 139"/>
                <a:gd name="T46" fmla="*/ 19 w 116"/>
                <a:gd name="T47" fmla="*/ 0 h 139"/>
                <a:gd name="T48" fmla="*/ 21 w 116"/>
                <a:gd name="T49" fmla="*/ 4 h 139"/>
                <a:gd name="T50" fmla="*/ 95 w 116"/>
                <a:gd name="T51" fmla="*/ 4 h 139"/>
                <a:gd name="T52" fmla="*/ 97 w 116"/>
                <a:gd name="T53" fmla="*/ 0 h 139"/>
                <a:gd name="T54" fmla="*/ 103 w 116"/>
                <a:gd name="T55" fmla="*/ 0 h 139"/>
                <a:gd name="T56" fmla="*/ 116 w 116"/>
                <a:gd name="T57" fmla="*/ 39 h 139"/>
                <a:gd name="T58" fmla="*/ 108 w 116"/>
                <a:gd name="T59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6" h="139">
                  <a:moveTo>
                    <a:pt x="108" y="42"/>
                  </a:moveTo>
                  <a:cubicBezTo>
                    <a:pt x="106" y="37"/>
                    <a:pt x="104" y="33"/>
                    <a:pt x="102" y="29"/>
                  </a:cubicBezTo>
                  <a:cubicBezTo>
                    <a:pt x="96" y="17"/>
                    <a:pt x="85" y="13"/>
                    <a:pt x="72" y="14"/>
                  </a:cubicBezTo>
                  <a:cubicBezTo>
                    <a:pt x="68" y="14"/>
                    <a:pt x="67" y="15"/>
                    <a:pt x="67" y="18"/>
                  </a:cubicBezTo>
                  <a:cubicBezTo>
                    <a:pt x="66" y="20"/>
                    <a:pt x="66" y="22"/>
                    <a:pt x="66" y="24"/>
                  </a:cubicBezTo>
                  <a:cubicBezTo>
                    <a:pt x="66" y="54"/>
                    <a:pt x="66" y="85"/>
                    <a:pt x="66" y="115"/>
                  </a:cubicBezTo>
                  <a:cubicBezTo>
                    <a:pt x="66" y="118"/>
                    <a:pt x="67" y="120"/>
                    <a:pt x="67" y="123"/>
                  </a:cubicBezTo>
                  <a:cubicBezTo>
                    <a:pt x="68" y="128"/>
                    <a:pt x="70" y="130"/>
                    <a:pt x="75" y="131"/>
                  </a:cubicBezTo>
                  <a:cubicBezTo>
                    <a:pt x="78" y="131"/>
                    <a:pt x="80" y="132"/>
                    <a:pt x="83" y="132"/>
                  </a:cubicBezTo>
                  <a:cubicBezTo>
                    <a:pt x="83" y="134"/>
                    <a:pt x="83" y="137"/>
                    <a:pt x="83" y="139"/>
                  </a:cubicBezTo>
                  <a:cubicBezTo>
                    <a:pt x="66" y="139"/>
                    <a:pt x="50" y="139"/>
                    <a:pt x="33" y="139"/>
                  </a:cubicBezTo>
                  <a:cubicBezTo>
                    <a:pt x="33" y="137"/>
                    <a:pt x="33" y="135"/>
                    <a:pt x="33" y="132"/>
                  </a:cubicBezTo>
                  <a:cubicBezTo>
                    <a:pt x="36" y="132"/>
                    <a:pt x="39" y="131"/>
                    <a:pt x="41" y="131"/>
                  </a:cubicBezTo>
                  <a:cubicBezTo>
                    <a:pt x="47" y="130"/>
                    <a:pt x="49" y="128"/>
                    <a:pt x="49" y="123"/>
                  </a:cubicBezTo>
                  <a:cubicBezTo>
                    <a:pt x="49" y="121"/>
                    <a:pt x="49" y="120"/>
                    <a:pt x="49" y="118"/>
                  </a:cubicBezTo>
                  <a:cubicBezTo>
                    <a:pt x="49" y="86"/>
                    <a:pt x="49" y="54"/>
                    <a:pt x="49" y="22"/>
                  </a:cubicBezTo>
                  <a:cubicBezTo>
                    <a:pt x="49" y="14"/>
                    <a:pt x="49" y="13"/>
                    <a:pt x="41" y="14"/>
                  </a:cubicBezTo>
                  <a:cubicBezTo>
                    <a:pt x="38" y="14"/>
                    <a:pt x="35" y="14"/>
                    <a:pt x="32" y="15"/>
                  </a:cubicBezTo>
                  <a:cubicBezTo>
                    <a:pt x="26" y="16"/>
                    <a:pt x="21" y="18"/>
                    <a:pt x="18" y="23"/>
                  </a:cubicBezTo>
                  <a:cubicBezTo>
                    <a:pt x="15" y="27"/>
                    <a:pt x="13" y="32"/>
                    <a:pt x="11" y="36"/>
                  </a:cubicBezTo>
                  <a:cubicBezTo>
                    <a:pt x="10" y="38"/>
                    <a:pt x="9" y="40"/>
                    <a:pt x="8" y="42"/>
                  </a:cubicBezTo>
                  <a:cubicBezTo>
                    <a:pt x="5" y="41"/>
                    <a:pt x="3" y="40"/>
                    <a:pt x="0" y="39"/>
                  </a:cubicBezTo>
                  <a:cubicBezTo>
                    <a:pt x="5" y="26"/>
                    <a:pt x="9" y="13"/>
                    <a:pt x="13" y="0"/>
                  </a:cubicBezTo>
                  <a:cubicBezTo>
                    <a:pt x="15" y="0"/>
                    <a:pt x="17" y="0"/>
                    <a:pt x="19" y="0"/>
                  </a:cubicBezTo>
                  <a:cubicBezTo>
                    <a:pt x="20" y="1"/>
                    <a:pt x="20" y="3"/>
                    <a:pt x="21" y="4"/>
                  </a:cubicBezTo>
                  <a:cubicBezTo>
                    <a:pt x="46" y="4"/>
                    <a:pt x="70" y="4"/>
                    <a:pt x="95" y="4"/>
                  </a:cubicBezTo>
                  <a:cubicBezTo>
                    <a:pt x="95" y="3"/>
                    <a:pt x="96" y="1"/>
                    <a:pt x="97" y="0"/>
                  </a:cubicBezTo>
                  <a:cubicBezTo>
                    <a:pt x="98" y="0"/>
                    <a:pt x="100" y="0"/>
                    <a:pt x="103" y="0"/>
                  </a:cubicBezTo>
                  <a:cubicBezTo>
                    <a:pt x="107" y="13"/>
                    <a:pt x="112" y="26"/>
                    <a:pt x="116" y="39"/>
                  </a:cubicBezTo>
                  <a:cubicBezTo>
                    <a:pt x="113" y="40"/>
                    <a:pt x="111" y="41"/>
                    <a:pt x="108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xmlns="" id="{D04146B2-3540-4B26-86A2-964C8A38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150" y="3891177"/>
              <a:ext cx="140967" cy="381253"/>
            </a:xfrm>
            <a:custGeom>
              <a:avLst/>
              <a:gdLst>
                <a:gd name="T0" fmla="*/ 0 w 50"/>
                <a:gd name="T1" fmla="*/ 134 h 134"/>
                <a:gd name="T2" fmla="*/ 0 w 50"/>
                <a:gd name="T3" fmla="*/ 127 h 134"/>
                <a:gd name="T4" fmla="*/ 9 w 50"/>
                <a:gd name="T5" fmla="*/ 126 h 134"/>
                <a:gd name="T6" fmla="*/ 16 w 50"/>
                <a:gd name="T7" fmla="*/ 119 h 134"/>
                <a:gd name="T8" fmla="*/ 16 w 50"/>
                <a:gd name="T9" fmla="*/ 113 h 134"/>
                <a:gd name="T10" fmla="*/ 16 w 50"/>
                <a:gd name="T11" fmla="*/ 21 h 134"/>
                <a:gd name="T12" fmla="*/ 16 w 50"/>
                <a:gd name="T13" fmla="*/ 13 h 134"/>
                <a:gd name="T14" fmla="*/ 9 w 50"/>
                <a:gd name="T15" fmla="*/ 8 h 134"/>
                <a:gd name="T16" fmla="*/ 1 w 50"/>
                <a:gd name="T17" fmla="*/ 7 h 134"/>
                <a:gd name="T18" fmla="*/ 1 w 50"/>
                <a:gd name="T19" fmla="*/ 0 h 134"/>
                <a:gd name="T20" fmla="*/ 49 w 50"/>
                <a:gd name="T21" fmla="*/ 0 h 134"/>
                <a:gd name="T22" fmla="*/ 49 w 50"/>
                <a:gd name="T23" fmla="*/ 7 h 134"/>
                <a:gd name="T24" fmla="*/ 42 w 50"/>
                <a:gd name="T25" fmla="*/ 8 h 134"/>
                <a:gd name="T26" fmla="*/ 34 w 50"/>
                <a:gd name="T27" fmla="*/ 15 h 134"/>
                <a:gd name="T28" fmla="*/ 33 w 50"/>
                <a:gd name="T29" fmla="*/ 23 h 134"/>
                <a:gd name="T30" fmla="*/ 33 w 50"/>
                <a:gd name="T31" fmla="*/ 113 h 134"/>
                <a:gd name="T32" fmla="*/ 46 w 50"/>
                <a:gd name="T33" fmla="*/ 127 h 134"/>
                <a:gd name="T34" fmla="*/ 49 w 50"/>
                <a:gd name="T35" fmla="*/ 127 h 134"/>
                <a:gd name="T36" fmla="*/ 50 w 50"/>
                <a:gd name="T37" fmla="*/ 131 h 134"/>
                <a:gd name="T38" fmla="*/ 49 w 50"/>
                <a:gd name="T39" fmla="*/ 134 h 134"/>
                <a:gd name="T40" fmla="*/ 0 w 50"/>
                <a:gd name="T41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134">
                  <a:moveTo>
                    <a:pt x="0" y="134"/>
                  </a:move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6" y="127"/>
                    <a:pt x="9" y="126"/>
                  </a:cubicBezTo>
                  <a:cubicBezTo>
                    <a:pt x="13" y="125"/>
                    <a:pt x="15" y="124"/>
                    <a:pt x="16" y="119"/>
                  </a:cubicBezTo>
                  <a:cubicBezTo>
                    <a:pt x="16" y="117"/>
                    <a:pt x="16" y="115"/>
                    <a:pt x="16" y="113"/>
                  </a:cubicBezTo>
                  <a:cubicBezTo>
                    <a:pt x="16" y="82"/>
                    <a:pt x="16" y="52"/>
                    <a:pt x="16" y="21"/>
                  </a:cubicBezTo>
                  <a:cubicBezTo>
                    <a:pt x="16" y="18"/>
                    <a:pt x="16" y="16"/>
                    <a:pt x="16" y="13"/>
                  </a:cubicBezTo>
                  <a:cubicBezTo>
                    <a:pt x="15" y="10"/>
                    <a:pt x="13" y="8"/>
                    <a:pt x="9" y="8"/>
                  </a:cubicBezTo>
                  <a:cubicBezTo>
                    <a:pt x="6" y="7"/>
                    <a:pt x="4" y="7"/>
                    <a:pt x="1" y="7"/>
                  </a:cubicBezTo>
                  <a:cubicBezTo>
                    <a:pt x="1" y="4"/>
                    <a:pt x="1" y="2"/>
                    <a:pt x="1" y="0"/>
                  </a:cubicBezTo>
                  <a:cubicBezTo>
                    <a:pt x="17" y="0"/>
                    <a:pt x="33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7" y="7"/>
                    <a:pt x="44" y="7"/>
                    <a:pt x="42" y="8"/>
                  </a:cubicBezTo>
                  <a:cubicBezTo>
                    <a:pt x="38" y="8"/>
                    <a:pt x="35" y="10"/>
                    <a:pt x="34" y="15"/>
                  </a:cubicBezTo>
                  <a:cubicBezTo>
                    <a:pt x="34" y="17"/>
                    <a:pt x="33" y="20"/>
                    <a:pt x="33" y="23"/>
                  </a:cubicBezTo>
                  <a:cubicBezTo>
                    <a:pt x="33" y="53"/>
                    <a:pt x="33" y="83"/>
                    <a:pt x="33" y="113"/>
                  </a:cubicBezTo>
                  <a:cubicBezTo>
                    <a:pt x="33" y="124"/>
                    <a:pt x="36" y="126"/>
                    <a:pt x="46" y="127"/>
                  </a:cubicBezTo>
                  <a:cubicBezTo>
                    <a:pt x="47" y="127"/>
                    <a:pt x="48" y="127"/>
                    <a:pt x="49" y="127"/>
                  </a:cubicBezTo>
                  <a:cubicBezTo>
                    <a:pt x="49" y="128"/>
                    <a:pt x="50" y="129"/>
                    <a:pt x="50" y="131"/>
                  </a:cubicBezTo>
                  <a:cubicBezTo>
                    <a:pt x="50" y="132"/>
                    <a:pt x="49" y="133"/>
                    <a:pt x="49" y="134"/>
                  </a:cubicBezTo>
                  <a:cubicBezTo>
                    <a:pt x="33" y="134"/>
                    <a:pt x="17" y="134"/>
                    <a:pt x="0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xmlns="" id="{941B3BC6-A11E-4E3B-B07D-B7635E70A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673" y="3891177"/>
              <a:ext cx="137764" cy="384457"/>
            </a:xfrm>
            <a:custGeom>
              <a:avLst/>
              <a:gdLst>
                <a:gd name="T0" fmla="*/ 0 w 49"/>
                <a:gd name="T1" fmla="*/ 7 h 135"/>
                <a:gd name="T2" fmla="*/ 0 w 49"/>
                <a:gd name="T3" fmla="*/ 0 h 135"/>
                <a:gd name="T4" fmla="*/ 49 w 49"/>
                <a:gd name="T5" fmla="*/ 0 h 135"/>
                <a:gd name="T6" fmla="*/ 49 w 49"/>
                <a:gd name="T7" fmla="*/ 7 h 135"/>
                <a:gd name="T8" fmla="*/ 42 w 49"/>
                <a:gd name="T9" fmla="*/ 8 h 135"/>
                <a:gd name="T10" fmla="*/ 34 w 49"/>
                <a:gd name="T11" fmla="*/ 15 h 135"/>
                <a:gd name="T12" fmla="*/ 33 w 49"/>
                <a:gd name="T13" fmla="*/ 23 h 135"/>
                <a:gd name="T14" fmla="*/ 33 w 49"/>
                <a:gd name="T15" fmla="*/ 113 h 135"/>
                <a:gd name="T16" fmla="*/ 46 w 49"/>
                <a:gd name="T17" fmla="*/ 127 h 135"/>
                <a:gd name="T18" fmla="*/ 49 w 49"/>
                <a:gd name="T19" fmla="*/ 127 h 135"/>
                <a:gd name="T20" fmla="*/ 49 w 49"/>
                <a:gd name="T21" fmla="*/ 134 h 135"/>
                <a:gd name="T22" fmla="*/ 0 w 49"/>
                <a:gd name="T23" fmla="*/ 134 h 135"/>
                <a:gd name="T24" fmla="*/ 0 w 49"/>
                <a:gd name="T25" fmla="*/ 127 h 135"/>
                <a:gd name="T26" fmla="*/ 7 w 49"/>
                <a:gd name="T27" fmla="*/ 126 h 135"/>
                <a:gd name="T28" fmla="*/ 16 w 49"/>
                <a:gd name="T29" fmla="*/ 118 h 135"/>
                <a:gd name="T30" fmla="*/ 16 w 49"/>
                <a:gd name="T31" fmla="*/ 113 h 135"/>
                <a:gd name="T32" fmla="*/ 16 w 49"/>
                <a:gd name="T33" fmla="*/ 20 h 135"/>
                <a:gd name="T34" fmla="*/ 15 w 49"/>
                <a:gd name="T35" fmla="*/ 13 h 135"/>
                <a:gd name="T36" fmla="*/ 9 w 49"/>
                <a:gd name="T37" fmla="*/ 8 h 135"/>
                <a:gd name="T38" fmla="*/ 0 w 49"/>
                <a:gd name="T39" fmla="*/ 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135">
                  <a:moveTo>
                    <a:pt x="0" y="7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37" y="8"/>
                    <a:pt x="35" y="10"/>
                    <a:pt x="34" y="15"/>
                  </a:cubicBezTo>
                  <a:cubicBezTo>
                    <a:pt x="33" y="18"/>
                    <a:pt x="33" y="20"/>
                    <a:pt x="33" y="23"/>
                  </a:cubicBezTo>
                  <a:cubicBezTo>
                    <a:pt x="33" y="53"/>
                    <a:pt x="33" y="83"/>
                    <a:pt x="33" y="113"/>
                  </a:cubicBezTo>
                  <a:cubicBezTo>
                    <a:pt x="33" y="124"/>
                    <a:pt x="35" y="126"/>
                    <a:pt x="46" y="127"/>
                  </a:cubicBezTo>
                  <a:cubicBezTo>
                    <a:pt x="47" y="127"/>
                    <a:pt x="48" y="127"/>
                    <a:pt x="49" y="127"/>
                  </a:cubicBezTo>
                  <a:cubicBezTo>
                    <a:pt x="49" y="129"/>
                    <a:pt x="49" y="132"/>
                    <a:pt x="49" y="134"/>
                  </a:cubicBezTo>
                  <a:cubicBezTo>
                    <a:pt x="45" y="135"/>
                    <a:pt x="9" y="135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5" y="127"/>
                    <a:pt x="7" y="126"/>
                  </a:cubicBezTo>
                  <a:cubicBezTo>
                    <a:pt x="13" y="126"/>
                    <a:pt x="15" y="124"/>
                    <a:pt x="16" y="118"/>
                  </a:cubicBezTo>
                  <a:cubicBezTo>
                    <a:pt x="16" y="117"/>
                    <a:pt x="16" y="115"/>
                    <a:pt x="16" y="113"/>
                  </a:cubicBezTo>
                  <a:cubicBezTo>
                    <a:pt x="16" y="82"/>
                    <a:pt x="16" y="51"/>
                    <a:pt x="16" y="20"/>
                  </a:cubicBezTo>
                  <a:cubicBezTo>
                    <a:pt x="16" y="18"/>
                    <a:pt x="15" y="16"/>
                    <a:pt x="15" y="13"/>
                  </a:cubicBezTo>
                  <a:cubicBezTo>
                    <a:pt x="14" y="10"/>
                    <a:pt x="12" y="8"/>
                    <a:pt x="9" y="8"/>
                  </a:cubicBezTo>
                  <a:cubicBezTo>
                    <a:pt x="6" y="7"/>
                    <a:pt x="3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37" name="Freeform 35">
              <a:extLst>
                <a:ext uri="{FF2B5EF4-FFF2-40B4-BE49-F238E27FC236}">
                  <a16:creationId xmlns:a16="http://schemas.microsoft.com/office/drawing/2014/main" xmlns="" id="{BD558C4E-8B51-4077-9535-D4EA2266C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879" y="3891177"/>
              <a:ext cx="137764" cy="381253"/>
            </a:xfrm>
            <a:custGeom>
              <a:avLst/>
              <a:gdLst>
                <a:gd name="T0" fmla="*/ 0 w 49"/>
                <a:gd name="T1" fmla="*/ 7 h 134"/>
                <a:gd name="T2" fmla="*/ 0 w 49"/>
                <a:gd name="T3" fmla="*/ 0 h 134"/>
                <a:gd name="T4" fmla="*/ 49 w 49"/>
                <a:gd name="T5" fmla="*/ 0 h 134"/>
                <a:gd name="T6" fmla="*/ 49 w 49"/>
                <a:gd name="T7" fmla="*/ 7 h 134"/>
                <a:gd name="T8" fmla="*/ 42 w 49"/>
                <a:gd name="T9" fmla="*/ 8 h 134"/>
                <a:gd name="T10" fmla="*/ 34 w 49"/>
                <a:gd name="T11" fmla="*/ 15 h 134"/>
                <a:gd name="T12" fmla="*/ 33 w 49"/>
                <a:gd name="T13" fmla="*/ 23 h 134"/>
                <a:gd name="T14" fmla="*/ 33 w 49"/>
                <a:gd name="T15" fmla="*/ 112 h 134"/>
                <a:gd name="T16" fmla="*/ 34 w 49"/>
                <a:gd name="T17" fmla="*/ 120 h 134"/>
                <a:gd name="T18" fmla="*/ 40 w 49"/>
                <a:gd name="T19" fmla="*/ 126 h 134"/>
                <a:gd name="T20" fmla="*/ 49 w 49"/>
                <a:gd name="T21" fmla="*/ 127 h 134"/>
                <a:gd name="T22" fmla="*/ 49 w 49"/>
                <a:gd name="T23" fmla="*/ 134 h 134"/>
                <a:gd name="T24" fmla="*/ 0 w 49"/>
                <a:gd name="T25" fmla="*/ 134 h 134"/>
                <a:gd name="T26" fmla="*/ 0 w 49"/>
                <a:gd name="T27" fmla="*/ 127 h 134"/>
                <a:gd name="T28" fmla="*/ 8 w 49"/>
                <a:gd name="T29" fmla="*/ 126 h 134"/>
                <a:gd name="T30" fmla="*/ 15 w 49"/>
                <a:gd name="T31" fmla="*/ 119 h 134"/>
                <a:gd name="T32" fmla="*/ 16 w 49"/>
                <a:gd name="T33" fmla="*/ 110 h 134"/>
                <a:gd name="T34" fmla="*/ 16 w 49"/>
                <a:gd name="T35" fmla="*/ 25 h 134"/>
                <a:gd name="T36" fmla="*/ 15 w 49"/>
                <a:gd name="T37" fmla="*/ 15 h 134"/>
                <a:gd name="T38" fmla="*/ 8 w 49"/>
                <a:gd name="T39" fmla="*/ 8 h 134"/>
                <a:gd name="T40" fmla="*/ 0 w 49"/>
                <a:gd name="T41" fmla="*/ 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134">
                  <a:moveTo>
                    <a:pt x="0" y="7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37" y="8"/>
                    <a:pt x="34" y="10"/>
                    <a:pt x="34" y="15"/>
                  </a:cubicBezTo>
                  <a:cubicBezTo>
                    <a:pt x="33" y="18"/>
                    <a:pt x="33" y="21"/>
                    <a:pt x="33" y="23"/>
                  </a:cubicBezTo>
                  <a:cubicBezTo>
                    <a:pt x="33" y="53"/>
                    <a:pt x="33" y="83"/>
                    <a:pt x="33" y="112"/>
                  </a:cubicBezTo>
                  <a:cubicBezTo>
                    <a:pt x="33" y="115"/>
                    <a:pt x="33" y="118"/>
                    <a:pt x="34" y="120"/>
                  </a:cubicBezTo>
                  <a:cubicBezTo>
                    <a:pt x="34" y="124"/>
                    <a:pt x="36" y="126"/>
                    <a:pt x="40" y="126"/>
                  </a:cubicBezTo>
                  <a:cubicBezTo>
                    <a:pt x="43" y="126"/>
                    <a:pt x="45" y="127"/>
                    <a:pt x="49" y="127"/>
                  </a:cubicBezTo>
                  <a:cubicBezTo>
                    <a:pt x="49" y="129"/>
                    <a:pt x="49" y="132"/>
                    <a:pt x="49" y="134"/>
                  </a:cubicBezTo>
                  <a:cubicBezTo>
                    <a:pt x="33" y="134"/>
                    <a:pt x="16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6" y="127"/>
                    <a:pt x="8" y="126"/>
                  </a:cubicBezTo>
                  <a:cubicBezTo>
                    <a:pt x="13" y="125"/>
                    <a:pt x="15" y="123"/>
                    <a:pt x="15" y="119"/>
                  </a:cubicBezTo>
                  <a:cubicBezTo>
                    <a:pt x="16" y="116"/>
                    <a:pt x="16" y="113"/>
                    <a:pt x="16" y="110"/>
                  </a:cubicBezTo>
                  <a:cubicBezTo>
                    <a:pt x="16" y="81"/>
                    <a:pt x="16" y="53"/>
                    <a:pt x="16" y="25"/>
                  </a:cubicBezTo>
                  <a:cubicBezTo>
                    <a:pt x="16" y="21"/>
                    <a:pt x="16" y="18"/>
                    <a:pt x="15" y="15"/>
                  </a:cubicBezTo>
                  <a:cubicBezTo>
                    <a:pt x="15" y="10"/>
                    <a:pt x="13" y="8"/>
                    <a:pt x="8" y="8"/>
                  </a:cubicBezTo>
                  <a:cubicBezTo>
                    <a:pt x="5" y="7"/>
                    <a:pt x="3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xmlns="" id="{38946306-BB01-47D1-85B2-D73ED91B5724}"/>
              </a:ext>
            </a:extLst>
          </p:cNvPr>
          <p:cNvGrpSpPr/>
          <p:nvPr userDrawn="1"/>
        </p:nvGrpSpPr>
        <p:grpSpPr>
          <a:xfrm>
            <a:off x="1651541" y="660313"/>
            <a:ext cx="1483481" cy="423973"/>
            <a:chOff x="4606634" y="2048989"/>
            <a:chExt cx="5593843" cy="1598699"/>
          </a:xfrm>
          <a:solidFill>
            <a:schemeClr val="accent1">
              <a:alpha val="80000"/>
            </a:schemeClr>
          </a:solidFill>
        </p:grpSpPr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xmlns="" id="{E18931A2-267C-4A71-BE71-C188DA79BE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4578" y="2071415"/>
              <a:ext cx="925899" cy="1034829"/>
            </a:xfrm>
            <a:custGeom>
              <a:avLst/>
              <a:gdLst>
                <a:gd name="T0" fmla="*/ 324 w 325"/>
                <a:gd name="T1" fmla="*/ 106 h 363"/>
                <a:gd name="T2" fmla="*/ 283 w 325"/>
                <a:gd name="T3" fmla="*/ 179 h 363"/>
                <a:gd name="T4" fmla="*/ 247 w 325"/>
                <a:gd name="T5" fmla="*/ 214 h 363"/>
                <a:gd name="T6" fmla="*/ 241 w 325"/>
                <a:gd name="T7" fmla="*/ 228 h 363"/>
                <a:gd name="T8" fmla="*/ 271 w 325"/>
                <a:gd name="T9" fmla="*/ 230 h 363"/>
                <a:gd name="T10" fmla="*/ 282 w 325"/>
                <a:gd name="T11" fmla="*/ 240 h 363"/>
                <a:gd name="T12" fmla="*/ 269 w 325"/>
                <a:gd name="T13" fmla="*/ 277 h 363"/>
                <a:gd name="T14" fmla="*/ 223 w 325"/>
                <a:gd name="T15" fmla="*/ 316 h 363"/>
                <a:gd name="T16" fmla="*/ 176 w 325"/>
                <a:gd name="T17" fmla="*/ 340 h 363"/>
                <a:gd name="T18" fmla="*/ 160 w 325"/>
                <a:gd name="T19" fmla="*/ 339 h 363"/>
                <a:gd name="T20" fmla="*/ 165 w 325"/>
                <a:gd name="T21" fmla="*/ 329 h 363"/>
                <a:gd name="T22" fmla="*/ 195 w 325"/>
                <a:gd name="T23" fmla="*/ 302 h 363"/>
                <a:gd name="T24" fmla="*/ 214 w 325"/>
                <a:gd name="T25" fmla="*/ 282 h 363"/>
                <a:gd name="T26" fmla="*/ 223 w 325"/>
                <a:gd name="T27" fmla="*/ 265 h 363"/>
                <a:gd name="T28" fmla="*/ 220 w 325"/>
                <a:gd name="T29" fmla="*/ 257 h 363"/>
                <a:gd name="T30" fmla="*/ 179 w 325"/>
                <a:gd name="T31" fmla="*/ 289 h 363"/>
                <a:gd name="T32" fmla="*/ 106 w 325"/>
                <a:gd name="T33" fmla="*/ 335 h 363"/>
                <a:gd name="T34" fmla="*/ 20 w 325"/>
                <a:gd name="T35" fmla="*/ 363 h 363"/>
                <a:gd name="T36" fmla="*/ 4 w 325"/>
                <a:gd name="T37" fmla="*/ 360 h 363"/>
                <a:gd name="T38" fmla="*/ 78 w 325"/>
                <a:gd name="T39" fmla="*/ 306 h 363"/>
                <a:gd name="T40" fmla="*/ 102 w 325"/>
                <a:gd name="T41" fmla="*/ 295 h 363"/>
                <a:gd name="T42" fmla="*/ 208 w 325"/>
                <a:gd name="T43" fmla="*/ 238 h 363"/>
                <a:gd name="T44" fmla="*/ 207 w 325"/>
                <a:gd name="T45" fmla="*/ 232 h 363"/>
                <a:gd name="T46" fmla="*/ 171 w 325"/>
                <a:gd name="T47" fmla="*/ 243 h 363"/>
                <a:gd name="T48" fmla="*/ 163 w 325"/>
                <a:gd name="T49" fmla="*/ 239 h 363"/>
                <a:gd name="T50" fmla="*/ 170 w 325"/>
                <a:gd name="T51" fmla="*/ 226 h 363"/>
                <a:gd name="T52" fmla="*/ 154 w 325"/>
                <a:gd name="T53" fmla="*/ 206 h 363"/>
                <a:gd name="T54" fmla="*/ 122 w 325"/>
                <a:gd name="T55" fmla="*/ 224 h 363"/>
                <a:gd name="T56" fmla="*/ 99 w 325"/>
                <a:gd name="T57" fmla="*/ 236 h 363"/>
                <a:gd name="T58" fmla="*/ 100 w 325"/>
                <a:gd name="T59" fmla="*/ 222 h 363"/>
                <a:gd name="T60" fmla="*/ 116 w 325"/>
                <a:gd name="T61" fmla="*/ 204 h 363"/>
                <a:gd name="T62" fmla="*/ 118 w 325"/>
                <a:gd name="T63" fmla="*/ 183 h 363"/>
                <a:gd name="T64" fmla="*/ 116 w 325"/>
                <a:gd name="T65" fmla="*/ 174 h 363"/>
                <a:gd name="T66" fmla="*/ 143 w 325"/>
                <a:gd name="T67" fmla="*/ 167 h 363"/>
                <a:gd name="T68" fmla="*/ 158 w 325"/>
                <a:gd name="T69" fmla="*/ 145 h 363"/>
                <a:gd name="T70" fmla="*/ 147 w 325"/>
                <a:gd name="T71" fmla="*/ 144 h 363"/>
                <a:gd name="T72" fmla="*/ 132 w 325"/>
                <a:gd name="T73" fmla="*/ 141 h 363"/>
                <a:gd name="T74" fmla="*/ 141 w 325"/>
                <a:gd name="T75" fmla="*/ 129 h 363"/>
                <a:gd name="T76" fmla="*/ 140 w 325"/>
                <a:gd name="T77" fmla="*/ 115 h 363"/>
                <a:gd name="T78" fmla="*/ 112 w 325"/>
                <a:gd name="T79" fmla="*/ 96 h 363"/>
                <a:gd name="T80" fmla="*/ 127 w 325"/>
                <a:gd name="T81" fmla="*/ 92 h 363"/>
                <a:gd name="T82" fmla="*/ 167 w 325"/>
                <a:gd name="T83" fmla="*/ 81 h 363"/>
                <a:gd name="T84" fmla="*/ 203 w 325"/>
                <a:gd name="T85" fmla="*/ 36 h 363"/>
                <a:gd name="T86" fmla="*/ 204 w 325"/>
                <a:gd name="T87" fmla="*/ 10 h 363"/>
                <a:gd name="T88" fmla="*/ 216 w 325"/>
                <a:gd name="T89" fmla="*/ 3 h 363"/>
                <a:gd name="T90" fmla="*/ 224 w 325"/>
                <a:gd name="T91" fmla="*/ 56 h 363"/>
                <a:gd name="T92" fmla="*/ 205 w 325"/>
                <a:gd name="T93" fmla="*/ 91 h 363"/>
                <a:gd name="T94" fmla="*/ 208 w 325"/>
                <a:gd name="T95" fmla="*/ 105 h 363"/>
                <a:gd name="T96" fmla="*/ 267 w 325"/>
                <a:gd name="T97" fmla="*/ 87 h 363"/>
                <a:gd name="T98" fmla="*/ 297 w 325"/>
                <a:gd name="T99" fmla="*/ 85 h 363"/>
                <a:gd name="T100" fmla="*/ 309 w 325"/>
                <a:gd name="T101" fmla="*/ 86 h 363"/>
                <a:gd name="T102" fmla="*/ 325 w 325"/>
                <a:gd name="T103" fmla="*/ 104 h 363"/>
                <a:gd name="T104" fmla="*/ 198 w 325"/>
                <a:gd name="T105" fmla="*/ 126 h 363"/>
                <a:gd name="T106" fmla="*/ 164 w 325"/>
                <a:gd name="T107" fmla="*/ 175 h 363"/>
                <a:gd name="T108" fmla="*/ 181 w 325"/>
                <a:gd name="T109" fmla="*/ 191 h 363"/>
                <a:gd name="T110" fmla="*/ 186 w 325"/>
                <a:gd name="T111" fmla="*/ 173 h 363"/>
                <a:gd name="T112" fmla="*/ 199 w 325"/>
                <a:gd name="T113" fmla="*/ 170 h 363"/>
                <a:gd name="T114" fmla="*/ 206 w 325"/>
                <a:gd name="T115" fmla="*/ 204 h 363"/>
                <a:gd name="T116" fmla="*/ 217 w 325"/>
                <a:gd name="T117" fmla="*/ 206 h 363"/>
                <a:gd name="T118" fmla="*/ 229 w 325"/>
                <a:gd name="T119" fmla="*/ 188 h 363"/>
                <a:gd name="T120" fmla="*/ 261 w 325"/>
                <a:gd name="T121" fmla="*/ 141 h 363"/>
                <a:gd name="T122" fmla="*/ 250 w 325"/>
                <a:gd name="T123" fmla="*/ 134 h 363"/>
                <a:gd name="T124" fmla="*/ 206 w 325"/>
                <a:gd name="T125" fmla="*/ 12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25" h="363">
                  <a:moveTo>
                    <a:pt x="325" y="104"/>
                  </a:moveTo>
                  <a:cubicBezTo>
                    <a:pt x="325" y="104"/>
                    <a:pt x="324" y="105"/>
                    <a:pt x="324" y="106"/>
                  </a:cubicBezTo>
                  <a:cubicBezTo>
                    <a:pt x="323" y="108"/>
                    <a:pt x="323" y="111"/>
                    <a:pt x="322" y="114"/>
                  </a:cubicBezTo>
                  <a:cubicBezTo>
                    <a:pt x="312" y="138"/>
                    <a:pt x="300" y="160"/>
                    <a:pt x="283" y="179"/>
                  </a:cubicBezTo>
                  <a:cubicBezTo>
                    <a:pt x="275" y="188"/>
                    <a:pt x="267" y="197"/>
                    <a:pt x="259" y="205"/>
                  </a:cubicBezTo>
                  <a:cubicBezTo>
                    <a:pt x="255" y="209"/>
                    <a:pt x="251" y="211"/>
                    <a:pt x="247" y="214"/>
                  </a:cubicBezTo>
                  <a:cubicBezTo>
                    <a:pt x="244" y="217"/>
                    <a:pt x="241" y="219"/>
                    <a:pt x="239" y="223"/>
                  </a:cubicBezTo>
                  <a:cubicBezTo>
                    <a:pt x="237" y="226"/>
                    <a:pt x="238" y="227"/>
                    <a:pt x="241" y="228"/>
                  </a:cubicBezTo>
                  <a:cubicBezTo>
                    <a:pt x="243" y="228"/>
                    <a:pt x="245" y="228"/>
                    <a:pt x="246" y="228"/>
                  </a:cubicBezTo>
                  <a:cubicBezTo>
                    <a:pt x="255" y="229"/>
                    <a:pt x="263" y="230"/>
                    <a:pt x="271" y="230"/>
                  </a:cubicBezTo>
                  <a:cubicBezTo>
                    <a:pt x="272" y="230"/>
                    <a:pt x="274" y="231"/>
                    <a:pt x="275" y="231"/>
                  </a:cubicBezTo>
                  <a:cubicBezTo>
                    <a:pt x="280" y="233"/>
                    <a:pt x="282" y="235"/>
                    <a:pt x="282" y="240"/>
                  </a:cubicBezTo>
                  <a:cubicBezTo>
                    <a:pt x="283" y="247"/>
                    <a:pt x="282" y="253"/>
                    <a:pt x="279" y="259"/>
                  </a:cubicBezTo>
                  <a:cubicBezTo>
                    <a:pt x="277" y="265"/>
                    <a:pt x="273" y="271"/>
                    <a:pt x="269" y="277"/>
                  </a:cubicBezTo>
                  <a:cubicBezTo>
                    <a:pt x="260" y="289"/>
                    <a:pt x="248" y="298"/>
                    <a:pt x="237" y="307"/>
                  </a:cubicBezTo>
                  <a:cubicBezTo>
                    <a:pt x="233" y="311"/>
                    <a:pt x="228" y="314"/>
                    <a:pt x="223" y="316"/>
                  </a:cubicBezTo>
                  <a:cubicBezTo>
                    <a:pt x="213" y="321"/>
                    <a:pt x="203" y="327"/>
                    <a:pt x="193" y="332"/>
                  </a:cubicBezTo>
                  <a:cubicBezTo>
                    <a:pt x="187" y="334"/>
                    <a:pt x="182" y="337"/>
                    <a:pt x="176" y="340"/>
                  </a:cubicBezTo>
                  <a:cubicBezTo>
                    <a:pt x="173" y="341"/>
                    <a:pt x="169" y="341"/>
                    <a:pt x="166" y="342"/>
                  </a:cubicBezTo>
                  <a:cubicBezTo>
                    <a:pt x="164" y="342"/>
                    <a:pt x="161" y="341"/>
                    <a:pt x="160" y="339"/>
                  </a:cubicBezTo>
                  <a:cubicBezTo>
                    <a:pt x="159" y="337"/>
                    <a:pt x="160" y="335"/>
                    <a:pt x="162" y="333"/>
                  </a:cubicBezTo>
                  <a:cubicBezTo>
                    <a:pt x="163" y="332"/>
                    <a:pt x="164" y="330"/>
                    <a:pt x="165" y="329"/>
                  </a:cubicBezTo>
                  <a:cubicBezTo>
                    <a:pt x="173" y="323"/>
                    <a:pt x="181" y="316"/>
                    <a:pt x="189" y="310"/>
                  </a:cubicBezTo>
                  <a:cubicBezTo>
                    <a:pt x="192" y="307"/>
                    <a:pt x="194" y="305"/>
                    <a:pt x="195" y="302"/>
                  </a:cubicBezTo>
                  <a:cubicBezTo>
                    <a:pt x="196" y="300"/>
                    <a:pt x="198" y="297"/>
                    <a:pt x="200" y="295"/>
                  </a:cubicBezTo>
                  <a:cubicBezTo>
                    <a:pt x="205" y="291"/>
                    <a:pt x="210" y="287"/>
                    <a:pt x="214" y="282"/>
                  </a:cubicBezTo>
                  <a:cubicBezTo>
                    <a:pt x="217" y="280"/>
                    <a:pt x="218" y="278"/>
                    <a:pt x="219" y="275"/>
                  </a:cubicBezTo>
                  <a:cubicBezTo>
                    <a:pt x="219" y="271"/>
                    <a:pt x="221" y="268"/>
                    <a:pt x="223" y="265"/>
                  </a:cubicBezTo>
                  <a:cubicBezTo>
                    <a:pt x="225" y="263"/>
                    <a:pt x="227" y="261"/>
                    <a:pt x="229" y="259"/>
                  </a:cubicBezTo>
                  <a:cubicBezTo>
                    <a:pt x="227" y="256"/>
                    <a:pt x="224" y="256"/>
                    <a:pt x="220" y="257"/>
                  </a:cubicBezTo>
                  <a:cubicBezTo>
                    <a:pt x="212" y="260"/>
                    <a:pt x="205" y="264"/>
                    <a:pt x="199" y="270"/>
                  </a:cubicBezTo>
                  <a:cubicBezTo>
                    <a:pt x="192" y="276"/>
                    <a:pt x="186" y="282"/>
                    <a:pt x="179" y="289"/>
                  </a:cubicBezTo>
                  <a:cubicBezTo>
                    <a:pt x="169" y="299"/>
                    <a:pt x="157" y="307"/>
                    <a:pt x="144" y="314"/>
                  </a:cubicBezTo>
                  <a:cubicBezTo>
                    <a:pt x="131" y="320"/>
                    <a:pt x="119" y="328"/>
                    <a:pt x="106" y="335"/>
                  </a:cubicBezTo>
                  <a:cubicBezTo>
                    <a:pt x="89" y="344"/>
                    <a:pt x="72" y="352"/>
                    <a:pt x="53" y="357"/>
                  </a:cubicBezTo>
                  <a:cubicBezTo>
                    <a:pt x="43" y="361"/>
                    <a:pt x="32" y="363"/>
                    <a:pt x="20" y="363"/>
                  </a:cubicBezTo>
                  <a:cubicBezTo>
                    <a:pt x="16" y="362"/>
                    <a:pt x="12" y="361"/>
                    <a:pt x="7" y="361"/>
                  </a:cubicBezTo>
                  <a:cubicBezTo>
                    <a:pt x="6" y="361"/>
                    <a:pt x="5" y="360"/>
                    <a:pt x="4" y="360"/>
                  </a:cubicBezTo>
                  <a:cubicBezTo>
                    <a:pt x="0" y="358"/>
                    <a:pt x="0" y="355"/>
                    <a:pt x="4" y="352"/>
                  </a:cubicBezTo>
                  <a:cubicBezTo>
                    <a:pt x="28" y="337"/>
                    <a:pt x="53" y="321"/>
                    <a:pt x="78" y="306"/>
                  </a:cubicBezTo>
                  <a:cubicBezTo>
                    <a:pt x="84" y="302"/>
                    <a:pt x="91" y="298"/>
                    <a:pt x="98" y="297"/>
                  </a:cubicBezTo>
                  <a:cubicBezTo>
                    <a:pt x="100" y="296"/>
                    <a:pt x="101" y="295"/>
                    <a:pt x="102" y="295"/>
                  </a:cubicBezTo>
                  <a:cubicBezTo>
                    <a:pt x="135" y="275"/>
                    <a:pt x="169" y="257"/>
                    <a:pt x="204" y="241"/>
                  </a:cubicBezTo>
                  <a:cubicBezTo>
                    <a:pt x="205" y="240"/>
                    <a:pt x="207" y="239"/>
                    <a:pt x="208" y="238"/>
                  </a:cubicBezTo>
                  <a:cubicBezTo>
                    <a:pt x="209" y="237"/>
                    <a:pt x="210" y="235"/>
                    <a:pt x="210" y="234"/>
                  </a:cubicBezTo>
                  <a:cubicBezTo>
                    <a:pt x="210" y="233"/>
                    <a:pt x="208" y="232"/>
                    <a:pt x="207" y="232"/>
                  </a:cubicBezTo>
                  <a:cubicBezTo>
                    <a:pt x="201" y="231"/>
                    <a:pt x="196" y="233"/>
                    <a:pt x="190" y="235"/>
                  </a:cubicBezTo>
                  <a:cubicBezTo>
                    <a:pt x="184" y="238"/>
                    <a:pt x="178" y="240"/>
                    <a:pt x="171" y="243"/>
                  </a:cubicBezTo>
                  <a:cubicBezTo>
                    <a:pt x="170" y="243"/>
                    <a:pt x="169" y="244"/>
                    <a:pt x="168" y="244"/>
                  </a:cubicBezTo>
                  <a:cubicBezTo>
                    <a:pt x="164" y="244"/>
                    <a:pt x="163" y="244"/>
                    <a:pt x="163" y="239"/>
                  </a:cubicBezTo>
                  <a:cubicBezTo>
                    <a:pt x="163" y="236"/>
                    <a:pt x="164" y="233"/>
                    <a:pt x="166" y="231"/>
                  </a:cubicBezTo>
                  <a:cubicBezTo>
                    <a:pt x="167" y="229"/>
                    <a:pt x="169" y="228"/>
                    <a:pt x="170" y="226"/>
                  </a:cubicBezTo>
                  <a:cubicBezTo>
                    <a:pt x="172" y="222"/>
                    <a:pt x="172" y="218"/>
                    <a:pt x="168" y="215"/>
                  </a:cubicBezTo>
                  <a:cubicBezTo>
                    <a:pt x="164" y="212"/>
                    <a:pt x="159" y="209"/>
                    <a:pt x="154" y="206"/>
                  </a:cubicBezTo>
                  <a:cubicBezTo>
                    <a:pt x="148" y="203"/>
                    <a:pt x="143" y="205"/>
                    <a:pt x="138" y="210"/>
                  </a:cubicBezTo>
                  <a:cubicBezTo>
                    <a:pt x="133" y="215"/>
                    <a:pt x="128" y="219"/>
                    <a:pt x="122" y="224"/>
                  </a:cubicBezTo>
                  <a:cubicBezTo>
                    <a:pt x="118" y="228"/>
                    <a:pt x="112" y="231"/>
                    <a:pt x="107" y="235"/>
                  </a:cubicBezTo>
                  <a:cubicBezTo>
                    <a:pt x="105" y="236"/>
                    <a:pt x="102" y="238"/>
                    <a:pt x="99" y="236"/>
                  </a:cubicBezTo>
                  <a:cubicBezTo>
                    <a:pt x="97" y="234"/>
                    <a:pt x="97" y="231"/>
                    <a:pt x="98" y="229"/>
                  </a:cubicBezTo>
                  <a:cubicBezTo>
                    <a:pt x="98" y="226"/>
                    <a:pt x="99" y="224"/>
                    <a:pt x="100" y="222"/>
                  </a:cubicBezTo>
                  <a:cubicBezTo>
                    <a:pt x="102" y="219"/>
                    <a:pt x="105" y="217"/>
                    <a:pt x="107" y="214"/>
                  </a:cubicBezTo>
                  <a:cubicBezTo>
                    <a:pt x="110" y="211"/>
                    <a:pt x="113" y="208"/>
                    <a:pt x="116" y="204"/>
                  </a:cubicBezTo>
                  <a:cubicBezTo>
                    <a:pt x="118" y="202"/>
                    <a:pt x="119" y="198"/>
                    <a:pt x="120" y="195"/>
                  </a:cubicBezTo>
                  <a:cubicBezTo>
                    <a:pt x="122" y="191"/>
                    <a:pt x="122" y="187"/>
                    <a:pt x="118" y="183"/>
                  </a:cubicBezTo>
                  <a:cubicBezTo>
                    <a:pt x="116" y="182"/>
                    <a:pt x="115" y="181"/>
                    <a:pt x="115" y="179"/>
                  </a:cubicBezTo>
                  <a:cubicBezTo>
                    <a:pt x="113" y="177"/>
                    <a:pt x="113" y="175"/>
                    <a:pt x="116" y="174"/>
                  </a:cubicBezTo>
                  <a:cubicBezTo>
                    <a:pt x="123" y="173"/>
                    <a:pt x="130" y="171"/>
                    <a:pt x="137" y="170"/>
                  </a:cubicBezTo>
                  <a:cubicBezTo>
                    <a:pt x="140" y="170"/>
                    <a:pt x="141" y="169"/>
                    <a:pt x="143" y="167"/>
                  </a:cubicBezTo>
                  <a:cubicBezTo>
                    <a:pt x="146" y="163"/>
                    <a:pt x="150" y="159"/>
                    <a:pt x="153" y="155"/>
                  </a:cubicBezTo>
                  <a:cubicBezTo>
                    <a:pt x="155" y="152"/>
                    <a:pt x="157" y="149"/>
                    <a:pt x="158" y="145"/>
                  </a:cubicBezTo>
                  <a:cubicBezTo>
                    <a:pt x="159" y="141"/>
                    <a:pt x="157" y="140"/>
                    <a:pt x="154" y="141"/>
                  </a:cubicBezTo>
                  <a:cubicBezTo>
                    <a:pt x="151" y="141"/>
                    <a:pt x="149" y="142"/>
                    <a:pt x="147" y="144"/>
                  </a:cubicBezTo>
                  <a:cubicBezTo>
                    <a:pt x="144" y="146"/>
                    <a:pt x="140" y="146"/>
                    <a:pt x="137" y="145"/>
                  </a:cubicBezTo>
                  <a:cubicBezTo>
                    <a:pt x="134" y="145"/>
                    <a:pt x="133" y="144"/>
                    <a:pt x="132" y="141"/>
                  </a:cubicBezTo>
                  <a:cubicBezTo>
                    <a:pt x="132" y="139"/>
                    <a:pt x="132" y="137"/>
                    <a:pt x="134" y="135"/>
                  </a:cubicBezTo>
                  <a:cubicBezTo>
                    <a:pt x="137" y="133"/>
                    <a:pt x="139" y="131"/>
                    <a:pt x="141" y="129"/>
                  </a:cubicBezTo>
                  <a:cubicBezTo>
                    <a:pt x="143" y="126"/>
                    <a:pt x="144" y="123"/>
                    <a:pt x="144" y="119"/>
                  </a:cubicBezTo>
                  <a:cubicBezTo>
                    <a:pt x="144" y="116"/>
                    <a:pt x="143" y="115"/>
                    <a:pt x="140" y="115"/>
                  </a:cubicBezTo>
                  <a:cubicBezTo>
                    <a:pt x="136" y="115"/>
                    <a:pt x="132" y="115"/>
                    <a:pt x="129" y="114"/>
                  </a:cubicBezTo>
                  <a:cubicBezTo>
                    <a:pt x="119" y="112"/>
                    <a:pt x="114" y="106"/>
                    <a:pt x="112" y="96"/>
                  </a:cubicBezTo>
                  <a:cubicBezTo>
                    <a:pt x="112" y="91"/>
                    <a:pt x="113" y="90"/>
                    <a:pt x="118" y="91"/>
                  </a:cubicBezTo>
                  <a:cubicBezTo>
                    <a:pt x="121" y="91"/>
                    <a:pt x="124" y="91"/>
                    <a:pt x="127" y="92"/>
                  </a:cubicBezTo>
                  <a:cubicBezTo>
                    <a:pt x="137" y="93"/>
                    <a:pt x="146" y="92"/>
                    <a:pt x="155" y="86"/>
                  </a:cubicBezTo>
                  <a:cubicBezTo>
                    <a:pt x="158" y="83"/>
                    <a:pt x="163" y="82"/>
                    <a:pt x="167" y="81"/>
                  </a:cubicBezTo>
                  <a:cubicBezTo>
                    <a:pt x="174" y="79"/>
                    <a:pt x="180" y="76"/>
                    <a:pt x="184" y="70"/>
                  </a:cubicBezTo>
                  <a:cubicBezTo>
                    <a:pt x="193" y="60"/>
                    <a:pt x="200" y="49"/>
                    <a:pt x="203" y="36"/>
                  </a:cubicBezTo>
                  <a:cubicBezTo>
                    <a:pt x="204" y="30"/>
                    <a:pt x="205" y="23"/>
                    <a:pt x="205" y="17"/>
                  </a:cubicBezTo>
                  <a:cubicBezTo>
                    <a:pt x="204" y="15"/>
                    <a:pt x="204" y="13"/>
                    <a:pt x="204" y="10"/>
                  </a:cubicBezTo>
                  <a:cubicBezTo>
                    <a:pt x="204" y="7"/>
                    <a:pt x="204" y="4"/>
                    <a:pt x="207" y="2"/>
                  </a:cubicBezTo>
                  <a:cubicBezTo>
                    <a:pt x="211" y="0"/>
                    <a:pt x="213" y="2"/>
                    <a:pt x="216" y="3"/>
                  </a:cubicBezTo>
                  <a:cubicBezTo>
                    <a:pt x="230" y="11"/>
                    <a:pt x="236" y="28"/>
                    <a:pt x="230" y="43"/>
                  </a:cubicBezTo>
                  <a:cubicBezTo>
                    <a:pt x="229" y="48"/>
                    <a:pt x="226" y="52"/>
                    <a:pt x="224" y="56"/>
                  </a:cubicBezTo>
                  <a:cubicBezTo>
                    <a:pt x="219" y="64"/>
                    <a:pt x="214" y="72"/>
                    <a:pt x="209" y="80"/>
                  </a:cubicBezTo>
                  <a:cubicBezTo>
                    <a:pt x="207" y="83"/>
                    <a:pt x="206" y="87"/>
                    <a:pt x="205" y="91"/>
                  </a:cubicBezTo>
                  <a:cubicBezTo>
                    <a:pt x="204" y="93"/>
                    <a:pt x="203" y="95"/>
                    <a:pt x="203" y="98"/>
                  </a:cubicBezTo>
                  <a:cubicBezTo>
                    <a:pt x="203" y="102"/>
                    <a:pt x="205" y="104"/>
                    <a:pt x="208" y="105"/>
                  </a:cubicBezTo>
                  <a:cubicBezTo>
                    <a:pt x="213" y="106"/>
                    <a:pt x="217" y="105"/>
                    <a:pt x="221" y="104"/>
                  </a:cubicBezTo>
                  <a:cubicBezTo>
                    <a:pt x="236" y="97"/>
                    <a:pt x="251" y="91"/>
                    <a:pt x="267" y="87"/>
                  </a:cubicBezTo>
                  <a:cubicBezTo>
                    <a:pt x="274" y="85"/>
                    <a:pt x="280" y="84"/>
                    <a:pt x="287" y="82"/>
                  </a:cubicBezTo>
                  <a:cubicBezTo>
                    <a:pt x="290" y="82"/>
                    <a:pt x="294" y="82"/>
                    <a:pt x="297" y="85"/>
                  </a:cubicBezTo>
                  <a:cubicBezTo>
                    <a:pt x="299" y="86"/>
                    <a:pt x="301" y="86"/>
                    <a:pt x="304" y="86"/>
                  </a:cubicBezTo>
                  <a:cubicBezTo>
                    <a:pt x="305" y="87"/>
                    <a:pt x="307" y="86"/>
                    <a:pt x="309" y="86"/>
                  </a:cubicBezTo>
                  <a:cubicBezTo>
                    <a:pt x="317" y="86"/>
                    <a:pt x="323" y="89"/>
                    <a:pt x="325" y="97"/>
                  </a:cubicBezTo>
                  <a:cubicBezTo>
                    <a:pt x="325" y="99"/>
                    <a:pt x="325" y="101"/>
                    <a:pt x="325" y="104"/>
                  </a:cubicBezTo>
                  <a:close/>
                  <a:moveTo>
                    <a:pt x="206" y="122"/>
                  </a:moveTo>
                  <a:cubicBezTo>
                    <a:pt x="203" y="122"/>
                    <a:pt x="200" y="123"/>
                    <a:pt x="198" y="126"/>
                  </a:cubicBezTo>
                  <a:cubicBezTo>
                    <a:pt x="189" y="138"/>
                    <a:pt x="179" y="150"/>
                    <a:pt x="169" y="162"/>
                  </a:cubicBezTo>
                  <a:cubicBezTo>
                    <a:pt x="166" y="166"/>
                    <a:pt x="164" y="170"/>
                    <a:pt x="164" y="175"/>
                  </a:cubicBezTo>
                  <a:cubicBezTo>
                    <a:pt x="162" y="184"/>
                    <a:pt x="165" y="188"/>
                    <a:pt x="173" y="193"/>
                  </a:cubicBezTo>
                  <a:cubicBezTo>
                    <a:pt x="176" y="195"/>
                    <a:pt x="179" y="194"/>
                    <a:pt x="181" y="191"/>
                  </a:cubicBezTo>
                  <a:cubicBezTo>
                    <a:pt x="183" y="188"/>
                    <a:pt x="183" y="186"/>
                    <a:pt x="184" y="183"/>
                  </a:cubicBezTo>
                  <a:cubicBezTo>
                    <a:pt x="185" y="180"/>
                    <a:pt x="185" y="176"/>
                    <a:pt x="186" y="173"/>
                  </a:cubicBezTo>
                  <a:cubicBezTo>
                    <a:pt x="187" y="171"/>
                    <a:pt x="188" y="168"/>
                    <a:pt x="190" y="167"/>
                  </a:cubicBezTo>
                  <a:cubicBezTo>
                    <a:pt x="194" y="164"/>
                    <a:pt x="197" y="165"/>
                    <a:pt x="199" y="170"/>
                  </a:cubicBezTo>
                  <a:cubicBezTo>
                    <a:pt x="199" y="171"/>
                    <a:pt x="199" y="171"/>
                    <a:pt x="199" y="172"/>
                  </a:cubicBezTo>
                  <a:cubicBezTo>
                    <a:pt x="202" y="183"/>
                    <a:pt x="205" y="193"/>
                    <a:pt x="206" y="204"/>
                  </a:cubicBezTo>
                  <a:cubicBezTo>
                    <a:pt x="206" y="206"/>
                    <a:pt x="207" y="209"/>
                    <a:pt x="210" y="210"/>
                  </a:cubicBezTo>
                  <a:cubicBezTo>
                    <a:pt x="214" y="210"/>
                    <a:pt x="215" y="208"/>
                    <a:pt x="217" y="206"/>
                  </a:cubicBezTo>
                  <a:cubicBezTo>
                    <a:pt x="217" y="205"/>
                    <a:pt x="217" y="205"/>
                    <a:pt x="218" y="204"/>
                  </a:cubicBezTo>
                  <a:cubicBezTo>
                    <a:pt x="221" y="199"/>
                    <a:pt x="225" y="193"/>
                    <a:pt x="229" y="188"/>
                  </a:cubicBezTo>
                  <a:cubicBezTo>
                    <a:pt x="237" y="177"/>
                    <a:pt x="246" y="167"/>
                    <a:pt x="255" y="157"/>
                  </a:cubicBezTo>
                  <a:cubicBezTo>
                    <a:pt x="259" y="152"/>
                    <a:pt x="261" y="147"/>
                    <a:pt x="261" y="141"/>
                  </a:cubicBezTo>
                  <a:cubicBezTo>
                    <a:pt x="261" y="137"/>
                    <a:pt x="259" y="135"/>
                    <a:pt x="255" y="134"/>
                  </a:cubicBezTo>
                  <a:cubicBezTo>
                    <a:pt x="253" y="134"/>
                    <a:pt x="251" y="134"/>
                    <a:pt x="250" y="134"/>
                  </a:cubicBezTo>
                  <a:cubicBezTo>
                    <a:pt x="240" y="131"/>
                    <a:pt x="231" y="129"/>
                    <a:pt x="221" y="126"/>
                  </a:cubicBezTo>
                  <a:cubicBezTo>
                    <a:pt x="216" y="125"/>
                    <a:pt x="211" y="123"/>
                    <a:pt x="206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0" name="Freeform 10">
              <a:extLst>
                <a:ext uri="{FF2B5EF4-FFF2-40B4-BE49-F238E27FC236}">
                  <a16:creationId xmlns:a16="http://schemas.microsoft.com/office/drawing/2014/main" xmlns="" id="{703B4DA1-DADE-4E2C-A526-6A13B8A77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931" y="2257236"/>
              <a:ext cx="1089293" cy="1169389"/>
            </a:xfrm>
            <a:custGeom>
              <a:avLst/>
              <a:gdLst>
                <a:gd name="T0" fmla="*/ 83 w 383"/>
                <a:gd name="T1" fmla="*/ 410 h 411"/>
                <a:gd name="T2" fmla="*/ 111 w 383"/>
                <a:gd name="T3" fmla="*/ 380 h 411"/>
                <a:gd name="T4" fmla="*/ 136 w 383"/>
                <a:gd name="T5" fmla="*/ 371 h 411"/>
                <a:gd name="T6" fmla="*/ 198 w 383"/>
                <a:gd name="T7" fmla="*/ 294 h 411"/>
                <a:gd name="T8" fmla="*/ 201 w 383"/>
                <a:gd name="T9" fmla="*/ 280 h 411"/>
                <a:gd name="T10" fmla="*/ 197 w 383"/>
                <a:gd name="T11" fmla="*/ 274 h 411"/>
                <a:gd name="T12" fmla="*/ 166 w 383"/>
                <a:gd name="T13" fmla="*/ 283 h 411"/>
                <a:gd name="T14" fmla="*/ 144 w 383"/>
                <a:gd name="T15" fmla="*/ 291 h 411"/>
                <a:gd name="T16" fmla="*/ 123 w 383"/>
                <a:gd name="T17" fmla="*/ 305 h 411"/>
                <a:gd name="T18" fmla="*/ 62 w 383"/>
                <a:gd name="T19" fmla="*/ 344 h 411"/>
                <a:gd name="T20" fmla="*/ 34 w 383"/>
                <a:gd name="T21" fmla="*/ 353 h 411"/>
                <a:gd name="T22" fmla="*/ 9 w 383"/>
                <a:gd name="T23" fmla="*/ 344 h 411"/>
                <a:gd name="T24" fmla="*/ 1 w 383"/>
                <a:gd name="T25" fmla="*/ 322 h 411"/>
                <a:gd name="T26" fmla="*/ 0 w 383"/>
                <a:gd name="T27" fmla="*/ 288 h 411"/>
                <a:gd name="T28" fmla="*/ 1 w 383"/>
                <a:gd name="T29" fmla="*/ 283 h 411"/>
                <a:gd name="T30" fmla="*/ 6 w 383"/>
                <a:gd name="T31" fmla="*/ 282 h 411"/>
                <a:gd name="T32" fmla="*/ 8 w 383"/>
                <a:gd name="T33" fmla="*/ 285 h 411"/>
                <a:gd name="T34" fmla="*/ 10 w 383"/>
                <a:gd name="T35" fmla="*/ 290 h 411"/>
                <a:gd name="T36" fmla="*/ 32 w 383"/>
                <a:gd name="T37" fmla="*/ 298 h 411"/>
                <a:gd name="T38" fmla="*/ 46 w 383"/>
                <a:gd name="T39" fmla="*/ 293 h 411"/>
                <a:gd name="T40" fmla="*/ 53 w 383"/>
                <a:gd name="T41" fmla="*/ 291 h 411"/>
                <a:gd name="T42" fmla="*/ 65 w 383"/>
                <a:gd name="T43" fmla="*/ 288 h 411"/>
                <a:gd name="T44" fmla="*/ 100 w 383"/>
                <a:gd name="T45" fmla="*/ 268 h 411"/>
                <a:gd name="T46" fmla="*/ 156 w 383"/>
                <a:gd name="T47" fmla="*/ 244 h 411"/>
                <a:gd name="T48" fmla="*/ 197 w 383"/>
                <a:gd name="T49" fmla="*/ 229 h 411"/>
                <a:gd name="T50" fmla="*/ 203 w 383"/>
                <a:gd name="T51" fmla="*/ 226 h 411"/>
                <a:gd name="T52" fmla="*/ 219 w 383"/>
                <a:gd name="T53" fmla="*/ 204 h 411"/>
                <a:gd name="T54" fmla="*/ 222 w 383"/>
                <a:gd name="T55" fmla="*/ 124 h 411"/>
                <a:gd name="T56" fmla="*/ 210 w 383"/>
                <a:gd name="T57" fmla="*/ 69 h 411"/>
                <a:gd name="T58" fmla="*/ 197 w 383"/>
                <a:gd name="T59" fmla="*/ 36 h 411"/>
                <a:gd name="T60" fmla="*/ 194 w 383"/>
                <a:gd name="T61" fmla="*/ 10 h 411"/>
                <a:gd name="T62" fmla="*/ 205 w 383"/>
                <a:gd name="T63" fmla="*/ 2 h 411"/>
                <a:gd name="T64" fmla="*/ 230 w 383"/>
                <a:gd name="T65" fmla="*/ 7 h 411"/>
                <a:gd name="T66" fmla="*/ 237 w 383"/>
                <a:gd name="T67" fmla="*/ 10 h 411"/>
                <a:gd name="T68" fmla="*/ 248 w 383"/>
                <a:gd name="T69" fmla="*/ 19 h 411"/>
                <a:gd name="T70" fmla="*/ 265 w 383"/>
                <a:gd name="T71" fmla="*/ 29 h 411"/>
                <a:gd name="T72" fmla="*/ 280 w 383"/>
                <a:gd name="T73" fmla="*/ 49 h 411"/>
                <a:gd name="T74" fmla="*/ 278 w 383"/>
                <a:gd name="T75" fmla="*/ 66 h 411"/>
                <a:gd name="T76" fmla="*/ 273 w 383"/>
                <a:gd name="T77" fmla="*/ 72 h 411"/>
                <a:gd name="T78" fmla="*/ 270 w 383"/>
                <a:gd name="T79" fmla="*/ 77 h 411"/>
                <a:gd name="T80" fmla="*/ 271 w 383"/>
                <a:gd name="T81" fmla="*/ 158 h 411"/>
                <a:gd name="T82" fmla="*/ 273 w 383"/>
                <a:gd name="T83" fmla="*/ 179 h 411"/>
                <a:gd name="T84" fmla="*/ 278 w 383"/>
                <a:gd name="T85" fmla="*/ 182 h 411"/>
                <a:gd name="T86" fmla="*/ 313 w 383"/>
                <a:gd name="T87" fmla="*/ 160 h 411"/>
                <a:gd name="T88" fmla="*/ 325 w 383"/>
                <a:gd name="T89" fmla="*/ 144 h 411"/>
                <a:gd name="T90" fmla="*/ 341 w 383"/>
                <a:gd name="T91" fmla="*/ 128 h 411"/>
                <a:gd name="T92" fmla="*/ 369 w 383"/>
                <a:gd name="T93" fmla="*/ 122 h 411"/>
                <a:gd name="T94" fmla="*/ 380 w 383"/>
                <a:gd name="T95" fmla="*/ 141 h 411"/>
                <a:gd name="T96" fmla="*/ 372 w 383"/>
                <a:gd name="T97" fmla="*/ 154 h 411"/>
                <a:gd name="T98" fmla="*/ 355 w 383"/>
                <a:gd name="T99" fmla="*/ 169 h 411"/>
                <a:gd name="T100" fmla="*/ 314 w 383"/>
                <a:gd name="T101" fmla="*/ 199 h 411"/>
                <a:gd name="T102" fmla="*/ 275 w 383"/>
                <a:gd name="T103" fmla="*/ 229 h 411"/>
                <a:gd name="T104" fmla="*/ 271 w 383"/>
                <a:gd name="T105" fmla="*/ 238 h 411"/>
                <a:gd name="T106" fmla="*/ 254 w 383"/>
                <a:gd name="T107" fmla="*/ 310 h 411"/>
                <a:gd name="T108" fmla="*/ 250 w 383"/>
                <a:gd name="T109" fmla="*/ 320 h 411"/>
                <a:gd name="T110" fmla="*/ 247 w 383"/>
                <a:gd name="T111" fmla="*/ 325 h 411"/>
                <a:gd name="T112" fmla="*/ 173 w 383"/>
                <a:gd name="T113" fmla="*/ 386 h 411"/>
                <a:gd name="T114" fmla="*/ 95 w 383"/>
                <a:gd name="T115" fmla="*/ 410 h 411"/>
                <a:gd name="T116" fmla="*/ 88 w 383"/>
                <a:gd name="T117" fmla="*/ 411 h 411"/>
                <a:gd name="T118" fmla="*/ 83 w 383"/>
                <a:gd name="T119" fmla="*/ 41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3" h="411">
                  <a:moveTo>
                    <a:pt x="83" y="410"/>
                  </a:moveTo>
                  <a:cubicBezTo>
                    <a:pt x="89" y="396"/>
                    <a:pt x="96" y="385"/>
                    <a:pt x="111" y="380"/>
                  </a:cubicBezTo>
                  <a:cubicBezTo>
                    <a:pt x="120" y="378"/>
                    <a:pt x="128" y="375"/>
                    <a:pt x="136" y="371"/>
                  </a:cubicBezTo>
                  <a:cubicBezTo>
                    <a:pt x="168" y="355"/>
                    <a:pt x="188" y="328"/>
                    <a:pt x="198" y="294"/>
                  </a:cubicBezTo>
                  <a:cubicBezTo>
                    <a:pt x="199" y="289"/>
                    <a:pt x="200" y="284"/>
                    <a:pt x="201" y="280"/>
                  </a:cubicBezTo>
                  <a:cubicBezTo>
                    <a:pt x="202" y="275"/>
                    <a:pt x="201" y="274"/>
                    <a:pt x="197" y="274"/>
                  </a:cubicBezTo>
                  <a:cubicBezTo>
                    <a:pt x="186" y="275"/>
                    <a:pt x="176" y="278"/>
                    <a:pt x="166" y="283"/>
                  </a:cubicBezTo>
                  <a:cubicBezTo>
                    <a:pt x="159" y="286"/>
                    <a:pt x="152" y="289"/>
                    <a:pt x="144" y="291"/>
                  </a:cubicBezTo>
                  <a:cubicBezTo>
                    <a:pt x="136" y="294"/>
                    <a:pt x="130" y="300"/>
                    <a:pt x="123" y="305"/>
                  </a:cubicBezTo>
                  <a:cubicBezTo>
                    <a:pt x="105" y="321"/>
                    <a:pt x="84" y="334"/>
                    <a:pt x="62" y="344"/>
                  </a:cubicBezTo>
                  <a:cubicBezTo>
                    <a:pt x="53" y="348"/>
                    <a:pt x="43" y="351"/>
                    <a:pt x="34" y="353"/>
                  </a:cubicBezTo>
                  <a:cubicBezTo>
                    <a:pt x="24" y="356"/>
                    <a:pt x="15" y="352"/>
                    <a:pt x="9" y="344"/>
                  </a:cubicBezTo>
                  <a:cubicBezTo>
                    <a:pt x="4" y="338"/>
                    <a:pt x="1" y="330"/>
                    <a:pt x="1" y="322"/>
                  </a:cubicBezTo>
                  <a:cubicBezTo>
                    <a:pt x="1" y="310"/>
                    <a:pt x="0" y="299"/>
                    <a:pt x="0" y="288"/>
                  </a:cubicBezTo>
                  <a:cubicBezTo>
                    <a:pt x="0" y="286"/>
                    <a:pt x="0" y="284"/>
                    <a:pt x="1" y="283"/>
                  </a:cubicBezTo>
                  <a:cubicBezTo>
                    <a:pt x="1" y="280"/>
                    <a:pt x="4" y="279"/>
                    <a:pt x="6" y="282"/>
                  </a:cubicBezTo>
                  <a:cubicBezTo>
                    <a:pt x="7" y="283"/>
                    <a:pt x="7" y="284"/>
                    <a:pt x="8" y="285"/>
                  </a:cubicBezTo>
                  <a:cubicBezTo>
                    <a:pt x="9" y="286"/>
                    <a:pt x="9" y="288"/>
                    <a:pt x="10" y="290"/>
                  </a:cubicBezTo>
                  <a:cubicBezTo>
                    <a:pt x="16" y="297"/>
                    <a:pt x="23" y="301"/>
                    <a:pt x="32" y="298"/>
                  </a:cubicBezTo>
                  <a:cubicBezTo>
                    <a:pt x="37" y="297"/>
                    <a:pt x="41" y="295"/>
                    <a:pt x="46" y="293"/>
                  </a:cubicBezTo>
                  <a:cubicBezTo>
                    <a:pt x="48" y="292"/>
                    <a:pt x="51" y="291"/>
                    <a:pt x="53" y="291"/>
                  </a:cubicBezTo>
                  <a:cubicBezTo>
                    <a:pt x="58" y="292"/>
                    <a:pt x="61" y="290"/>
                    <a:pt x="65" y="288"/>
                  </a:cubicBezTo>
                  <a:cubicBezTo>
                    <a:pt x="77" y="282"/>
                    <a:pt x="89" y="275"/>
                    <a:pt x="100" y="268"/>
                  </a:cubicBezTo>
                  <a:cubicBezTo>
                    <a:pt x="118" y="258"/>
                    <a:pt x="137" y="251"/>
                    <a:pt x="156" y="244"/>
                  </a:cubicBezTo>
                  <a:cubicBezTo>
                    <a:pt x="169" y="239"/>
                    <a:pt x="183" y="234"/>
                    <a:pt x="197" y="229"/>
                  </a:cubicBezTo>
                  <a:cubicBezTo>
                    <a:pt x="199" y="228"/>
                    <a:pt x="201" y="227"/>
                    <a:pt x="203" y="226"/>
                  </a:cubicBezTo>
                  <a:cubicBezTo>
                    <a:pt x="212" y="222"/>
                    <a:pt x="218" y="215"/>
                    <a:pt x="219" y="204"/>
                  </a:cubicBezTo>
                  <a:cubicBezTo>
                    <a:pt x="221" y="178"/>
                    <a:pt x="223" y="151"/>
                    <a:pt x="222" y="124"/>
                  </a:cubicBezTo>
                  <a:cubicBezTo>
                    <a:pt x="221" y="105"/>
                    <a:pt x="218" y="87"/>
                    <a:pt x="210" y="69"/>
                  </a:cubicBezTo>
                  <a:cubicBezTo>
                    <a:pt x="205" y="58"/>
                    <a:pt x="201" y="47"/>
                    <a:pt x="197" y="36"/>
                  </a:cubicBezTo>
                  <a:cubicBezTo>
                    <a:pt x="194" y="28"/>
                    <a:pt x="193" y="19"/>
                    <a:pt x="194" y="10"/>
                  </a:cubicBezTo>
                  <a:cubicBezTo>
                    <a:pt x="194" y="4"/>
                    <a:pt x="199" y="0"/>
                    <a:pt x="205" y="2"/>
                  </a:cubicBezTo>
                  <a:cubicBezTo>
                    <a:pt x="213" y="4"/>
                    <a:pt x="222" y="5"/>
                    <a:pt x="230" y="7"/>
                  </a:cubicBezTo>
                  <a:cubicBezTo>
                    <a:pt x="233" y="7"/>
                    <a:pt x="235" y="9"/>
                    <a:pt x="237" y="10"/>
                  </a:cubicBezTo>
                  <a:cubicBezTo>
                    <a:pt x="241" y="13"/>
                    <a:pt x="244" y="16"/>
                    <a:pt x="248" y="19"/>
                  </a:cubicBezTo>
                  <a:cubicBezTo>
                    <a:pt x="253" y="23"/>
                    <a:pt x="259" y="26"/>
                    <a:pt x="265" y="29"/>
                  </a:cubicBezTo>
                  <a:cubicBezTo>
                    <a:pt x="274" y="33"/>
                    <a:pt x="279" y="40"/>
                    <a:pt x="280" y="49"/>
                  </a:cubicBezTo>
                  <a:cubicBezTo>
                    <a:pt x="280" y="55"/>
                    <a:pt x="280" y="60"/>
                    <a:pt x="278" y="66"/>
                  </a:cubicBezTo>
                  <a:cubicBezTo>
                    <a:pt x="277" y="68"/>
                    <a:pt x="275" y="70"/>
                    <a:pt x="273" y="72"/>
                  </a:cubicBezTo>
                  <a:cubicBezTo>
                    <a:pt x="271" y="74"/>
                    <a:pt x="270" y="75"/>
                    <a:pt x="270" y="77"/>
                  </a:cubicBezTo>
                  <a:cubicBezTo>
                    <a:pt x="271" y="104"/>
                    <a:pt x="271" y="131"/>
                    <a:pt x="271" y="158"/>
                  </a:cubicBezTo>
                  <a:cubicBezTo>
                    <a:pt x="272" y="165"/>
                    <a:pt x="272" y="172"/>
                    <a:pt x="273" y="179"/>
                  </a:cubicBezTo>
                  <a:cubicBezTo>
                    <a:pt x="274" y="183"/>
                    <a:pt x="275" y="184"/>
                    <a:pt x="278" y="182"/>
                  </a:cubicBezTo>
                  <a:cubicBezTo>
                    <a:pt x="291" y="176"/>
                    <a:pt x="303" y="170"/>
                    <a:pt x="313" y="160"/>
                  </a:cubicBezTo>
                  <a:cubicBezTo>
                    <a:pt x="317" y="155"/>
                    <a:pt x="321" y="150"/>
                    <a:pt x="325" y="144"/>
                  </a:cubicBezTo>
                  <a:cubicBezTo>
                    <a:pt x="330" y="138"/>
                    <a:pt x="335" y="132"/>
                    <a:pt x="341" y="128"/>
                  </a:cubicBezTo>
                  <a:cubicBezTo>
                    <a:pt x="350" y="122"/>
                    <a:pt x="359" y="120"/>
                    <a:pt x="369" y="122"/>
                  </a:cubicBezTo>
                  <a:cubicBezTo>
                    <a:pt x="379" y="124"/>
                    <a:pt x="383" y="131"/>
                    <a:pt x="380" y="141"/>
                  </a:cubicBezTo>
                  <a:cubicBezTo>
                    <a:pt x="379" y="146"/>
                    <a:pt x="376" y="151"/>
                    <a:pt x="372" y="154"/>
                  </a:cubicBezTo>
                  <a:cubicBezTo>
                    <a:pt x="367" y="160"/>
                    <a:pt x="361" y="165"/>
                    <a:pt x="355" y="169"/>
                  </a:cubicBezTo>
                  <a:cubicBezTo>
                    <a:pt x="341" y="178"/>
                    <a:pt x="328" y="189"/>
                    <a:pt x="314" y="199"/>
                  </a:cubicBezTo>
                  <a:cubicBezTo>
                    <a:pt x="301" y="209"/>
                    <a:pt x="289" y="219"/>
                    <a:pt x="275" y="229"/>
                  </a:cubicBezTo>
                  <a:cubicBezTo>
                    <a:pt x="272" y="232"/>
                    <a:pt x="271" y="234"/>
                    <a:pt x="271" y="238"/>
                  </a:cubicBezTo>
                  <a:cubicBezTo>
                    <a:pt x="267" y="263"/>
                    <a:pt x="262" y="287"/>
                    <a:pt x="254" y="310"/>
                  </a:cubicBezTo>
                  <a:cubicBezTo>
                    <a:pt x="253" y="314"/>
                    <a:pt x="251" y="317"/>
                    <a:pt x="250" y="320"/>
                  </a:cubicBezTo>
                  <a:cubicBezTo>
                    <a:pt x="249" y="322"/>
                    <a:pt x="249" y="324"/>
                    <a:pt x="247" y="325"/>
                  </a:cubicBezTo>
                  <a:cubicBezTo>
                    <a:pt x="226" y="349"/>
                    <a:pt x="202" y="371"/>
                    <a:pt x="173" y="386"/>
                  </a:cubicBezTo>
                  <a:cubicBezTo>
                    <a:pt x="149" y="400"/>
                    <a:pt x="123" y="408"/>
                    <a:pt x="95" y="410"/>
                  </a:cubicBezTo>
                  <a:cubicBezTo>
                    <a:pt x="93" y="410"/>
                    <a:pt x="90" y="411"/>
                    <a:pt x="88" y="411"/>
                  </a:cubicBezTo>
                  <a:cubicBezTo>
                    <a:pt x="87" y="411"/>
                    <a:pt x="85" y="411"/>
                    <a:pt x="83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1" name="Freeform 11">
              <a:extLst>
                <a:ext uri="{FF2B5EF4-FFF2-40B4-BE49-F238E27FC236}">
                  <a16:creationId xmlns:a16="http://schemas.microsoft.com/office/drawing/2014/main" xmlns="" id="{1B331AD2-6B35-4E0A-A20B-4A72FE3A59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6634" y="2270052"/>
              <a:ext cx="551054" cy="1278318"/>
            </a:xfrm>
            <a:custGeom>
              <a:avLst/>
              <a:gdLst>
                <a:gd name="T0" fmla="*/ 127 w 193"/>
                <a:gd name="T1" fmla="*/ 371 h 449"/>
                <a:gd name="T2" fmla="*/ 63 w 193"/>
                <a:gd name="T3" fmla="*/ 417 h 449"/>
                <a:gd name="T4" fmla="*/ 47 w 193"/>
                <a:gd name="T5" fmla="*/ 433 h 449"/>
                <a:gd name="T6" fmla="*/ 7 w 193"/>
                <a:gd name="T7" fmla="*/ 434 h 449"/>
                <a:gd name="T8" fmla="*/ 1 w 193"/>
                <a:gd name="T9" fmla="*/ 383 h 449"/>
                <a:gd name="T10" fmla="*/ 33 w 193"/>
                <a:gd name="T11" fmla="*/ 331 h 449"/>
                <a:gd name="T12" fmla="*/ 49 w 193"/>
                <a:gd name="T13" fmla="*/ 286 h 449"/>
                <a:gd name="T14" fmla="*/ 50 w 193"/>
                <a:gd name="T15" fmla="*/ 233 h 449"/>
                <a:gd name="T16" fmla="*/ 38 w 193"/>
                <a:gd name="T17" fmla="*/ 207 h 449"/>
                <a:gd name="T18" fmla="*/ 54 w 193"/>
                <a:gd name="T19" fmla="*/ 201 h 449"/>
                <a:gd name="T20" fmla="*/ 75 w 193"/>
                <a:gd name="T21" fmla="*/ 209 h 449"/>
                <a:gd name="T22" fmla="*/ 107 w 193"/>
                <a:gd name="T23" fmla="*/ 223 h 449"/>
                <a:gd name="T24" fmla="*/ 126 w 193"/>
                <a:gd name="T25" fmla="*/ 233 h 449"/>
                <a:gd name="T26" fmla="*/ 133 w 193"/>
                <a:gd name="T27" fmla="*/ 231 h 449"/>
                <a:gd name="T28" fmla="*/ 135 w 193"/>
                <a:gd name="T29" fmla="*/ 200 h 449"/>
                <a:gd name="T30" fmla="*/ 133 w 193"/>
                <a:gd name="T31" fmla="*/ 99 h 449"/>
                <a:gd name="T32" fmla="*/ 105 w 193"/>
                <a:gd name="T33" fmla="*/ 55 h 449"/>
                <a:gd name="T34" fmla="*/ 77 w 193"/>
                <a:gd name="T35" fmla="*/ 9 h 449"/>
                <a:gd name="T36" fmla="*/ 95 w 193"/>
                <a:gd name="T37" fmla="*/ 6 h 449"/>
                <a:gd name="T38" fmla="*/ 165 w 193"/>
                <a:gd name="T39" fmla="*/ 52 h 449"/>
                <a:gd name="T40" fmla="*/ 189 w 193"/>
                <a:gd name="T41" fmla="*/ 83 h 449"/>
                <a:gd name="T42" fmla="*/ 189 w 193"/>
                <a:gd name="T43" fmla="*/ 292 h 449"/>
                <a:gd name="T44" fmla="*/ 165 w 193"/>
                <a:gd name="T45" fmla="*/ 409 h 449"/>
                <a:gd name="T46" fmla="*/ 145 w 193"/>
                <a:gd name="T47" fmla="*/ 428 h 449"/>
                <a:gd name="T48" fmla="*/ 134 w 193"/>
                <a:gd name="T49" fmla="*/ 415 h 449"/>
                <a:gd name="T50" fmla="*/ 131 w 193"/>
                <a:gd name="T51" fmla="*/ 367 h 449"/>
                <a:gd name="T52" fmla="*/ 124 w 193"/>
                <a:gd name="T53" fmla="*/ 264 h 449"/>
                <a:gd name="T54" fmla="*/ 102 w 193"/>
                <a:gd name="T55" fmla="*/ 280 h 449"/>
                <a:gd name="T56" fmla="*/ 81 w 193"/>
                <a:gd name="T57" fmla="*/ 296 h 449"/>
                <a:gd name="T58" fmla="*/ 59 w 193"/>
                <a:gd name="T59" fmla="*/ 331 h 449"/>
                <a:gd name="T60" fmla="*/ 31 w 193"/>
                <a:gd name="T61" fmla="*/ 373 h 449"/>
                <a:gd name="T62" fmla="*/ 46 w 193"/>
                <a:gd name="T63" fmla="*/ 382 h 449"/>
                <a:gd name="T64" fmla="*/ 78 w 193"/>
                <a:gd name="T65" fmla="*/ 363 h 449"/>
                <a:gd name="T66" fmla="*/ 114 w 193"/>
                <a:gd name="T67" fmla="*/ 346 h 449"/>
                <a:gd name="T68" fmla="*/ 133 w 193"/>
                <a:gd name="T69" fmla="*/ 325 h 449"/>
                <a:gd name="T70" fmla="*/ 132 w 193"/>
                <a:gd name="T71" fmla="*/ 25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3" h="449">
                  <a:moveTo>
                    <a:pt x="131" y="367"/>
                  </a:moveTo>
                  <a:cubicBezTo>
                    <a:pt x="129" y="369"/>
                    <a:pt x="128" y="370"/>
                    <a:pt x="127" y="371"/>
                  </a:cubicBezTo>
                  <a:cubicBezTo>
                    <a:pt x="112" y="385"/>
                    <a:pt x="97" y="397"/>
                    <a:pt x="80" y="408"/>
                  </a:cubicBezTo>
                  <a:cubicBezTo>
                    <a:pt x="74" y="411"/>
                    <a:pt x="69" y="414"/>
                    <a:pt x="63" y="417"/>
                  </a:cubicBezTo>
                  <a:cubicBezTo>
                    <a:pt x="61" y="419"/>
                    <a:pt x="59" y="420"/>
                    <a:pt x="57" y="422"/>
                  </a:cubicBezTo>
                  <a:cubicBezTo>
                    <a:pt x="54" y="426"/>
                    <a:pt x="50" y="430"/>
                    <a:pt x="47" y="433"/>
                  </a:cubicBezTo>
                  <a:cubicBezTo>
                    <a:pt x="44" y="436"/>
                    <a:pt x="41" y="439"/>
                    <a:pt x="38" y="441"/>
                  </a:cubicBezTo>
                  <a:cubicBezTo>
                    <a:pt x="27" y="449"/>
                    <a:pt x="13" y="446"/>
                    <a:pt x="7" y="434"/>
                  </a:cubicBezTo>
                  <a:cubicBezTo>
                    <a:pt x="4" y="428"/>
                    <a:pt x="2" y="421"/>
                    <a:pt x="1" y="415"/>
                  </a:cubicBezTo>
                  <a:cubicBezTo>
                    <a:pt x="0" y="404"/>
                    <a:pt x="0" y="394"/>
                    <a:pt x="1" y="383"/>
                  </a:cubicBezTo>
                  <a:cubicBezTo>
                    <a:pt x="2" y="379"/>
                    <a:pt x="3" y="374"/>
                    <a:pt x="7" y="372"/>
                  </a:cubicBezTo>
                  <a:cubicBezTo>
                    <a:pt x="20" y="361"/>
                    <a:pt x="28" y="346"/>
                    <a:pt x="33" y="331"/>
                  </a:cubicBezTo>
                  <a:cubicBezTo>
                    <a:pt x="36" y="325"/>
                    <a:pt x="37" y="319"/>
                    <a:pt x="39" y="313"/>
                  </a:cubicBezTo>
                  <a:cubicBezTo>
                    <a:pt x="42" y="304"/>
                    <a:pt x="45" y="294"/>
                    <a:pt x="49" y="286"/>
                  </a:cubicBezTo>
                  <a:cubicBezTo>
                    <a:pt x="56" y="272"/>
                    <a:pt x="56" y="258"/>
                    <a:pt x="53" y="244"/>
                  </a:cubicBezTo>
                  <a:cubicBezTo>
                    <a:pt x="52" y="240"/>
                    <a:pt x="51" y="237"/>
                    <a:pt x="50" y="233"/>
                  </a:cubicBezTo>
                  <a:cubicBezTo>
                    <a:pt x="49" y="229"/>
                    <a:pt x="47" y="225"/>
                    <a:pt x="44" y="221"/>
                  </a:cubicBezTo>
                  <a:cubicBezTo>
                    <a:pt x="42" y="217"/>
                    <a:pt x="39" y="212"/>
                    <a:pt x="38" y="207"/>
                  </a:cubicBezTo>
                  <a:cubicBezTo>
                    <a:pt x="36" y="202"/>
                    <a:pt x="38" y="199"/>
                    <a:pt x="44" y="199"/>
                  </a:cubicBezTo>
                  <a:cubicBezTo>
                    <a:pt x="48" y="199"/>
                    <a:pt x="51" y="199"/>
                    <a:pt x="54" y="201"/>
                  </a:cubicBezTo>
                  <a:cubicBezTo>
                    <a:pt x="55" y="202"/>
                    <a:pt x="56" y="203"/>
                    <a:pt x="57" y="203"/>
                  </a:cubicBezTo>
                  <a:cubicBezTo>
                    <a:pt x="62" y="208"/>
                    <a:pt x="68" y="209"/>
                    <a:pt x="75" y="209"/>
                  </a:cubicBezTo>
                  <a:cubicBezTo>
                    <a:pt x="83" y="209"/>
                    <a:pt x="90" y="212"/>
                    <a:pt x="96" y="218"/>
                  </a:cubicBezTo>
                  <a:cubicBezTo>
                    <a:pt x="99" y="221"/>
                    <a:pt x="103" y="223"/>
                    <a:pt x="107" y="223"/>
                  </a:cubicBezTo>
                  <a:cubicBezTo>
                    <a:pt x="110" y="223"/>
                    <a:pt x="112" y="224"/>
                    <a:pt x="115" y="225"/>
                  </a:cubicBezTo>
                  <a:cubicBezTo>
                    <a:pt x="120" y="226"/>
                    <a:pt x="124" y="229"/>
                    <a:pt x="126" y="233"/>
                  </a:cubicBezTo>
                  <a:cubicBezTo>
                    <a:pt x="126" y="234"/>
                    <a:pt x="127" y="235"/>
                    <a:pt x="128" y="236"/>
                  </a:cubicBezTo>
                  <a:cubicBezTo>
                    <a:pt x="131" y="236"/>
                    <a:pt x="132" y="234"/>
                    <a:pt x="133" y="231"/>
                  </a:cubicBezTo>
                  <a:cubicBezTo>
                    <a:pt x="134" y="229"/>
                    <a:pt x="134" y="227"/>
                    <a:pt x="134" y="225"/>
                  </a:cubicBezTo>
                  <a:cubicBezTo>
                    <a:pt x="134" y="217"/>
                    <a:pt x="134" y="208"/>
                    <a:pt x="135" y="200"/>
                  </a:cubicBezTo>
                  <a:cubicBezTo>
                    <a:pt x="137" y="176"/>
                    <a:pt x="139" y="151"/>
                    <a:pt x="137" y="127"/>
                  </a:cubicBezTo>
                  <a:cubicBezTo>
                    <a:pt x="137" y="118"/>
                    <a:pt x="135" y="109"/>
                    <a:pt x="133" y="99"/>
                  </a:cubicBezTo>
                  <a:cubicBezTo>
                    <a:pt x="132" y="90"/>
                    <a:pt x="127" y="81"/>
                    <a:pt x="121" y="74"/>
                  </a:cubicBezTo>
                  <a:cubicBezTo>
                    <a:pt x="116" y="67"/>
                    <a:pt x="111" y="61"/>
                    <a:pt x="105" y="55"/>
                  </a:cubicBezTo>
                  <a:cubicBezTo>
                    <a:pt x="98" y="46"/>
                    <a:pt x="90" y="36"/>
                    <a:pt x="83" y="27"/>
                  </a:cubicBezTo>
                  <a:cubicBezTo>
                    <a:pt x="79" y="22"/>
                    <a:pt x="77" y="15"/>
                    <a:pt x="77" y="9"/>
                  </a:cubicBezTo>
                  <a:cubicBezTo>
                    <a:pt x="77" y="3"/>
                    <a:pt x="80" y="0"/>
                    <a:pt x="86" y="2"/>
                  </a:cubicBezTo>
                  <a:cubicBezTo>
                    <a:pt x="89" y="2"/>
                    <a:pt x="92" y="4"/>
                    <a:pt x="95" y="6"/>
                  </a:cubicBezTo>
                  <a:cubicBezTo>
                    <a:pt x="105" y="15"/>
                    <a:pt x="116" y="22"/>
                    <a:pt x="128" y="28"/>
                  </a:cubicBezTo>
                  <a:cubicBezTo>
                    <a:pt x="141" y="35"/>
                    <a:pt x="154" y="43"/>
                    <a:pt x="165" y="52"/>
                  </a:cubicBezTo>
                  <a:cubicBezTo>
                    <a:pt x="172" y="58"/>
                    <a:pt x="179" y="64"/>
                    <a:pt x="184" y="72"/>
                  </a:cubicBezTo>
                  <a:cubicBezTo>
                    <a:pt x="186" y="75"/>
                    <a:pt x="188" y="78"/>
                    <a:pt x="189" y="83"/>
                  </a:cubicBezTo>
                  <a:cubicBezTo>
                    <a:pt x="192" y="122"/>
                    <a:pt x="193" y="162"/>
                    <a:pt x="193" y="202"/>
                  </a:cubicBezTo>
                  <a:cubicBezTo>
                    <a:pt x="193" y="232"/>
                    <a:pt x="192" y="262"/>
                    <a:pt x="189" y="292"/>
                  </a:cubicBezTo>
                  <a:cubicBezTo>
                    <a:pt x="186" y="321"/>
                    <a:pt x="183" y="350"/>
                    <a:pt x="176" y="378"/>
                  </a:cubicBezTo>
                  <a:cubicBezTo>
                    <a:pt x="173" y="388"/>
                    <a:pt x="170" y="399"/>
                    <a:pt x="165" y="409"/>
                  </a:cubicBezTo>
                  <a:cubicBezTo>
                    <a:pt x="162" y="414"/>
                    <a:pt x="159" y="419"/>
                    <a:pt x="155" y="423"/>
                  </a:cubicBezTo>
                  <a:cubicBezTo>
                    <a:pt x="152" y="426"/>
                    <a:pt x="149" y="428"/>
                    <a:pt x="145" y="428"/>
                  </a:cubicBezTo>
                  <a:cubicBezTo>
                    <a:pt x="140" y="429"/>
                    <a:pt x="136" y="427"/>
                    <a:pt x="135" y="422"/>
                  </a:cubicBezTo>
                  <a:cubicBezTo>
                    <a:pt x="135" y="420"/>
                    <a:pt x="135" y="418"/>
                    <a:pt x="134" y="415"/>
                  </a:cubicBezTo>
                  <a:cubicBezTo>
                    <a:pt x="134" y="407"/>
                    <a:pt x="135" y="399"/>
                    <a:pt x="135" y="391"/>
                  </a:cubicBezTo>
                  <a:cubicBezTo>
                    <a:pt x="134" y="383"/>
                    <a:pt x="134" y="375"/>
                    <a:pt x="131" y="367"/>
                  </a:cubicBezTo>
                  <a:close/>
                  <a:moveTo>
                    <a:pt x="132" y="255"/>
                  </a:moveTo>
                  <a:cubicBezTo>
                    <a:pt x="127" y="257"/>
                    <a:pt x="125" y="260"/>
                    <a:pt x="124" y="264"/>
                  </a:cubicBezTo>
                  <a:cubicBezTo>
                    <a:pt x="123" y="267"/>
                    <a:pt x="122" y="271"/>
                    <a:pt x="119" y="273"/>
                  </a:cubicBezTo>
                  <a:cubicBezTo>
                    <a:pt x="114" y="277"/>
                    <a:pt x="108" y="280"/>
                    <a:pt x="102" y="280"/>
                  </a:cubicBezTo>
                  <a:cubicBezTo>
                    <a:pt x="97" y="280"/>
                    <a:pt x="94" y="282"/>
                    <a:pt x="91" y="285"/>
                  </a:cubicBezTo>
                  <a:cubicBezTo>
                    <a:pt x="87" y="289"/>
                    <a:pt x="84" y="292"/>
                    <a:pt x="81" y="296"/>
                  </a:cubicBezTo>
                  <a:cubicBezTo>
                    <a:pt x="78" y="299"/>
                    <a:pt x="76" y="302"/>
                    <a:pt x="75" y="305"/>
                  </a:cubicBezTo>
                  <a:cubicBezTo>
                    <a:pt x="71" y="315"/>
                    <a:pt x="66" y="323"/>
                    <a:pt x="59" y="331"/>
                  </a:cubicBezTo>
                  <a:cubicBezTo>
                    <a:pt x="54" y="337"/>
                    <a:pt x="50" y="343"/>
                    <a:pt x="45" y="349"/>
                  </a:cubicBezTo>
                  <a:cubicBezTo>
                    <a:pt x="39" y="356"/>
                    <a:pt x="34" y="364"/>
                    <a:pt x="31" y="373"/>
                  </a:cubicBezTo>
                  <a:cubicBezTo>
                    <a:pt x="29" y="377"/>
                    <a:pt x="29" y="379"/>
                    <a:pt x="34" y="381"/>
                  </a:cubicBezTo>
                  <a:cubicBezTo>
                    <a:pt x="38" y="382"/>
                    <a:pt x="42" y="383"/>
                    <a:pt x="46" y="382"/>
                  </a:cubicBezTo>
                  <a:cubicBezTo>
                    <a:pt x="53" y="381"/>
                    <a:pt x="59" y="378"/>
                    <a:pt x="64" y="374"/>
                  </a:cubicBezTo>
                  <a:cubicBezTo>
                    <a:pt x="69" y="371"/>
                    <a:pt x="73" y="367"/>
                    <a:pt x="78" y="363"/>
                  </a:cubicBezTo>
                  <a:cubicBezTo>
                    <a:pt x="81" y="361"/>
                    <a:pt x="83" y="359"/>
                    <a:pt x="87" y="358"/>
                  </a:cubicBezTo>
                  <a:cubicBezTo>
                    <a:pt x="97" y="356"/>
                    <a:pt x="106" y="351"/>
                    <a:pt x="114" y="346"/>
                  </a:cubicBezTo>
                  <a:cubicBezTo>
                    <a:pt x="119" y="343"/>
                    <a:pt x="123" y="340"/>
                    <a:pt x="127" y="338"/>
                  </a:cubicBezTo>
                  <a:cubicBezTo>
                    <a:pt x="131" y="335"/>
                    <a:pt x="133" y="331"/>
                    <a:pt x="133" y="325"/>
                  </a:cubicBezTo>
                  <a:cubicBezTo>
                    <a:pt x="132" y="304"/>
                    <a:pt x="132" y="282"/>
                    <a:pt x="132" y="260"/>
                  </a:cubicBezTo>
                  <a:cubicBezTo>
                    <a:pt x="132" y="259"/>
                    <a:pt x="132" y="257"/>
                    <a:pt x="132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2" name="Freeform 12">
              <a:extLst>
                <a:ext uri="{FF2B5EF4-FFF2-40B4-BE49-F238E27FC236}">
                  <a16:creationId xmlns:a16="http://schemas.microsoft.com/office/drawing/2014/main" xmlns="" id="{FD62C409-3631-46E2-9587-CB2E64803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5547" y="2443057"/>
              <a:ext cx="650372" cy="900269"/>
            </a:xfrm>
            <a:custGeom>
              <a:avLst/>
              <a:gdLst>
                <a:gd name="T0" fmla="*/ 34 w 229"/>
                <a:gd name="T1" fmla="*/ 0 h 316"/>
                <a:gd name="T2" fmla="*/ 37 w 229"/>
                <a:gd name="T3" fmla="*/ 2 h 316"/>
                <a:gd name="T4" fmla="*/ 69 w 229"/>
                <a:gd name="T5" fmla="*/ 32 h 316"/>
                <a:gd name="T6" fmla="*/ 73 w 229"/>
                <a:gd name="T7" fmla="*/ 38 h 316"/>
                <a:gd name="T8" fmla="*/ 99 w 229"/>
                <a:gd name="T9" fmla="*/ 117 h 316"/>
                <a:gd name="T10" fmla="*/ 101 w 229"/>
                <a:gd name="T11" fmla="*/ 128 h 316"/>
                <a:gd name="T12" fmla="*/ 112 w 229"/>
                <a:gd name="T13" fmla="*/ 132 h 316"/>
                <a:gd name="T14" fmla="*/ 120 w 229"/>
                <a:gd name="T15" fmla="*/ 127 h 316"/>
                <a:gd name="T16" fmla="*/ 145 w 229"/>
                <a:gd name="T17" fmla="*/ 109 h 316"/>
                <a:gd name="T18" fmla="*/ 148 w 229"/>
                <a:gd name="T19" fmla="*/ 103 h 316"/>
                <a:gd name="T20" fmla="*/ 148 w 229"/>
                <a:gd name="T21" fmla="*/ 80 h 316"/>
                <a:gd name="T22" fmla="*/ 159 w 229"/>
                <a:gd name="T23" fmla="*/ 69 h 316"/>
                <a:gd name="T24" fmla="*/ 162 w 229"/>
                <a:gd name="T25" fmla="*/ 71 h 316"/>
                <a:gd name="T26" fmla="*/ 164 w 229"/>
                <a:gd name="T27" fmla="*/ 75 h 316"/>
                <a:gd name="T28" fmla="*/ 171 w 229"/>
                <a:gd name="T29" fmla="*/ 86 h 316"/>
                <a:gd name="T30" fmla="*/ 204 w 229"/>
                <a:gd name="T31" fmla="*/ 104 h 316"/>
                <a:gd name="T32" fmla="*/ 209 w 229"/>
                <a:gd name="T33" fmla="*/ 112 h 316"/>
                <a:gd name="T34" fmla="*/ 169 w 229"/>
                <a:gd name="T35" fmla="*/ 170 h 316"/>
                <a:gd name="T36" fmla="*/ 128 w 229"/>
                <a:gd name="T37" fmla="*/ 175 h 316"/>
                <a:gd name="T38" fmla="*/ 114 w 229"/>
                <a:gd name="T39" fmla="*/ 190 h 316"/>
                <a:gd name="T40" fmla="*/ 115 w 229"/>
                <a:gd name="T41" fmla="*/ 196 h 316"/>
                <a:gd name="T42" fmla="*/ 115 w 229"/>
                <a:gd name="T43" fmla="*/ 219 h 316"/>
                <a:gd name="T44" fmla="*/ 109 w 229"/>
                <a:gd name="T45" fmla="*/ 226 h 316"/>
                <a:gd name="T46" fmla="*/ 89 w 229"/>
                <a:gd name="T47" fmla="*/ 246 h 316"/>
                <a:gd name="T48" fmla="*/ 95 w 229"/>
                <a:gd name="T49" fmla="*/ 260 h 316"/>
                <a:gd name="T50" fmla="*/ 113 w 229"/>
                <a:gd name="T51" fmla="*/ 259 h 316"/>
                <a:gd name="T52" fmla="*/ 148 w 229"/>
                <a:gd name="T53" fmla="*/ 248 h 316"/>
                <a:gd name="T54" fmla="*/ 170 w 229"/>
                <a:gd name="T55" fmla="*/ 243 h 316"/>
                <a:gd name="T56" fmla="*/ 187 w 229"/>
                <a:gd name="T57" fmla="*/ 237 h 316"/>
                <a:gd name="T58" fmla="*/ 212 w 229"/>
                <a:gd name="T59" fmla="*/ 229 h 316"/>
                <a:gd name="T60" fmla="*/ 220 w 229"/>
                <a:gd name="T61" fmla="*/ 229 h 316"/>
                <a:gd name="T62" fmla="*/ 227 w 229"/>
                <a:gd name="T63" fmla="*/ 241 h 316"/>
                <a:gd name="T64" fmla="*/ 214 w 229"/>
                <a:gd name="T65" fmla="*/ 267 h 316"/>
                <a:gd name="T66" fmla="*/ 203 w 229"/>
                <a:gd name="T67" fmla="*/ 277 h 316"/>
                <a:gd name="T68" fmla="*/ 174 w 229"/>
                <a:gd name="T69" fmla="*/ 289 h 316"/>
                <a:gd name="T70" fmla="*/ 140 w 229"/>
                <a:gd name="T71" fmla="*/ 298 h 316"/>
                <a:gd name="T72" fmla="*/ 127 w 229"/>
                <a:gd name="T73" fmla="*/ 298 h 316"/>
                <a:gd name="T74" fmla="*/ 116 w 229"/>
                <a:gd name="T75" fmla="*/ 301 h 316"/>
                <a:gd name="T76" fmla="*/ 55 w 229"/>
                <a:gd name="T77" fmla="*/ 304 h 316"/>
                <a:gd name="T78" fmla="*/ 44 w 229"/>
                <a:gd name="T79" fmla="*/ 292 h 316"/>
                <a:gd name="T80" fmla="*/ 27 w 229"/>
                <a:gd name="T81" fmla="*/ 257 h 316"/>
                <a:gd name="T82" fmla="*/ 25 w 229"/>
                <a:gd name="T83" fmla="*/ 252 h 316"/>
                <a:gd name="T84" fmla="*/ 18 w 229"/>
                <a:gd name="T85" fmla="*/ 217 h 316"/>
                <a:gd name="T86" fmla="*/ 18 w 229"/>
                <a:gd name="T87" fmla="*/ 210 h 316"/>
                <a:gd name="T88" fmla="*/ 1 w 229"/>
                <a:gd name="T89" fmla="*/ 140 h 316"/>
                <a:gd name="T90" fmla="*/ 0 w 229"/>
                <a:gd name="T91" fmla="*/ 134 h 316"/>
                <a:gd name="T92" fmla="*/ 18 w 229"/>
                <a:gd name="T93" fmla="*/ 50 h 316"/>
                <a:gd name="T94" fmla="*/ 32 w 229"/>
                <a:gd name="T95" fmla="*/ 4 h 316"/>
                <a:gd name="T96" fmla="*/ 34 w 229"/>
                <a:gd name="T97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9" h="316">
                  <a:moveTo>
                    <a:pt x="34" y="0"/>
                  </a:moveTo>
                  <a:cubicBezTo>
                    <a:pt x="35" y="1"/>
                    <a:pt x="36" y="2"/>
                    <a:pt x="37" y="2"/>
                  </a:cubicBezTo>
                  <a:cubicBezTo>
                    <a:pt x="48" y="12"/>
                    <a:pt x="58" y="22"/>
                    <a:pt x="69" y="32"/>
                  </a:cubicBezTo>
                  <a:cubicBezTo>
                    <a:pt x="71" y="34"/>
                    <a:pt x="72" y="36"/>
                    <a:pt x="73" y="38"/>
                  </a:cubicBezTo>
                  <a:cubicBezTo>
                    <a:pt x="86" y="63"/>
                    <a:pt x="94" y="89"/>
                    <a:pt x="99" y="117"/>
                  </a:cubicBezTo>
                  <a:cubicBezTo>
                    <a:pt x="99" y="120"/>
                    <a:pt x="100" y="124"/>
                    <a:pt x="101" y="128"/>
                  </a:cubicBezTo>
                  <a:cubicBezTo>
                    <a:pt x="103" y="133"/>
                    <a:pt x="107" y="134"/>
                    <a:pt x="112" y="132"/>
                  </a:cubicBezTo>
                  <a:cubicBezTo>
                    <a:pt x="115" y="130"/>
                    <a:pt x="117" y="129"/>
                    <a:pt x="120" y="127"/>
                  </a:cubicBezTo>
                  <a:cubicBezTo>
                    <a:pt x="128" y="121"/>
                    <a:pt x="136" y="115"/>
                    <a:pt x="145" y="109"/>
                  </a:cubicBezTo>
                  <a:cubicBezTo>
                    <a:pt x="147" y="108"/>
                    <a:pt x="148" y="106"/>
                    <a:pt x="148" y="103"/>
                  </a:cubicBezTo>
                  <a:cubicBezTo>
                    <a:pt x="148" y="95"/>
                    <a:pt x="148" y="88"/>
                    <a:pt x="148" y="80"/>
                  </a:cubicBezTo>
                  <a:cubicBezTo>
                    <a:pt x="148" y="75"/>
                    <a:pt x="153" y="69"/>
                    <a:pt x="159" y="69"/>
                  </a:cubicBezTo>
                  <a:cubicBezTo>
                    <a:pt x="160" y="69"/>
                    <a:pt x="162" y="70"/>
                    <a:pt x="162" y="71"/>
                  </a:cubicBezTo>
                  <a:cubicBezTo>
                    <a:pt x="163" y="72"/>
                    <a:pt x="164" y="73"/>
                    <a:pt x="164" y="75"/>
                  </a:cubicBezTo>
                  <a:cubicBezTo>
                    <a:pt x="164" y="79"/>
                    <a:pt x="167" y="83"/>
                    <a:pt x="171" y="86"/>
                  </a:cubicBezTo>
                  <a:cubicBezTo>
                    <a:pt x="181" y="94"/>
                    <a:pt x="192" y="100"/>
                    <a:pt x="204" y="104"/>
                  </a:cubicBezTo>
                  <a:cubicBezTo>
                    <a:pt x="208" y="106"/>
                    <a:pt x="209" y="108"/>
                    <a:pt x="209" y="112"/>
                  </a:cubicBezTo>
                  <a:cubicBezTo>
                    <a:pt x="210" y="140"/>
                    <a:pt x="196" y="160"/>
                    <a:pt x="169" y="170"/>
                  </a:cubicBezTo>
                  <a:cubicBezTo>
                    <a:pt x="156" y="175"/>
                    <a:pt x="142" y="177"/>
                    <a:pt x="128" y="175"/>
                  </a:cubicBezTo>
                  <a:cubicBezTo>
                    <a:pt x="119" y="173"/>
                    <a:pt x="112" y="182"/>
                    <a:pt x="114" y="190"/>
                  </a:cubicBezTo>
                  <a:cubicBezTo>
                    <a:pt x="114" y="192"/>
                    <a:pt x="115" y="194"/>
                    <a:pt x="115" y="196"/>
                  </a:cubicBezTo>
                  <a:cubicBezTo>
                    <a:pt x="118" y="203"/>
                    <a:pt x="118" y="211"/>
                    <a:pt x="115" y="219"/>
                  </a:cubicBezTo>
                  <a:cubicBezTo>
                    <a:pt x="114" y="222"/>
                    <a:pt x="112" y="224"/>
                    <a:pt x="109" y="226"/>
                  </a:cubicBezTo>
                  <a:cubicBezTo>
                    <a:pt x="101" y="231"/>
                    <a:pt x="95" y="238"/>
                    <a:pt x="89" y="246"/>
                  </a:cubicBezTo>
                  <a:cubicBezTo>
                    <a:pt x="84" y="254"/>
                    <a:pt x="85" y="258"/>
                    <a:pt x="95" y="260"/>
                  </a:cubicBezTo>
                  <a:cubicBezTo>
                    <a:pt x="101" y="261"/>
                    <a:pt x="107" y="261"/>
                    <a:pt x="113" y="259"/>
                  </a:cubicBezTo>
                  <a:cubicBezTo>
                    <a:pt x="125" y="256"/>
                    <a:pt x="137" y="252"/>
                    <a:pt x="148" y="248"/>
                  </a:cubicBezTo>
                  <a:cubicBezTo>
                    <a:pt x="155" y="245"/>
                    <a:pt x="162" y="243"/>
                    <a:pt x="170" y="243"/>
                  </a:cubicBezTo>
                  <a:cubicBezTo>
                    <a:pt x="176" y="242"/>
                    <a:pt x="182" y="240"/>
                    <a:pt x="187" y="237"/>
                  </a:cubicBezTo>
                  <a:cubicBezTo>
                    <a:pt x="195" y="234"/>
                    <a:pt x="203" y="230"/>
                    <a:pt x="212" y="229"/>
                  </a:cubicBezTo>
                  <a:cubicBezTo>
                    <a:pt x="214" y="229"/>
                    <a:pt x="217" y="229"/>
                    <a:pt x="220" y="229"/>
                  </a:cubicBezTo>
                  <a:cubicBezTo>
                    <a:pt x="226" y="230"/>
                    <a:pt x="229" y="236"/>
                    <a:pt x="227" y="241"/>
                  </a:cubicBezTo>
                  <a:cubicBezTo>
                    <a:pt x="223" y="250"/>
                    <a:pt x="218" y="259"/>
                    <a:pt x="214" y="267"/>
                  </a:cubicBezTo>
                  <a:cubicBezTo>
                    <a:pt x="211" y="271"/>
                    <a:pt x="207" y="274"/>
                    <a:pt x="203" y="277"/>
                  </a:cubicBezTo>
                  <a:cubicBezTo>
                    <a:pt x="194" y="282"/>
                    <a:pt x="184" y="286"/>
                    <a:pt x="174" y="289"/>
                  </a:cubicBezTo>
                  <a:cubicBezTo>
                    <a:pt x="163" y="292"/>
                    <a:pt x="151" y="295"/>
                    <a:pt x="140" y="298"/>
                  </a:cubicBezTo>
                  <a:cubicBezTo>
                    <a:pt x="136" y="299"/>
                    <a:pt x="131" y="298"/>
                    <a:pt x="127" y="298"/>
                  </a:cubicBezTo>
                  <a:cubicBezTo>
                    <a:pt x="122" y="298"/>
                    <a:pt x="119" y="299"/>
                    <a:pt x="116" y="301"/>
                  </a:cubicBezTo>
                  <a:cubicBezTo>
                    <a:pt x="97" y="315"/>
                    <a:pt x="74" y="316"/>
                    <a:pt x="55" y="304"/>
                  </a:cubicBezTo>
                  <a:cubicBezTo>
                    <a:pt x="51" y="301"/>
                    <a:pt x="47" y="297"/>
                    <a:pt x="44" y="292"/>
                  </a:cubicBezTo>
                  <a:cubicBezTo>
                    <a:pt x="37" y="281"/>
                    <a:pt x="32" y="269"/>
                    <a:pt x="27" y="257"/>
                  </a:cubicBezTo>
                  <a:cubicBezTo>
                    <a:pt x="26" y="255"/>
                    <a:pt x="26" y="254"/>
                    <a:pt x="25" y="252"/>
                  </a:cubicBezTo>
                  <a:cubicBezTo>
                    <a:pt x="20" y="241"/>
                    <a:pt x="17" y="230"/>
                    <a:pt x="18" y="217"/>
                  </a:cubicBezTo>
                  <a:cubicBezTo>
                    <a:pt x="19" y="215"/>
                    <a:pt x="18" y="213"/>
                    <a:pt x="18" y="210"/>
                  </a:cubicBezTo>
                  <a:cubicBezTo>
                    <a:pt x="12" y="187"/>
                    <a:pt x="6" y="163"/>
                    <a:pt x="1" y="140"/>
                  </a:cubicBezTo>
                  <a:cubicBezTo>
                    <a:pt x="0" y="138"/>
                    <a:pt x="0" y="136"/>
                    <a:pt x="0" y="134"/>
                  </a:cubicBezTo>
                  <a:cubicBezTo>
                    <a:pt x="6" y="106"/>
                    <a:pt x="12" y="78"/>
                    <a:pt x="18" y="50"/>
                  </a:cubicBezTo>
                  <a:cubicBezTo>
                    <a:pt x="22" y="35"/>
                    <a:pt x="26" y="19"/>
                    <a:pt x="32" y="4"/>
                  </a:cubicBezTo>
                  <a:cubicBezTo>
                    <a:pt x="33" y="2"/>
                    <a:pt x="33" y="1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3" name="Freeform 13">
              <a:extLst>
                <a:ext uri="{FF2B5EF4-FFF2-40B4-BE49-F238E27FC236}">
                  <a16:creationId xmlns:a16="http://schemas.microsoft.com/office/drawing/2014/main" xmlns="" id="{55833334-4E68-4E9E-BB6D-2E9AF330F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5912" y="2792272"/>
              <a:ext cx="772117" cy="855416"/>
            </a:xfrm>
            <a:custGeom>
              <a:avLst/>
              <a:gdLst>
                <a:gd name="T0" fmla="*/ 194 w 271"/>
                <a:gd name="T1" fmla="*/ 98 h 300"/>
                <a:gd name="T2" fmla="*/ 236 w 271"/>
                <a:gd name="T3" fmla="*/ 96 h 300"/>
                <a:gd name="T4" fmla="*/ 237 w 271"/>
                <a:gd name="T5" fmla="*/ 111 h 300"/>
                <a:gd name="T6" fmla="*/ 175 w 271"/>
                <a:gd name="T7" fmla="*/ 150 h 300"/>
                <a:gd name="T8" fmla="*/ 169 w 271"/>
                <a:gd name="T9" fmla="*/ 195 h 300"/>
                <a:gd name="T10" fmla="*/ 177 w 271"/>
                <a:gd name="T11" fmla="*/ 299 h 300"/>
                <a:gd name="T12" fmla="*/ 159 w 271"/>
                <a:gd name="T13" fmla="*/ 285 h 300"/>
                <a:gd name="T14" fmla="*/ 150 w 271"/>
                <a:gd name="T15" fmla="*/ 266 h 300"/>
                <a:gd name="T16" fmla="*/ 133 w 271"/>
                <a:gd name="T17" fmla="*/ 260 h 300"/>
                <a:gd name="T18" fmla="*/ 132 w 271"/>
                <a:gd name="T19" fmla="*/ 243 h 300"/>
                <a:gd name="T20" fmla="*/ 149 w 271"/>
                <a:gd name="T21" fmla="*/ 232 h 300"/>
                <a:gd name="T22" fmla="*/ 139 w 271"/>
                <a:gd name="T23" fmla="*/ 197 h 300"/>
                <a:gd name="T24" fmla="*/ 117 w 271"/>
                <a:gd name="T25" fmla="*/ 216 h 300"/>
                <a:gd name="T26" fmla="*/ 101 w 271"/>
                <a:gd name="T27" fmla="*/ 235 h 300"/>
                <a:gd name="T28" fmla="*/ 26 w 271"/>
                <a:gd name="T29" fmla="*/ 293 h 300"/>
                <a:gd name="T30" fmla="*/ 0 w 271"/>
                <a:gd name="T31" fmla="*/ 243 h 300"/>
                <a:gd name="T32" fmla="*/ 9 w 271"/>
                <a:gd name="T33" fmla="*/ 237 h 300"/>
                <a:gd name="T34" fmla="*/ 32 w 271"/>
                <a:gd name="T35" fmla="*/ 234 h 300"/>
                <a:gd name="T36" fmla="*/ 59 w 271"/>
                <a:gd name="T37" fmla="*/ 219 h 300"/>
                <a:gd name="T38" fmla="*/ 116 w 271"/>
                <a:gd name="T39" fmla="*/ 185 h 300"/>
                <a:gd name="T40" fmla="*/ 145 w 271"/>
                <a:gd name="T41" fmla="*/ 155 h 300"/>
                <a:gd name="T42" fmla="*/ 133 w 271"/>
                <a:gd name="T43" fmla="*/ 142 h 300"/>
                <a:gd name="T44" fmla="*/ 145 w 271"/>
                <a:gd name="T45" fmla="*/ 112 h 300"/>
                <a:gd name="T46" fmla="*/ 143 w 271"/>
                <a:gd name="T47" fmla="*/ 104 h 300"/>
                <a:gd name="T48" fmla="*/ 124 w 271"/>
                <a:gd name="T49" fmla="*/ 108 h 300"/>
                <a:gd name="T50" fmla="*/ 121 w 271"/>
                <a:gd name="T51" fmla="*/ 140 h 300"/>
                <a:gd name="T52" fmla="*/ 87 w 271"/>
                <a:gd name="T53" fmla="*/ 188 h 300"/>
                <a:gd name="T54" fmla="*/ 73 w 271"/>
                <a:gd name="T55" fmla="*/ 176 h 300"/>
                <a:gd name="T56" fmla="*/ 67 w 271"/>
                <a:gd name="T57" fmla="*/ 159 h 300"/>
                <a:gd name="T58" fmla="*/ 66 w 271"/>
                <a:gd name="T59" fmla="*/ 63 h 300"/>
                <a:gd name="T60" fmla="*/ 72 w 271"/>
                <a:gd name="T61" fmla="*/ 47 h 300"/>
                <a:gd name="T62" fmla="*/ 88 w 271"/>
                <a:gd name="T63" fmla="*/ 55 h 300"/>
                <a:gd name="T64" fmla="*/ 109 w 271"/>
                <a:gd name="T65" fmla="*/ 63 h 300"/>
                <a:gd name="T66" fmla="*/ 160 w 271"/>
                <a:gd name="T67" fmla="*/ 28 h 300"/>
                <a:gd name="T68" fmla="*/ 187 w 271"/>
                <a:gd name="T69" fmla="*/ 16 h 300"/>
                <a:gd name="T70" fmla="*/ 258 w 271"/>
                <a:gd name="T71" fmla="*/ 4 h 300"/>
                <a:gd name="T72" fmla="*/ 271 w 271"/>
                <a:gd name="T73" fmla="*/ 16 h 300"/>
                <a:gd name="T74" fmla="*/ 248 w 271"/>
                <a:gd name="T75" fmla="*/ 37 h 300"/>
                <a:gd name="T76" fmla="*/ 215 w 271"/>
                <a:gd name="T77" fmla="*/ 67 h 300"/>
                <a:gd name="T78" fmla="*/ 186 w 271"/>
                <a:gd name="T79" fmla="*/ 95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1" h="300">
                  <a:moveTo>
                    <a:pt x="185" y="102"/>
                  </a:moveTo>
                  <a:cubicBezTo>
                    <a:pt x="188" y="101"/>
                    <a:pt x="191" y="99"/>
                    <a:pt x="194" y="98"/>
                  </a:cubicBezTo>
                  <a:cubicBezTo>
                    <a:pt x="200" y="94"/>
                    <a:pt x="206" y="91"/>
                    <a:pt x="213" y="90"/>
                  </a:cubicBezTo>
                  <a:cubicBezTo>
                    <a:pt x="221" y="89"/>
                    <a:pt x="229" y="92"/>
                    <a:pt x="236" y="96"/>
                  </a:cubicBezTo>
                  <a:cubicBezTo>
                    <a:pt x="237" y="97"/>
                    <a:pt x="238" y="98"/>
                    <a:pt x="239" y="99"/>
                  </a:cubicBezTo>
                  <a:cubicBezTo>
                    <a:pt x="242" y="103"/>
                    <a:pt x="242" y="108"/>
                    <a:pt x="237" y="111"/>
                  </a:cubicBezTo>
                  <a:cubicBezTo>
                    <a:pt x="220" y="127"/>
                    <a:pt x="200" y="139"/>
                    <a:pt x="179" y="148"/>
                  </a:cubicBezTo>
                  <a:cubicBezTo>
                    <a:pt x="178" y="149"/>
                    <a:pt x="176" y="149"/>
                    <a:pt x="175" y="150"/>
                  </a:cubicBezTo>
                  <a:cubicBezTo>
                    <a:pt x="167" y="153"/>
                    <a:pt x="164" y="159"/>
                    <a:pt x="163" y="168"/>
                  </a:cubicBezTo>
                  <a:cubicBezTo>
                    <a:pt x="163" y="177"/>
                    <a:pt x="165" y="187"/>
                    <a:pt x="169" y="195"/>
                  </a:cubicBezTo>
                  <a:cubicBezTo>
                    <a:pt x="182" y="226"/>
                    <a:pt x="186" y="259"/>
                    <a:pt x="185" y="292"/>
                  </a:cubicBezTo>
                  <a:cubicBezTo>
                    <a:pt x="185" y="298"/>
                    <a:pt x="183" y="300"/>
                    <a:pt x="177" y="299"/>
                  </a:cubicBezTo>
                  <a:cubicBezTo>
                    <a:pt x="171" y="299"/>
                    <a:pt x="165" y="297"/>
                    <a:pt x="161" y="292"/>
                  </a:cubicBezTo>
                  <a:cubicBezTo>
                    <a:pt x="159" y="290"/>
                    <a:pt x="159" y="287"/>
                    <a:pt x="159" y="285"/>
                  </a:cubicBezTo>
                  <a:cubicBezTo>
                    <a:pt x="159" y="284"/>
                    <a:pt x="159" y="282"/>
                    <a:pt x="159" y="281"/>
                  </a:cubicBezTo>
                  <a:cubicBezTo>
                    <a:pt x="159" y="274"/>
                    <a:pt x="156" y="269"/>
                    <a:pt x="150" y="266"/>
                  </a:cubicBezTo>
                  <a:cubicBezTo>
                    <a:pt x="146" y="263"/>
                    <a:pt x="141" y="262"/>
                    <a:pt x="136" y="260"/>
                  </a:cubicBezTo>
                  <a:cubicBezTo>
                    <a:pt x="135" y="260"/>
                    <a:pt x="134" y="260"/>
                    <a:pt x="133" y="260"/>
                  </a:cubicBezTo>
                  <a:cubicBezTo>
                    <a:pt x="129" y="258"/>
                    <a:pt x="126" y="255"/>
                    <a:pt x="126" y="252"/>
                  </a:cubicBezTo>
                  <a:cubicBezTo>
                    <a:pt x="125" y="248"/>
                    <a:pt x="128" y="244"/>
                    <a:pt x="132" y="243"/>
                  </a:cubicBezTo>
                  <a:cubicBezTo>
                    <a:pt x="134" y="242"/>
                    <a:pt x="136" y="242"/>
                    <a:pt x="138" y="242"/>
                  </a:cubicBezTo>
                  <a:cubicBezTo>
                    <a:pt x="144" y="241"/>
                    <a:pt x="147" y="238"/>
                    <a:pt x="149" y="232"/>
                  </a:cubicBezTo>
                  <a:cubicBezTo>
                    <a:pt x="153" y="220"/>
                    <a:pt x="151" y="208"/>
                    <a:pt x="144" y="197"/>
                  </a:cubicBezTo>
                  <a:cubicBezTo>
                    <a:pt x="142" y="195"/>
                    <a:pt x="141" y="195"/>
                    <a:pt x="139" y="197"/>
                  </a:cubicBezTo>
                  <a:cubicBezTo>
                    <a:pt x="138" y="197"/>
                    <a:pt x="137" y="198"/>
                    <a:pt x="136" y="199"/>
                  </a:cubicBezTo>
                  <a:cubicBezTo>
                    <a:pt x="129" y="205"/>
                    <a:pt x="123" y="210"/>
                    <a:pt x="117" y="216"/>
                  </a:cubicBezTo>
                  <a:cubicBezTo>
                    <a:pt x="112" y="220"/>
                    <a:pt x="108" y="225"/>
                    <a:pt x="105" y="231"/>
                  </a:cubicBezTo>
                  <a:cubicBezTo>
                    <a:pt x="104" y="232"/>
                    <a:pt x="103" y="233"/>
                    <a:pt x="101" y="235"/>
                  </a:cubicBezTo>
                  <a:cubicBezTo>
                    <a:pt x="84" y="253"/>
                    <a:pt x="66" y="270"/>
                    <a:pt x="48" y="288"/>
                  </a:cubicBezTo>
                  <a:cubicBezTo>
                    <a:pt x="41" y="296"/>
                    <a:pt x="35" y="297"/>
                    <a:pt x="26" y="293"/>
                  </a:cubicBezTo>
                  <a:cubicBezTo>
                    <a:pt x="20" y="291"/>
                    <a:pt x="16" y="287"/>
                    <a:pt x="13" y="282"/>
                  </a:cubicBezTo>
                  <a:cubicBezTo>
                    <a:pt x="4" y="271"/>
                    <a:pt x="1" y="257"/>
                    <a:pt x="0" y="243"/>
                  </a:cubicBezTo>
                  <a:cubicBezTo>
                    <a:pt x="0" y="240"/>
                    <a:pt x="1" y="239"/>
                    <a:pt x="3" y="239"/>
                  </a:cubicBezTo>
                  <a:cubicBezTo>
                    <a:pt x="5" y="238"/>
                    <a:pt x="7" y="237"/>
                    <a:pt x="9" y="237"/>
                  </a:cubicBezTo>
                  <a:cubicBezTo>
                    <a:pt x="13" y="235"/>
                    <a:pt x="16" y="235"/>
                    <a:pt x="20" y="237"/>
                  </a:cubicBezTo>
                  <a:cubicBezTo>
                    <a:pt x="24" y="239"/>
                    <a:pt x="28" y="238"/>
                    <a:pt x="32" y="234"/>
                  </a:cubicBezTo>
                  <a:cubicBezTo>
                    <a:pt x="34" y="233"/>
                    <a:pt x="37" y="231"/>
                    <a:pt x="39" y="230"/>
                  </a:cubicBezTo>
                  <a:cubicBezTo>
                    <a:pt x="46" y="226"/>
                    <a:pt x="52" y="222"/>
                    <a:pt x="59" y="219"/>
                  </a:cubicBezTo>
                  <a:cubicBezTo>
                    <a:pt x="60" y="218"/>
                    <a:pt x="62" y="217"/>
                    <a:pt x="63" y="216"/>
                  </a:cubicBezTo>
                  <a:cubicBezTo>
                    <a:pt x="81" y="206"/>
                    <a:pt x="98" y="195"/>
                    <a:pt x="116" y="185"/>
                  </a:cubicBezTo>
                  <a:cubicBezTo>
                    <a:pt x="122" y="181"/>
                    <a:pt x="128" y="177"/>
                    <a:pt x="134" y="172"/>
                  </a:cubicBezTo>
                  <a:cubicBezTo>
                    <a:pt x="139" y="168"/>
                    <a:pt x="143" y="163"/>
                    <a:pt x="145" y="155"/>
                  </a:cubicBezTo>
                  <a:cubicBezTo>
                    <a:pt x="143" y="155"/>
                    <a:pt x="142" y="154"/>
                    <a:pt x="140" y="154"/>
                  </a:cubicBezTo>
                  <a:cubicBezTo>
                    <a:pt x="134" y="152"/>
                    <a:pt x="132" y="148"/>
                    <a:pt x="133" y="142"/>
                  </a:cubicBezTo>
                  <a:cubicBezTo>
                    <a:pt x="134" y="140"/>
                    <a:pt x="135" y="137"/>
                    <a:pt x="136" y="135"/>
                  </a:cubicBezTo>
                  <a:cubicBezTo>
                    <a:pt x="139" y="127"/>
                    <a:pt x="142" y="119"/>
                    <a:pt x="145" y="112"/>
                  </a:cubicBezTo>
                  <a:cubicBezTo>
                    <a:pt x="145" y="111"/>
                    <a:pt x="146" y="110"/>
                    <a:pt x="146" y="109"/>
                  </a:cubicBezTo>
                  <a:cubicBezTo>
                    <a:pt x="147" y="105"/>
                    <a:pt x="146" y="104"/>
                    <a:pt x="143" y="104"/>
                  </a:cubicBezTo>
                  <a:cubicBezTo>
                    <a:pt x="140" y="104"/>
                    <a:pt x="138" y="104"/>
                    <a:pt x="135" y="105"/>
                  </a:cubicBezTo>
                  <a:cubicBezTo>
                    <a:pt x="132" y="106"/>
                    <a:pt x="128" y="107"/>
                    <a:pt x="124" y="108"/>
                  </a:cubicBezTo>
                  <a:cubicBezTo>
                    <a:pt x="122" y="109"/>
                    <a:pt x="121" y="111"/>
                    <a:pt x="121" y="113"/>
                  </a:cubicBezTo>
                  <a:cubicBezTo>
                    <a:pt x="121" y="122"/>
                    <a:pt x="121" y="131"/>
                    <a:pt x="121" y="140"/>
                  </a:cubicBezTo>
                  <a:cubicBezTo>
                    <a:pt x="121" y="142"/>
                    <a:pt x="120" y="144"/>
                    <a:pt x="119" y="146"/>
                  </a:cubicBezTo>
                  <a:cubicBezTo>
                    <a:pt x="108" y="160"/>
                    <a:pt x="98" y="174"/>
                    <a:pt x="87" y="188"/>
                  </a:cubicBezTo>
                  <a:cubicBezTo>
                    <a:pt x="87" y="189"/>
                    <a:pt x="86" y="189"/>
                    <a:pt x="86" y="190"/>
                  </a:cubicBezTo>
                  <a:cubicBezTo>
                    <a:pt x="81" y="185"/>
                    <a:pt x="77" y="181"/>
                    <a:pt x="73" y="176"/>
                  </a:cubicBezTo>
                  <a:cubicBezTo>
                    <a:pt x="70" y="173"/>
                    <a:pt x="69" y="170"/>
                    <a:pt x="69" y="166"/>
                  </a:cubicBezTo>
                  <a:cubicBezTo>
                    <a:pt x="68" y="164"/>
                    <a:pt x="68" y="161"/>
                    <a:pt x="67" y="159"/>
                  </a:cubicBezTo>
                  <a:cubicBezTo>
                    <a:pt x="58" y="138"/>
                    <a:pt x="57" y="117"/>
                    <a:pt x="63" y="95"/>
                  </a:cubicBezTo>
                  <a:cubicBezTo>
                    <a:pt x="67" y="84"/>
                    <a:pt x="67" y="74"/>
                    <a:pt x="66" y="63"/>
                  </a:cubicBezTo>
                  <a:cubicBezTo>
                    <a:pt x="66" y="60"/>
                    <a:pt x="66" y="57"/>
                    <a:pt x="66" y="54"/>
                  </a:cubicBezTo>
                  <a:cubicBezTo>
                    <a:pt x="66" y="50"/>
                    <a:pt x="68" y="47"/>
                    <a:pt x="72" y="47"/>
                  </a:cubicBezTo>
                  <a:cubicBezTo>
                    <a:pt x="75" y="46"/>
                    <a:pt x="78" y="47"/>
                    <a:pt x="80" y="48"/>
                  </a:cubicBezTo>
                  <a:cubicBezTo>
                    <a:pt x="83" y="50"/>
                    <a:pt x="85" y="52"/>
                    <a:pt x="88" y="55"/>
                  </a:cubicBezTo>
                  <a:cubicBezTo>
                    <a:pt x="90" y="57"/>
                    <a:pt x="91" y="59"/>
                    <a:pt x="93" y="61"/>
                  </a:cubicBezTo>
                  <a:cubicBezTo>
                    <a:pt x="99" y="66"/>
                    <a:pt x="103" y="67"/>
                    <a:pt x="109" y="63"/>
                  </a:cubicBezTo>
                  <a:cubicBezTo>
                    <a:pt x="117" y="58"/>
                    <a:pt x="125" y="53"/>
                    <a:pt x="133" y="48"/>
                  </a:cubicBezTo>
                  <a:cubicBezTo>
                    <a:pt x="142" y="41"/>
                    <a:pt x="151" y="35"/>
                    <a:pt x="160" y="28"/>
                  </a:cubicBezTo>
                  <a:cubicBezTo>
                    <a:pt x="163" y="25"/>
                    <a:pt x="167" y="24"/>
                    <a:pt x="171" y="23"/>
                  </a:cubicBezTo>
                  <a:cubicBezTo>
                    <a:pt x="177" y="23"/>
                    <a:pt x="182" y="20"/>
                    <a:pt x="187" y="16"/>
                  </a:cubicBezTo>
                  <a:cubicBezTo>
                    <a:pt x="196" y="6"/>
                    <a:pt x="208" y="2"/>
                    <a:pt x="221" y="1"/>
                  </a:cubicBezTo>
                  <a:cubicBezTo>
                    <a:pt x="233" y="0"/>
                    <a:pt x="246" y="0"/>
                    <a:pt x="258" y="4"/>
                  </a:cubicBezTo>
                  <a:cubicBezTo>
                    <a:pt x="261" y="5"/>
                    <a:pt x="264" y="7"/>
                    <a:pt x="267" y="9"/>
                  </a:cubicBezTo>
                  <a:cubicBezTo>
                    <a:pt x="270" y="10"/>
                    <a:pt x="271" y="13"/>
                    <a:pt x="271" y="16"/>
                  </a:cubicBezTo>
                  <a:cubicBezTo>
                    <a:pt x="271" y="18"/>
                    <a:pt x="271" y="19"/>
                    <a:pt x="269" y="21"/>
                  </a:cubicBezTo>
                  <a:cubicBezTo>
                    <a:pt x="262" y="26"/>
                    <a:pt x="255" y="31"/>
                    <a:pt x="248" y="37"/>
                  </a:cubicBezTo>
                  <a:cubicBezTo>
                    <a:pt x="240" y="43"/>
                    <a:pt x="232" y="50"/>
                    <a:pt x="226" y="58"/>
                  </a:cubicBezTo>
                  <a:cubicBezTo>
                    <a:pt x="223" y="62"/>
                    <a:pt x="219" y="65"/>
                    <a:pt x="215" y="67"/>
                  </a:cubicBezTo>
                  <a:cubicBezTo>
                    <a:pt x="213" y="68"/>
                    <a:pt x="212" y="69"/>
                    <a:pt x="211" y="70"/>
                  </a:cubicBezTo>
                  <a:cubicBezTo>
                    <a:pt x="202" y="79"/>
                    <a:pt x="194" y="87"/>
                    <a:pt x="186" y="95"/>
                  </a:cubicBezTo>
                  <a:cubicBezTo>
                    <a:pt x="184" y="97"/>
                    <a:pt x="183" y="99"/>
                    <a:pt x="185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4" name="Freeform 14">
              <a:extLst>
                <a:ext uri="{FF2B5EF4-FFF2-40B4-BE49-F238E27FC236}">
                  <a16:creationId xmlns:a16="http://schemas.microsoft.com/office/drawing/2014/main" xmlns="" id="{0541028C-AF39-4761-8CCB-ED2A49897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3222" y="3099837"/>
              <a:ext cx="797747" cy="506201"/>
            </a:xfrm>
            <a:custGeom>
              <a:avLst/>
              <a:gdLst>
                <a:gd name="T0" fmla="*/ 16 w 280"/>
                <a:gd name="T1" fmla="*/ 133 h 178"/>
                <a:gd name="T2" fmla="*/ 14 w 280"/>
                <a:gd name="T3" fmla="*/ 124 h 178"/>
                <a:gd name="T4" fmla="*/ 2 w 280"/>
                <a:gd name="T5" fmla="*/ 103 h 178"/>
                <a:gd name="T6" fmla="*/ 6 w 280"/>
                <a:gd name="T7" fmla="*/ 81 h 178"/>
                <a:gd name="T8" fmla="*/ 16 w 280"/>
                <a:gd name="T9" fmla="*/ 77 h 178"/>
                <a:gd name="T10" fmla="*/ 22 w 280"/>
                <a:gd name="T11" fmla="*/ 77 h 178"/>
                <a:gd name="T12" fmla="*/ 40 w 280"/>
                <a:gd name="T13" fmla="*/ 71 h 178"/>
                <a:gd name="T14" fmla="*/ 54 w 280"/>
                <a:gd name="T15" fmla="*/ 64 h 178"/>
                <a:gd name="T16" fmla="*/ 63 w 280"/>
                <a:gd name="T17" fmla="*/ 61 h 178"/>
                <a:gd name="T18" fmla="*/ 144 w 280"/>
                <a:gd name="T19" fmla="*/ 25 h 178"/>
                <a:gd name="T20" fmla="*/ 169 w 280"/>
                <a:gd name="T21" fmla="*/ 16 h 178"/>
                <a:gd name="T22" fmla="*/ 186 w 280"/>
                <a:gd name="T23" fmla="*/ 13 h 178"/>
                <a:gd name="T24" fmla="*/ 209 w 280"/>
                <a:gd name="T25" fmla="*/ 9 h 178"/>
                <a:gd name="T26" fmla="*/ 224 w 280"/>
                <a:gd name="T27" fmla="*/ 3 h 178"/>
                <a:gd name="T28" fmla="*/ 233 w 280"/>
                <a:gd name="T29" fmla="*/ 0 h 178"/>
                <a:gd name="T30" fmla="*/ 265 w 280"/>
                <a:gd name="T31" fmla="*/ 5 h 178"/>
                <a:gd name="T32" fmla="*/ 274 w 280"/>
                <a:gd name="T33" fmla="*/ 29 h 178"/>
                <a:gd name="T34" fmla="*/ 256 w 280"/>
                <a:gd name="T35" fmla="*/ 50 h 178"/>
                <a:gd name="T36" fmla="*/ 245 w 280"/>
                <a:gd name="T37" fmla="*/ 53 h 178"/>
                <a:gd name="T38" fmla="*/ 220 w 280"/>
                <a:gd name="T39" fmla="*/ 56 h 178"/>
                <a:gd name="T40" fmla="*/ 213 w 280"/>
                <a:gd name="T41" fmla="*/ 58 h 178"/>
                <a:gd name="T42" fmla="*/ 208 w 280"/>
                <a:gd name="T43" fmla="*/ 67 h 178"/>
                <a:gd name="T44" fmla="*/ 210 w 280"/>
                <a:gd name="T45" fmla="*/ 76 h 178"/>
                <a:gd name="T46" fmla="*/ 218 w 280"/>
                <a:gd name="T47" fmla="*/ 92 h 178"/>
                <a:gd name="T48" fmla="*/ 224 w 280"/>
                <a:gd name="T49" fmla="*/ 115 h 178"/>
                <a:gd name="T50" fmla="*/ 220 w 280"/>
                <a:gd name="T51" fmla="*/ 146 h 178"/>
                <a:gd name="T52" fmla="*/ 197 w 280"/>
                <a:gd name="T53" fmla="*/ 163 h 178"/>
                <a:gd name="T54" fmla="*/ 189 w 280"/>
                <a:gd name="T55" fmla="*/ 163 h 178"/>
                <a:gd name="T56" fmla="*/ 181 w 280"/>
                <a:gd name="T57" fmla="*/ 167 h 178"/>
                <a:gd name="T58" fmla="*/ 178 w 280"/>
                <a:gd name="T59" fmla="*/ 170 h 178"/>
                <a:gd name="T60" fmla="*/ 156 w 280"/>
                <a:gd name="T61" fmla="*/ 175 h 178"/>
                <a:gd name="T62" fmla="*/ 140 w 280"/>
                <a:gd name="T63" fmla="*/ 166 h 178"/>
                <a:gd name="T64" fmla="*/ 126 w 280"/>
                <a:gd name="T65" fmla="*/ 162 h 178"/>
                <a:gd name="T66" fmla="*/ 119 w 280"/>
                <a:gd name="T67" fmla="*/ 160 h 178"/>
                <a:gd name="T68" fmla="*/ 113 w 280"/>
                <a:gd name="T69" fmla="*/ 150 h 178"/>
                <a:gd name="T70" fmla="*/ 115 w 280"/>
                <a:gd name="T71" fmla="*/ 147 h 178"/>
                <a:gd name="T72" fmla="*/ 122 w 280"/>
                <a:gd name="T73" fmla="*/ 147 h 178"/>
                <a:gd name="T74" fmla="*/ 166 w 280"/>
                <a:gd name="T75" fmla="*/ 141 h 178"/>
                <a:gd name="T76" fmla="*/ 185 w 280"/>
                <a:gd name="T77" fmla="*/ 129 h 178"/>
                <a:gd name="T78" fmla="*/ 188 w 280"/>
                <a:gd name="T79" fmla="*/ 120 h 178"/>
                <a:gd name="T80" fmla="*/ 185 w 280"/>
                <a:gd name="T81" fmla="*/ 92 h 178"/>
                <a:gd name="T82" fmla="*/ 184 w 280"/>
                <a:gd name="T83" fmla="*/ 77 h 178"/>
                <a:gd name="T84" fmla="*/ 179 w 280"/>
                <a:gd name="T85" fmla="*/ 71 h 178"/>
                <a:gd name="T86" fmla="*/ 163 w 280"/>
                <a:gd name="T87" fmla="*/ 75 h 178"/>
                <a:gd name="T88" fmla="*/ 158 w 280"/>
                <a:gd name="T89" fmla="*/ 79 h 178"/>
                <a:gd name="T90" fmla="*/ 145 w 280"/>
                <a:gd name="T91" fmla="*/ 82 h 178"/>
                <a:gd name="T92" fmla="*/ 116 w 280"/>
                <a:gd name="T93" fmla="*/ 91 h 178"/>
                <a:gd name="T94" fmla="*/ 80 w 280"/>
                <a:gd name="T95" fmla="*/ 118 h 178"/>
                <a:gd name="T96" fmla="*/ 52 w 280"/>
                <a:gd name="T97" fmla="*/ 135 h 178"/>
                <a:gd name="T98" fmla="*/ 22 w 280"/>
                <a:gd name="T99" fmla="*/ 136 h 178"/>
                <a:gd name="T100" fmla="*/ 18 w 280"/>
                <a:gd name="T101" fmla="*/ 134 h 178"/>
                <a:gd name="T102" fmla="*/ 16 w 280"/>
                <a:gd name="T103" fmla="*/ 133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80" h="178">
                  <a:moveTo>
                    <a:pt x="16" y="133"/>
                  </a:moveTo>
                  <a:cubicBezTo>
                    <a:pt x="18" y="129"/>
                    <a:pt x="16" y="127"/>
                    <a:pt x="14" y="124"/>
                  </a:cubicBezTo>
                  <a:cubicBezTo>
                    <a:pt x="9" y="118"/>
                    <a:pt x="5" y="111"/>
                    <a:pt x="2" y="103"/>
                  </a:cubicBezTo>
                  <a:cubicBezTo>
                    <a:pt x="0" y="95"/>
                    <a:pt x="1" y="88"/>
                    <a:pt x="6" y="81"/>
                  </a:cubicBezTo>
                  <a:cubicBezTo>
                    <a:pt x="9" y="78"/>
                    <a:pt x="12" y="76"/>
                    <a:pt x="16" y="77"/>
                  </a:cubicBezTo>
                  <a:cubicBezTo>
                    <a:pt x="18" y="77"/>
                    <a:pt x="20" y="76"/>
                    <a:pt x="22" y="77"/>
                  </a:cubicBezTo>
                  <a:cubicBezTo>
                    <a:pt x="29" y="79"/>
                    <a:pt x="36" y="76"/>
                    <a:pt x="40" y="71"/>
                  </a:cubicBezTo>
                  <a:cubicBezTo>
                    <a:pt x="44" y="67"/>
                    <a:pt x="49" y="65"/>
                    <a:pt x="54" y="64"/>
                  </a:cubicBezTo>
                  <a:cubicBezTo>
                    <a:pt x="57" y="64"/>
                    <a:pt x="60" y="62"/>
                    <a:pt x="63" y="61"/>
                  </a:cubicBezTo>
                  <a:cubicBezTo>
                    <a:pt x="89" y="47"/>
                    <a:pt x="116" y="35"/>
                    <a:pt x="144" y="25"/>
                  </a:cubicBezTo>
                  <a:cubicBezTo>
                    <a:pt x="152" y="22"/>
                    <a:pt x="161" y="19"/>
                    <a:pt x="169" y="16"/>
                  </a:cubicBezTo>
                  <a:cubicBezTo>
                    <a:pt x="174" y="14"/>
                    <a:pt x="180" y="14"/>
                    <a:pt x="186" y="13"/>
                  </a:cubicBezTo>
                  <a:cubicBezTo>
                    <a:pt x="194" y="12"/>
                    <a:pt x="201" y="11"/>
                    <a:pt x="209" y="9"/>
                  </a:cubicBezTo>
                  <a:cubicBezTo>
                    <a:pt x="214" y="8"/>
                    <a:pt x="219" y="5"/>
                    <a:pt x="224" y="3"/>
                  </a:cubicBezTo>
                  <a:cubicBezTo>
                    <a:pt x="227" y="1"/>
                    <a:pt x="230" y="0"/>
                    <a:pt x="233" y="0"/>
                  </a:cubicBezTo>
                  <a:cubicBezTo>
                    <a:pt x="244" y="0"/>
                    <a:pt x="255" y="1"/>
                    <a:pt x="265" y="5"/>
                  </a:cubicBezTo>
                  <a:cubicBezTo>
                    <a:pt x="276" y="9"/>
                    <a:pt x="280" y="19"/>
                    <a:pt x="274" y="29"/>
                  </a:cubicBezTo>
                  <a:cubicBezTo>
                    <a:pt x="270" y="38"/>
                    <a:pt x="263" y="45"/>
                    <a:pt x="256" y="50"/>
                  </a:cubicBezTo>
                  <a:cubicBezTo>
                    <a:pt x="252" y="53"/>
                    <a:pt x="249" y="53"/>
                    <a:pt x="245" y="53"/>
                  </a:cubicBezTo>
                  <a:cubicBezTo>
                    <a:pt x="236" y="54"/>
                    <a:pt x="228" y="55"/>
                    <a:pt x="220" y="56"/>
                  </a:cubicBezTo>
                  <a:cubicBezTo>
                    <a:pt x="218" y="57"/>
                    <a:pt x="215" y="57"/>
                    <a:pt x="213" y="58"/>
                  </a:cubicBezTo>
                  <a:cubicBezTo>
                    <a:pt x="209" y="60"/>
                    <a:pt x="208" y="63"/>
                    <a:pt x="208" y="67"/>
                  </a:cubicBezTo>
                  <a:cubicBezTo>
                    <a:pt x="208" y="70"/>
                    <a:pt x="209" y="73"/>
                    <a:pt x="210" y="76"/>
                  </a:cubicBezTo>
                  <a:cubicBezTo>
                    <a:pt x="213" y="82"/>
                    <a:pt x="215" y="87"/>
                    <a:pt x="218" y="92"/>
                  </a:cubicBezTo>
                  <a:cubicBezTo>
                    <a:pt x="221" y="100"/>
                    <a:pt x="224" y="107"/>
                    <a:pt x="224" y="115"/>
                  </a:cubicBezTo>
                  <a:cubicBezTo>
                    <a:pt x="224" y="126"/>
                    <a:pt x="223" y="136"/>
                    <a:pt x="220" y="146"/>
                  </a:cubicBezTo>
                  <a:cubicBezTo>
                    <a:pt x="216" y="157"/>
                    <a:pt x="209" y="162"/>
                    <a:pt x="197" y="163"/>
                  </a:cubicBezTo>
                  <a:cubicBezTo>
                    <a:pt x="194" y="163"/>
                    <a:pt x="192" y="163"/>
                    <a:pt x="189" y="163"/>
                  </a:cubicBezTo>
                  <a:cubicBezTo>
                    <a:pt x="186" y="163"/>
                    <a:pt x="183" y="163"/>
                    <a:pt x="181" y="167"/>
                  </a:cubicBezTo>
                  <a:cubicBezTo>
                    <a:pt x="180" y="168"/>
                    <a:pt x="179" y="169"/>
                    <a:pt x="178" y="170"/>
                  </a:cubicBezTo>
                  <a:cubicBezTo>
                    <a:pt x="171" y="176"/>
                    <a:pt x="164" y="178"/>
                    <a:pt x="156" y="175"/>
                  </a:cubicBezTo>
                  <a:cubicBezTo>
                    <a:pt x="151" y="172"/>
                    <a:pt x="145" y="169"/>
                    <a:pt x="140" y="166"/>
                  </a:cubicBezTo>
                  <a:cubicBezTo>
                    <a:pt x="136" y="163"/>
                    <a:pt x="132" y="162"/>
                    <a:pt x="126" y="162"/>
                  </a:cubicBezTo>
                  <a:cubicBezTo>
                    <a:pt x="124" y="162"/>
                    <a:pt x="121" y="163"/>
                    <a:pt x="119" y="160"/>
                  </a:cubicBezTo>
                  <a:cubicBezTo>
                    <a:pt x="116" y="157"/>
                    <a:pt x="114" y="154"/>
                    <a:pt x="113" y="150"/>
                  </a:cubicBezTo>
                  <a:cubicBezTo>
                    <a:pt x="112" y="148"/>
                    <a:pt x="113" y="147"/>
                    <a:pt x="115" y="147"/>
                  </a:cubicBezTo>
                  <a:cubicBezTo>
                    <a:pt x="117" y="147"/>
                    <a:pt x="120" y="147"/>
                    <a:pt x="122" y="147"/>
                  </a:cubicBezTo>
                  <a:cubicBezTo>
                    <a:pt x="137" y="148"/>
                    <a:pt x="152" y="146"/>
                    <a:pt x="166" y="141"/>
                  </a:cubicBezTo>
                  <a:cubicBezTo>
                    <a:pt x="173" y="138"/>
                    <a:pt x="179" y="134"/>
                    <a:pt x="185" y="129"/>
                  </a:cubicBezTo>
                  <a:cubicBezTo>
                    <a:pt x="188" y="126"/>
                    <a:pt x="189" y="123"/>
                    <a:pt x="188" y="120"/>
                  </a:cubicBezTo>
                  <a:cubicBezTo>
                    <a:pt x="187" y="111"/>
                    <a:pt x="186" y="102"/>
                    <a:pt x="185" y="92"/>
                  </a:cubicBezTo>
                  <a:cubicBezTo>
                    <a:pt x="184" y="87"/>
                    <a:pt x="184" y="82"/>
                    <a:pt x="184" y="77"/>
                  </a:cubicBezTo>
                  <a:cubicBezTo>
                    <a:pt x="184" y="73"/>
                    <a:pt x="183" y="71"/>
                    <a:pt x="179" y="71"/>
                  </a:cubicBezTo>
                  <a:cubicBezTo>
                    <a:pt x="173" y="70"/>
                    <a:pt x="168" y="70"/>
                    <a:pt x="163" y="75"/>
                  </a:cubicBezTo>
                  <a:cubicBezTo>
                    <a:pt x="162" y="76"/>
                    <a:pt x="160" y="77"/>
                    <a:pt x="158" y="79"/>
                  </a:cubicBezTo>
                  <a:cubicBezTo>
                    <a:pt x="154" y="81"/>
                    <a:pt x="150" y="83"/>
                    <a:pt x="145" y="82"/>
                  </a:cubicBezTo>
                  <a:cubicBezTo>
                    <a:pt x="134" y="82"/>
                    <a:pt x="124" y="85"/>
                    <a:pt x="116" y="91"/>
                  </a:cubicBezTo>
                  <a:cubicBezTo>
                    <a:pt x="104" y="100"/>
                    <a:pt x="92" y="109"/>
                    <a:pt x="80" y="118"/>
                  </a:cubicBezTo>
                  <a:cubicBezTo>
                    <a:pt x="71" y="124"/>
                    <a:pt x="62" y="131"/>
                    <a:pt x="52" y="135"/>
                  </a:cubicBezTo>
                  <a:cubicBezTo>
                    <a:pt x="42" y="139"/>
                    <a:pt x="32" y="140"/>
                    <a:pt x="22" y="136"/>
                  </a:cubicBezTo>
                  <a:cubicBezTo>
                    <a:pt x="20" y="136"/>
                    <a:pt x="19" y="135"/>
                    <a:pt x="18" y="134"/>
                  </a:cubicBezTo>
                  <a:cubicBezTo>
                    <a:pt x="17" y="134"/>
                    <a:pt x="17" y="134"/>
                    <a:pt x="16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5" name="Freeform 15">
              <a:extLst>
                <a:ext uri="{FF2B5EF4-FFF2-40B4-BE49-F238E27FC236}">
                  <a16:creationId xmlns:a16="http://schemas.microsoft.com/office/drawing/2014/main" xmlns="" id="{029E28D3-B454-45B2-9289-2968F3EBF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140" y="2449465"/>
              <a:ext cx="605519" cy="323584"/>
            </a:xfrm>
            <a:custGeom>
              <a:avLst/>
              <a:gdLst>
                <a:gd name="T0" fmla="*/ 197 w 212"/>
                <a:gd name="T1" fmla="*/ 0 h 114"/>
                <a:gd name="T2" fmla="*/ 205 w 212"/>
                <a:gd name="T3" fmla="*/ 0 h 114"/>
                <a:gd name="T4" fmla="*/ 211 w 212"/>
                <a:gd name="T5" fmla="*/ 9 h 114"/>
                <a:gd name="T6" fmla="*/ 191 w 212"/>
                <a:gd name="T7" fmla="*/ 29 h 114"/>
                <a:gd name="T8" fmla="*/ 187 w 212"/>
                <a:gd name="T9" fmla="*/ 29 h 114"/>
                <a:gd name="T10" fmla="*/ 174 w 212"/>
                <a:gd name="T11" fmla="*/ 33 h 114"/>
                <a:gd name="T12" fmla="*/ 132 w 212"/>
                <a:gd name="T13" fmla="*/ 67 h 114"/>
                <a:gd name="T14" fmla="*/ 109 w 212"/>
                <a:gd name="T15" fmla="*/ 91 h 114"/>
                <a:gd name="T16" fmla="*/ 71 w 212"/>
                <a:gd name="T17" fmla="*/ 112 h 114"/>
                <a:gd name="T18" fmla="*/ 40 w 212"/>
                <a:gd name="T19" fmla="*/ 108 h 114"/>
                <a:gd name="T20" fmla="*/ 9 w 212"/>
                <a:gd name="T21" fmla="*/ 90 h 114"/>
                <a:gd name="T22" fmla="*/ 8 w 212"/>
                <a:gd name="T23" fmla="*/ 89 h 114"/>
                <a:gd name="T24" fmla="*/ 11 w 212"/>
                <a:gd name="T25" fmla="*/ 64 h 114"/>
                <a:gd name="T26" fmla="*/ 15 w 212"/>
                <a:gd name="T27" fmla="*/ 62 h 114"/>
                <a:gd name="T28" fmla="*/ 114 w 212"/>
                <a:gd name="T29" fmla="*/ 23 h 114"/>
                <a:gd name="T30" fmla="*/ 130 w 212"/>
                <a:gd name="T31" fmla="*/ 18 h 114"/>
                <a:gd name="T32" fmla="*/ 164 w 212"/>
                <a:gd name="T33" fmla="*/ 7 h 114"/>
                <a:gd name="T34" fmla="*/ 197 w 212"/>
                <a:gd name="T35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2" h="114">
                  <a:moveTo>
                    <a:pt x="197" y="0"/>
                  </a:moveTo>
                  <a:cubicBezTo>
                    <a:pt x="199" y="0"/>
                    <a:pt x="202" y="0"/>
                    <a:pt x="205" y="0"/>
                  </a:cubicBezTo>
                  <a:cubicBezTo>
                    <a:pt x="209" y="1"/>
                    <a:pt x="212" y="5"/>
                    <a:pt x="211" y="9"/>
                  </a:cubicBezTo>
                  <a:cubicBezTo>
                    <a:pt x="207" y="18"/>
                    <a:pt x="200" y="25"/>
                    <a:pt x="191" y="29"/>
                  </a:cubicBezTo>
                  <a:cubicBezTo>
                    <a:pt x="189" y="29"/>
                    <a:pt x="188" y="29"/>
                    <a:pt x="187" y="29"/>
                  </a:cubicBezTo>
                  <a:cubicBezTo>
                    <a:pt x="182" y="28"/>
                    <a:pt x="178" y="30"/>
                    <a:pt x="174" y="33"/>
                  </a:cubicBezTo>
                  <a:cubicBezTo>
                    <a:pt x="158" y="43"/>
                    <a:pt x="144" y="54"/>
                    <a:pt x="132" y="67"/>
                  </a:cubicBezTo>
                  <a:cubicBezTo>
                    <a:pt x="124" y="75"/>
                    <a:pt x="116" y="83"/>
                    <a:pt x="109" y="91"/>
                  </a:cubicBezTo>
                  <a:cubicBezTo>
                    <a:pt x="99" y="102"/>
                    <a:pt x="86" y="110"/>
                    <a:pt x="71" y="112"/>
                  </a:cubicBezTo>
                  <a:cubicBezTo>
                    <a:pt x="61" y="114"/>
                    <a:pt x="50" y="112"/>
                    <a:pt x="40" y="108"/>
                  </a:cubicBezTo>
                  <a:cubicBezTo>
                    <a:pt x="29" y="104"/>
                    <a:pt x="19" y="98"/>
                    <a:pt x="9" y="90"/>
                  </a:cubicBezTo>
                  <a:cubicBezTo>
                    <a:pt x="9" y="90"/>
                    <a:pt x="9" y="89"/>
                    <a:pt x="8" y="89"/>
                  </a:cubicBezTo>
                  <a:cubicBezTo>
                    <a:pt x="0" y="81"/>
                    <a:pt x="2" y="70"/>
                    <a:pt x="11" y="64"/>
                  </a:cubicBezTo>
                  <a:cubicBezTo>
                    <a:pt x="12" y="63"/>
                    <a:pt x="14" y="63"/>
                    <a:pt x="15" y="62"/>
                  </a:cubicBezTo>
                  <a:cubicBezTo>
                    <a:pt x="48" y="49"/>
                    <a:pt x="81" y="36"/>
                    <a:pt x="114" y="23"/>
                  </a:cubicBezTo>
                  <a:cubicBezTo>
                    <a:pt x="119" y="21"/>
                    <a:pt x="125" y="19"/>
                    <a:pt x="130" y="18"/>
                  </a:cubicBezTo>
                  <a:cubicBezTo>
                    <a:pt x="142" y="15"/>
                    <a:pt x="153" y="12"/>
                    <a:pt x="164" y="7"/>
                  </a:cubicBezTo>
                  <a:cubicBezTo>
                    <a:pt x="175" y="2"/>
                    <a:pt x="186" y="0"/>
                    <a:pt x="19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xmlns="" id="{D0BB8E3B-59F6-4A01-960E-0F7B97844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776" y="2048989"/>
              <a:ext cx="323584" cy="358826"/>
            </a:xfrm>
            <a:custGeom>
              <a:avLst/>
              <a:gdLst>
                <a:gd name="T0" fmla="*/ 114 w 114"/>
                <a:gd name="T1" fmla="*/ 70 h 126"/>
                <a:gd name="T2" fmla="*/ 101 w 114"/>
                <a:gd name="T3" fmla="*/ 91 h 126"/>
                <a:gd name="T4" fmla="*/ 78 w 114"/>
                <a:gd name="T5" fmla="*/ 97 h 126"/>
                <a:gd name="T6" fmla="*/ 58 w 114"/>
                <a:gd name="T7" fmla="*/ 106 h 126"/>
                <a:gd name="T8" fmla="*/ 40 w 114"/>
                <a:gd name="T9" fmla="*/ 121 h 126"/>
                <a:gd name="T10" fmla="*/ 31 w 114"/>
                <a:gd name="T11" fmla="*/ 125 h 126"/>
                <a:gd name="T12" fmla="*/ 23 w 114"/>
                <a:gd name="T13" fmla="*/ 122 h 126"/>
                <a:gd name="T14" fmla="*/ 23 w 114"/>
                <a:gd name="T15" fmla="*/ 112 h 126"/>
                <a:gd name="T16" fmla="*/ 26 w 114"/>
                <a:gd name="T17" fmla="*/ 68 h 126"/>
                <a:gd name="T18" fmla="*/ 16 w 114"/>
                <a:gd name="T19" fmla="*/ 50 h 126"/>
                <a:gd name="T20" fmla="*/ 11 w 114"/>
                <a:gd name="T21" fmla="*/ 39 h 126"/>
                <a:gd name="T22" fmla="*/ 3 w 114"/>
                <a:gd name="T23" fmla="*/ 21 h 126"/>
                <a:gd name="T24" fmla="*/ 3 w 114"/>
                <a:gd name="T25" fmla="*/ 6 h 126"/>
                <a:gd name="T26" fmla="*/ 12 w 114"/>
                <a:gd name="T27" fmla="*/ 0 h 126"/>
                <a:gd name="T28" fmla="*/ 18 w 114"/>
                <a:gd name="T29" fmla="*/ 1 h 126"/>
                <a:gd name="T30" fmla="*/ 50 w 114"/>
                <a:gd name="T31" fmla="*/ 12 h 126"/>
                <a:gd name="T32" fmla="*/ 86 w 114"/>
                <a:gd name="T33" fmla="*/ 31 h 126"/>
                <a:gd name="T34" fmla="*/ 106 w 114"/>
                <a:gd name="T35" fmla="*/ 48 h 126"/>
                <a:gd name="T36" fmla="*/ 114 w 114"/>
                <a:gd name="T37" fmla="*/ 7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26">
                  <a:moveTo>
                    <a:pt x="114" y="70"/>
                  </a:moveTo>
                  <a:cubicBezTo>
                    <a:pt x="114" y="79"/>
                    <a:pt x="109" y="86"/>
                    <a:pt x="101" y="91"/>
                  </a:cubicBezTo>
                  <a:cubicBezTo>
                    <a:pt x="94" y="95"/>
                    <a:pt x="86" y="97"/>
                    <a:pt x="78" y="97"/>
                  </a:cubicBezTo>
                  <a:cubicBezTo>
                    <a:pt x="64" y="97"/>
                    <a:pt x="66" y="98"/>
                    <a:pt x="58" y="106"/>
                  </a:cubicBezTo>
                  <a:cubicBezTo>
                    <a:pt x="52" y="111"/>
                    <a:pt x="46" y="116"/>
                    <a:pt x="40" y="121"/>
                  </a:cubicBezTo>
                  <a:cubicBezTo>
                    <a:pt x="38" y="123"/>
                    <a:pt x="35" y="124"/>
                    <a:pt x="31" y="125"/>
                  </a:cubicBezTo>
                  <a:cubicBezTo>
                    <a:pt x="28" y="126"/>
                    <a:pt x="25" y="125"/>
                    <a:pt x="23" y="122"/>
                  </a:cubicBezTo>
                  <a:cubicBezTo>
                    <a:pt x="22" y="118"/>
                    <a:pt x="21" y="115"/>
                    <a:pt x="23" y="112"/>
                  </a:cubicBezTo>
                  <a:cubicBezTo>
                    <a:pt x="33" y="98"/>
                    <a:pt x="33" y="83"/>
                    <a:pt x="26" y="68"/>
                  </a:cubicBezTo>
                  <a:cubicBezTo>
                    <a:pt x="23" y="61"/>
                    <a:pt x="19" y="56"/>
                    <a:pt x="16" y="50"/>
                  </a:cubicBezTo>
                  <a:cubicBezTo>
                    <a:pt x="14" y="46"/>
                    <a:pt x="12" y="43"/>
                    <a:pt x="11" y="39"/>
                  </a:cubicBezTo>
                  <a:cubicBezTo>
                    <a:pt x="9" y="33"/>
                    <a:pt x="7" y="27"/>
                    <a:pt x="3" y="21"/>
                  </a:cubicBezTo>
                  <a:cubicBezTo>
                    <a:pt x="0" y="17"/>
                    <a:pt x="0" y="12"/>
                    <a:pt x="3" y="6"/>
                  </a:cubicBezTo>
                  <a:cubicBezTo>
                    <a:pt x="5" y="2"/>
                    <a:pt x="8" y="0"/>
                    <a:pt x="12" y="0"/>
                  </a:cubicBezTo>
                  <a:cubicBezTo>
                    <a:pt x="14" y="0"/>
                    <a:pt x="16" y="1"/>
                    <a:pt x="18" y="1"/>
                  </a:cubicBezTo>
                  <a:cubicBezTo>
                    <a:pt x="29" y="3"/>
                    <a:pt x="40" y="7"/>
                    <a:pt x="50" y="12"/>
                  </a:cubicBezTo>
                  <a:cubicBezTo>
                    <a:pt x="62" y="19"/>
                    <a:pt x="74" y="25"/>
                    <a:pt x="86" y="31"/>
                  </a:cubicBezTo>
                  <a:cubicBezTo>
                    <a:pt x="94" y="36"/>
                    <a:pt x="101" y="41"/>
                    <a:pt x="106" y="48"/>
                  </a:cubicBezTo>
                  <a:cubicBezTo>
                    <a:pt x="111" y="54"/>
                    <a:pt x="114" y="61"/>
                    <a:pt x="114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7" name="Freeform 24">
              <a:extLst>
                <a:ext uri="{FF2B5EF4-FFF2-40B4-BE49-F238E27FC236}">
                  <a16:creationId xmlns:a16="http://schemas.microsoft.com/office/drawing/2014/main" xmlns="" id="{05627743-9A54-4094-B73D-287771342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6909" y="2378981"/>
              <a:ext cx="317177" cy="429310"/>
            </a:xfrm>
            <a:custGeom>
              <a:avLst/>
              <a:gdLst>
                <a:gd name="T0" fmla="*/ 111 w 111"/>
                <a:gd name="T1" fmla="*/ 118 h 150"/>
                <a:gd name="T2" fmla="*/ 108 w 111"/>
                <a:gd name="T3" fmla="*/ 125 h 150"/>
                <a:gd name="T4" fmla="*/ 94 w 111"/>
                <a:gd name="T5" fmla="*/ 142 h 150"/>
                <a:gd name="T6" fmla="*/ 80 w 111"/>
                <a:gd name="T7" fmla="*/ 149 h 150"/>
                <a:gd name="T8" fmla="*/ 72 w 111"/>
                <a:gd name="T9" fmla="*/ 144 h 150"/>
                <a:gd name="T10" fmla="*/ 66 w 111"/>
                <a:gd name="T11" fmla="*/ 117 h 150"/>
                <a:gd name="T12" fmla="*/ 59 w 111"/>
                <a:gd name="T13" fmla="*/ 90 h 150"/>
                <a:gd name="T14" fmla="*/ 50 w 111"/>
                <a:gd name="T15" fmla="*/ 75 h 150"/>
                <a:gd name="T16" fmla="*/ 19 w 111"/>
                <a:gd name="T17" fmla="*/ 40 h 150"/>
                <a:gd name="T18" fmla="*/ 6 w 111"/>
                <a:gd name="T19" fmla="*/ 27 h 150"/>
                <a:gd name="T20" fmla="*/ 0 w 111"/>
                <a:gd name="T21" fmla="*/ 10 h 150"/>
                <a:gd name="T22" fmla="*/ 0 w 111"/>
                <a:gd name="T23" fmla="*/ 8 h 150"/>
                <a:gd name="T24" fmla="*/ 9 w 111"/>
                <a:gd name="T25" fmla="*/ 2 h 150"/>
                <a:gd name="T26" fmla="*/ 18 w 111"/>
                <a:gd name="T27" fmla="*/ 7 h 150"/>
                <a:gd name="T28" fmla="*/ 27 w 111"/>
                <a:gd name="T29" fmla="*/ 15 h 150"/>
                <a:gd name="T30" fmla="*/ 44 w 111"/>
                <a:gd name="T31" fmla="*/ 26 h 150"/>
                <a:gd name="T32" fmla="*/ 85 w 111"/>
                <a:gd name="T33" fmla="*/ 57 h 150"/>
                <a:gd name="T34" fmla="*/ 110 w 111"/>
                <a:gd name="T35" fmla="*/ 114 h 150"/>
                <a:gd name="T36" fmla="*/ 110 w 111"/>
                <a:gd name="T37" fmla="*/ 117 h 150"/>
                <a:gd name="T38" fmla="*/ 111 w 111"/>
                <a:gd name="T39" fmla="*/ 118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1" h="150">
                  <a:moveTo>
                    <a:pt x="111" y="118"/>
                  </a:moveTo>
                  <a:cubicBezTo>
                    <a:pt x="110" y="120"/>
                    <a:pt x="109" y="123"/>
                    <a:pt x="108" y="125"/>
                  </a:cubicBezTo>
                  <a:cubicBezTo>
                    <a:pt x="103" y="131"/>
                    <a:pt x="99" y="136"/>
                    <a:pt x="94" y="142"/>
                  </a:cubicBezTo>
                  <a:cubicBezTo>
                    <a:pt x="90" y="146"/>
                    <a:pt x="86" y="148"/>
                    <a:pt x="80" y="149"/>
                  </a:cubicBezTo>
                  <a:cubicBezTo>
                    <a:pt x="75" y="150"/>
                    <a:pt x="73" y="149"/>
                    <a:pt x="72" y="144"/>
                  </a:cubicBezTo>
                  <a:cubicBezTo>
                    <a:pt x="70" y="135"/>
                    <a:pt x="68" y="126"/>
                    <a:pt x="66" y="117"/>
                  </a:cubicBezTo>
                  <a:cubicBezTo>
                    <a:pt x="64" y="108"/>
                    <a:pt x="63" y="99"/>
                    <a:pt x="59" y="90"/>
                  </a:cubicBezTo>
                  <a:cubicBezTo>
                    <a:pt x="57" y="85"/>
                    <a:pt x="54" y="80"/>
                    <a:pt x="50" y="75"/>
                  </a:cubicBezTo>
                  <a:cubicBezTo>
                    <a:pt x="40" y="63"/>
                    <a:pt x="29" y="51"/>
                    <a:pt x="19" y="40"/>
                  </a:cubicBezTo>
                  <a:cubicBezTo>
                    <a:pt x="15" y="35"/>
                    <a:pt x="11" y="31"/>
                    <a:pt x="6" y="27"/>
                  </a:cubicBezTo>
                  <a:cubicBezTo>
                    <a:pt x="1" y="22"/>
                    <a:pt x="0" y="17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2" y="1"/>
                    <a:pt x="3" y="0"/>
                    <a:pt x="9" y="2"/>
                  </a:cubicBezTo>
                  <a:cubicBezTo>
                    <a:pt x="12" y="4"/>
                    <a:pt x="15" y="5"/>
                    <a:pt x="18" y="7"/>
                  </a:cubicBezTo>
                  <a:cubicBezTo>
                    <a:pt x="21" y="10"/>
                    <a:pt x="24" y="12"/>
                    <a:pt x="27" y="15"/>
                  </a:cubicBezTo>
                  <a:cubicBezTo>
                    <a:pt x="32" y="20"/>
                    <a:pt x="38" y="24"/>
                    <a:pt x="44" y="26"/>
                  </a:cubicBezTo>
                  <a:cubicBezTo>
                    <a:pt x="61" y="33"/>
                    <a:pt x="74" y="43"/>
                    <a:pt x="85" y="57"/>
                  </a:cubicBezTo>
                  <a:cubicBezTo>
                    <a:pt x="98" y="73"/>
                    <a:pt x="107" y="92"/>
                    <a:pt x="110" y="114"/>
                  </a:cubicBezTo>
                  <a:cubicBezTo>
                    <a:pt x="110" y="115"/>
                    <a:pt x="110" y="116"/>
                    <a:pt x="110" y="117"/>
                  </a:cubicBezTo>
                  <a:cubicBezTo>
                    <a:pt x="110" y="117"/>
                    <a:pt x="110" y="118"/>
                    <a:pt x="111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8" name="Freeform 26">
              <a:extLst>
                <a:ext uri="{FF2B5EF4-FFF2-40B4-BE49-F238E27FC236}">
                  <a16:creationId xmlns:a16="http://schemas.microsoft.com/office/drawing/2014/main" xmlns="" id="{699C7083-01DE-4A4B-84DD-E90155913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2303" y="3189544"/>
              <a:ext cx="230674" cy="281935"/>
            </a:xfrm>
            <a:custGeom>
              <a:avLst/>
              <a:gdLst>
                <a:gd name="T0" fmla="*/ 0 w 81"/>
                <a:gd name="T1" fmla="*/ 18 h 99"/>
                <a:gd name="T2" fmla="*/ 1 w 81"/>
                <a:gd name="T3" fmla="*/ 9 h 99"/>
                <a:gd name="T4" fmla="*/ 11 w 81"/>
                <a:gd name="T5" fmla="*/ 1 h 99"/>
                <a:gd name="T6" fmla="*/ 50 w 81"/>
                <a:gd name="T7" fmla="*/ 12 h 99"/>
                <a:gd name="T8" fmla="*/ 78 w 81"/>
                <a:gd name="T9" fmla="*/ 44 h 99"/>
                <a:gd name="T10" fmla="*/ 80 w 81"/>
                <a:gd name="T11" fmla="*/ 51 h 99"/>
                <a:gd name="T12" fmla="*/ 77 w 81"/>
                <a:gd name="T13" fmla="*/ 79 h 99"/>
                <a:gd name="T14" fmla="*/ 43 w 81"/>
                <a:gd name="T15" fmla="*/ 92 h 99"/>
                <a:gd name="T16" fmla="*/ 30 w 81"/>
                <a:gd name="T17" fmla="*/ 81 h 99"/>
                <a:gd name="T18" fmla="*/ 12 w 81"/>
                <a:gd name="T19" fmla="*/ 60 h 99"/>
                <a:gd name="T20" fmla="*/ 1 w 81"/>
                <a:gd name="T21" fmla="*/ 24 h 99"/>
                <a:gd name="T22" fmla="*/ 1 w 81"/>
                <a:gd name="T23" fmla="*/ 18 h 99"/>
                <a:gd name="T24" fmla="*/ 0 w 81"/>
                <a:gd name="T25" fmla="*/ 1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99">
                  <a:moveTo>
                    <a:pt x="0" y="18"/>
                  </a:moveTo>
                  <a:cubicBezTo>
                    <a:pt x="1" y="15"/>
                    <a:pt x="1" y="12"/>
                    <a:pt x="1" y="9"/>
                  </a:cubicBezTo>
                  <a:cubicBezTo>
                    <a:pt x="2" y="4"/>
                    <a:pt x="5" y="1"/>
                    <a:pt x="11" y="1"/>
                  </a:cubicBezTo>
                  <a:cubicBezTo>
                    <a:pt x="25" y="0"/>
                    <a:pt x="39" y="2"/>
                    <a:pt x="50" y="12"/>
                  </a:cubicBezTo>
                  <a:cubicBezTo>
                    <a:pt x="62" y="21"/>
                    <a:pt x="70" y="32"/>
                    <a:pt x="78" y="44"/>
                  </a:cubicBezTo>
                  <a:cubicBezTo>
                    <a:pt x="79" y="46"/>
                    <a:pt x="80" y="49"/>
                    <a:pt x="80" y="51"/>
                  </a:cubicBezTo>
                  <a:cubicBezTo>
                    <a:pt x="81" y="61"/>
                    <a:pt x="80" y="70"/>
                    <a:pt x="77" y="79"/>
                  </a:cubicBezTo>
                  <a:cubicBezTo>
                    <a:pt x="74" y="89"/>
                    <a:pt x="57" y="99"/>
                    <a:pt x="43" y="92"/>
                  </a:cubicBezTo>
                  <a:cubicBezTo>
                    <a:pt x="38" y="89"/>
                    <a:pt x="33" y="86"/>
                    <a:pt x="30" y="81"/>
                  </a:cubicBezTo>
                  <a:cubicBezTo>
                    <a:pt x="24" y="74"/>
                    <a:pt x="18" y="67"/>
                    <a:pt x="12" y="60"/>
                  </a:cubicBezTo>
                  <a:cubicBezTo>
                    <a:pt x="4" y="49"/>
                    <a:pt x="2" y="37"/>
                    <a:pt x="1" y="24"/>
                  </a:cubicBezTo>
                  <a:cubicBezTo>
                    <a:pt x="1" y="22"/>
                    <a:pt x="1" y="20"/>
                    <a:pt x="1" y="18"/>
                  </a:cubicBezTo>
                  <a:cubicBezTo>
                    <a:pt x="1" y="18"/>
                    <a:pt x="1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49" name="Freeform 28">
              <a:extLst>
                <a:ext uri="{FF2B5EF4-FFF2-40B4-BE49-F238E27FC236}">
                  <a16:creationId xmlns:a16="http://schemas.microsoft.com/office/drawing/2014/main" xmlns="" id="{8B40CCE1-C62C-4D51-9D8F-C46396866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2460" y="3122264"/>
              <a:ext cx="246693" cy="285139"/>
            </a:xfrm>
            <a:custGeom>
              <a:avLst/>
              <a:gdLst>
                <a:gd name="T0" fmla="*/ 38 w 87"/>
                <a:gd name="T1" fmla="*/ 100 h 100"/>
                <a:gd name="T2" fmla="*/ 27 w 87"/>
                <a:gd name="T3" fmla="*/ 98 h 100"/>
                <a:gd name="T4" fmla="*/ 22 w 87"/>
                <a:gd name="T5" fmla="*/ 91 h 100"/>
                <a:gd name="T6" fmla="*/ 17 w 87"/>
                <a:gd name="T7" fmla="*/ 65 h 100"/>
                <a:gd name="T8" fmla="*/ 1 w 87"/>
                <a:gd name="T9" fmla="*/ 16 h 100"/>
                <a:gd name="T10" fmla="*/ 0 w 87"/>
                <a:gd name="T11" fmla="*/ 4 h 100"/>
                <a:gd name="T12" fmla="*/ 4 w 87"/>
                <a:gd name="T13" fmla="*/ 0 h 100"/>
                <a:gd name="T14" fmla="*/ 12 w 87"/>
                <a:gd name="T15" fmla="*/ 0 h 100"/>
                <a:gd name="T16" fmla="*/ 20 w 87"/>
                <a:gd name="T17" fmla="*/ 4 h 100"/>
                <a:gd name="T18" fmla="*/ 31 w 87"/>
                <a:gd name="T19" fmla="*/ 12 h 100"/>
                <a:gd name="T20" fmla="*/ 65 w 87"/>
                <a:gd name="T21" fmla="*/ 41 h 100"/>
                <a:gd name="T22" fmla="*/ 78 w 87"/>
                <a:gd name="T23" fmla="*/ 56 h 100"/>
                <a:gd name="T24" fmla="*/ 73 w 87"/>
                <a:gd name="T25" fmla="*/ 87 h 100"/>
                <a:gd name="T26" fmla="*/ 38 w 87"/>
                <a:gd name="T2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00">
                  <a:moveTo>
                    <a:pt x="38" y="100"/>
                  </a:moveTo>
                  <a:cubicBezTo>
                    <a:pt x="34" y="99"/>
                    <a:pt x="31" y="99"/>
                    <a:pt x="27" y="98"/>
                  </a:cubicBezTo>
                  <a:cubicBezTo>
                    <a:pt x="24" y="97"/>
                    <a:pt x="22" y="94"/>
                    <a:pt x="22" y="91"/>
                  </a:cubicBezTo>
                  <a:cubicBezTo>
                    <a:pt x="23" y="81"/>
                    <a:pt x="20" y="73"/>
                    <a:pt x="17" y="65"/>
                  </a:cubicBezTo>
                  <a:cubicBezTo>
                    <a:pt x="11" y="49"/>
                    <a:pt x="4" y="33"/>
                    <a:pt x="1" y="16"/>
                  </a:cubicBezTo>
                  <a:cubicBezTo>
                    <a:pt x="0" y="12"/>
                    <a:pt x="0" y="8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10" y="0"/>
                    <a:pt x="12" y="0"/>
                  </a:cubicBezTo>
                  <a:cubicBezTo>
                    <a:pt x="15" y="1"/>
                    <a:pt x="18" y="2"/>
                    <a:pt x="20" y="4"/>
                  </a:cubicBezTo>
                  <a:cubicBezTo>
                    <a:pt x="24" y="7"/>
                    <a:pt x="28" y="9"/>
                    <a:pt x="31" y="12"/>
                  </a:cubicBezTo>
                  <a:cubicBezTo>
                    <a:pt x="42" y="22"/>
                    <a:pt x="54" y="31"/>
                    <a:pt x="65" y="41"/>
                  </a:cubicBezTo>
                  <a:cubicBezTo>
                    <a:pt x="70" y="45"/>
                    <a:pt x="74" y="51"/>
                    <a:pt x="78" y="56"/>
                  </a:cubicBezTo>
                  <a:cubicBezTo>
                    <a:pt x="87" y="69"/>
                    <a:pt x="85" y="78"/>
                    <a:pt x="73" y="87"/>
                  </a:cubicBezTo>
                  <a:cubicBezTo>
                    <a:pt x="64" y="95"/>
                    <a:pt x="50" y="100"/>
                    <a:pt x="38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0" name="Freeform 36">
              <a:extLst>
                <a:ext uri="{FF2B5EF4-FFF2-40B4-BE49-F238E27FC236}">
                  <a16:creationId xmlns:a16="http://schemas.microsoft.com/office/drawing/2014/main" xmlns="" id="{61179EB0-0CBF-4D6F-AAA1-7720EA90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7298" y="2724992"/>
              <a:ext cx="128152" cy="246693"/>
            </a:xfrm>
            <a:custGeom>
              <a:avLst/>
              <a:gdLst>
                <a:gd name="T0" fmla="*/ 6 w 44"/>
                <a:gd name="T1" fmla="*/ 57 h 87"/>
                <a:gd name="T2" fmla="*/ 2 w 44"/>
                <a:gd name="T3" fmla="*/ 8 h 87"/>
                <a:gd name="T4" fmla="*/ 3 w 44"/>
                <a:gd name="T5" fmla="*/ 2 h 87"/>
                <a:gd name="T6" fmla="*/ 10 w 44"/>
                <a:gd name="T7" fmla="*/ 2 h 87"/>
                <a:gd name="T8" fmla="*/ 15 w 44"/>
                <a:gd name="T9" fmla="*/ 6 h 87"/>
                <a:gd name="T10" fmla="*/ 29 w 44"/>
                <a:gd name="T11" fmla="*/ 22 h 87"/>
                <a:gd name="T12" fmla="*/ 39 w 44"/>
                <a:gd name="T13" fmla="*/ 36 h 87"/>
                <a:gd name="T14" fmla="*/ 43 w 44"/>
                <a:gd name="T15" fmla="*/ 52 h 87"/>
                <a:gd name="T16" fmla="*/ 38 w 44"/>
                <a:gd name="T17" fmla="*/ 74 h 87"/>
                <a:gd name="T18" fmla="*/ 16 w 44"/>
                <a:gd name="T19" fmla="*/ 87 h 87"/>
                <a:gd name="T20" fmla="*/ 8 w 44"/>
                <a:gd name="T21" fmla="*/ 81 h 87"/>
                <a:gd name="T22" fmla="*/ 6 w 44"/>
                <a:gd name="T23" fmla="*/ 65 h 87"/>
                <a:gd name="T24" fmla="*/ 6 w 44"/>
                <a:gd name="T25" fmla="*/ 5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87">
                  <a:moveTo>
                    <a:pt x="6" y="57"/>
                  </a:moveTo>
                  <a:cubicBezTo>
                    <a:pt x="7" y="39"/>
                    <a:pt x="5" y="23"/>
                    <a:pt x="2" y="8"/>
                  </a:cubicBezTo>
                  <a:cubicBezTo>
                    <a:pt x="1" y="6"/>
                    <a:pt x="0" y="3"/>
                    <a:pt x="3" y="2"/>
                  </a:cubicBezTo>
                  <a:cubicBezTo>
                    <a:pt x="5" y="0"/>
                    <a:pt x="7" y="0"/>
                    <a:pt x="10" y="2"/>
                  </a:cubicBezTo>
                  <a:cubicBezTo>
                    <a:pt x="12" y="3"/>
                    <a:pt x="14" y="4"/>
                    <a:pt x="15" y="6"/>
                  </a:cubicBezTo>
                  <a:cubicBezTo>
                    <a:pt x="20" y="11"/>
                    <a:pt x="25" y="17"/>
                    <a:pt x="29" y="22"/>
                  </a:cubicBezTo>
                  <a:cubicBezTo>
                    <a:pt x="33" y="27"/>
                    <a:pt x="36" y="32"/>
                    <a:pt x="39" y="36"/>
                  </a:cubicBezTo>
                  <a:cubicBezTo>
                    <a:pt x="42" y="41"/>
                    <a:pt x="44" y="46"/>
                    <a:pt x="43" y="52"/>
                  </a:cubicBezTo>
                  <a:cubicBezTo>
                    <a:pt x="42" y="59"/>
                    <a:pt x="41" y="67"/>
                    <a:pt x="38" y="74"/>
                  </a:cubicBezTo>
                  <a:cubicBezTo>
                    <a:pt x="33" y="83"/>
                    <a:pt x="27" y="87"/>
                    <a:pt x="16" y="87"/>
                  </a:cubicBezTo>
                  <a:cubicBezTo>
                    <a:pt x="12" y="87"/>
                    <a:pt x="10" y="85"/>
                    <a:pt x="8" y="81"/>
                  </a:cubicBezTo>
                  <a:cubicBezTo>
                    <a:pt x="6" y="76"/>
                    <a:pt x="6" y="71"/>
                    <a:pt x="6" y="65"/>
                  </a:cubicBezTo>
                  <a:cubicBezTo>
                    <a:pt x="6" y="62"/>
                    <a:pt x="6" y="59"/>
                    <a:pt x="6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xmlns="" id="{6B04C171-0905-4BEB-B13A-7AFFEA8524C5}"/>
              </a:ext>
            </a:extLst>
          </p:cNvPr>
          <p:cNvGrpSpPr/>
          <p:nvPr userDrawn="1"/>
        </p:nvGrpSpPr>
        <p:grpSpPr>
          <a:xfrm>
            <a:off x="882188" y="613507"/>
            <a:ext cx="664422" cy="662874"/>
            <a:chOff x="2105799" y="20055838"/>
            <a:chExt cx="6748090" cy="6732363"/>
          </a:xfrm>
          <a:solidFill>
            <a:schemeClr val="accent1">
              <a:alpha val="80000"/>
            </a:schemeClr>
          </a:solidFill>
        </p:grpSpPr>
        <p:sp>
          <p:nvSpPr>
            <p:cNvPr id="152" name="Freeform 8">
              <a:extLst>
                <a:ext uri="{FF2B5EF4-FFF2-40B4-BE49-F238E27FC236}">
                  <a16:creationId xmlns:a16="http://schemas.microsoft.com/office/drawing/2014/main" xmlns="" id="{CE509FB2-EF54-4D15-964E-BAE3FD9A6B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3" name="Freeform 42">
              <a:extLst>
                <a:ext uri="{FF2B5EF4-FFF2-40B4-BE49-F238E27FC236}">
                  <a16:creationId xmlns:a16="http://schemas.microsoft.com/office/drawing/2014/main" xmlns="" id="{B6C8DC3B-EE8C-45F4-A99E-60D92CFF9B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4" name="Freeform 43">
              <a:extLst>
                <a:ext uri="{FF2B5EF4-FFF2-40B4-BE49-F238E27FC236}">
                  <a16:creationId xmlns:a16="http://schemas.microsoft.com/office/drawing/2014/main" xmlns="" id="{650C3229-0411-4A34-96B6-2C91F8F765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5" name="Freeform 44">
              <a:extLst>
                <a:ext uri="{FF2B5EF4-FFF2-40B4-BE49-F238E27FC236}">
                  <a16:creationId xmlns:a16="http://schemas.microsoft.com/office/drawing/2014/main" xmlns="" id="{223A77F5-8164-45E2-A8A5-337C1C7D6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6" name="Freeform 45">
              <a:extLst>
                <a:ext uri="{FF2B5EF4-FFF2-40B4-BE49-F238E27FC236}">
                  <a16:creationId xmlns:a16="http://schemas.microsoft.com/office/drawing/2014/main" xmlns="" id="{60FC465B-2605-409D-B52E-3D0CB8A1D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7" name="Freeform 46">
              <a:extLst>
                <a:ext uri="{FF2B5EF4-FFF2-40B4-BE49-F238E27FC236}">
                  <a16:creationId xmlns:a16="http://schemas.microsoft.com/office/drawing/2014/main" xmlns="" id="{70666028-30B0-4A46-86FB-A42432CCF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8" name="Freeform 47">
              <a:extLst>
                <a:ext uri="{FF2B5EF4-FFF2-40B4-BE49-F238E27FC236}">
                  <a16:creationId xmlns:a16="http://schemas.microsoft.com/office/drawing/2014/main" xmlns="" id="{66285623-1ECC-4019-998B-0FFEC53E1F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59" name="Freeform 48">
              <a:extLst>
                <a:ext uri="{FF2B5EF4-FFF2-40B4-BE49-F238E27FC236}">
                  <a16:creationId xmlns:a16="http://schemas.microsoft.com/office/drawing/2014/main" xmlns="" id="{DE28096A-EBC6-48DC-B28E-FDF15022B5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0" name="Freeform 49">
              <a:extLst>
                <a:ext uri="{FF2B5EF4-FFF2-40B4-BE49-F238E27FC236}">
                  <a16:creationId xmlns:a16="http://schemas.microsoft.com/office/drawing/2014/main" xmlns="" id="{C82365C2-71DD-4925-A67B-CAA854D30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1" name="Freeform 50">
              <a:extLst>
                <a:ext uri="{FF2B5EF4-FFF2-40B4-BE49-F238E27FC236}">
                  <a16:creationId xmlns:a16="http://schemas.microsoft.com/office/drawing/2014/main" xmlns="" id="{F69923CB-AB0E-4DAA-8CB4-05A540FC57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2" name="Freeform 51">
              <a:extLst>
                <a:ext uri="{FF2B5EF4-FFF2-40B4-BE49-F238E27FC236}">
                  <a16:creationId xmlns:a16="http://schemas.microsoft.com/office/drawing/2014/main" xmlns="" id="{0C9872BA-3C4D-4098-8153-AF0C23462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3" name="Freeform 52">
              <a:extLst>
                <a:ext uri="{FF2B5EF4-FFF2-40B4-BE49-F238E27FC236}">
                  <a16:creationId xmlns:a16="http://schemas.microsoft.com/office/drawing/2014/main" xmlns="" id="{4137D422-E6EB-490E-9416-24F82972F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4" name="Freeform 53">
              <a:extLst>
                <a:ext uri="{FF2B5EF4-FFF2-40B4-BE49-F238E27FC236}">
                  <a16:creationId xmlns:a16="http://schemas.microsoft.com/office/drawing/2014/main" xmlns="" id="{BB0D0761-D478-4C17-815A-0A6AD74194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5" name="Freeform 54">
              <a:extLst>
                <a:ext uri="{FF2B5EF4-FFF2-40B4-BE49-F238E27FC236}">
                  <a16:creationId xmlns:a16="http://schemas.microsoft.com/office/drawing/2014/main" xmlns="" id="{4E5F6A7C-2998-4CCF-BF1E-D9077A86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6" name="Freeform 55">
              <a:extLst>
                <a:ext uri="{FF2B5EF4-FFF2-40B4-BE49-F238E27FC236}">
                  <a16:creationId xmlns:a16="http://schemas.microsoft.com/office/drawing/2014/main" xmlns="" id="{B8C17893-2B8C-4402-9B0A-CFAC1EEC5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7" name="Freeform 56">
              <a:extLst>
                <a:ext uri="{FF2B5EF4-FFF2-40B4-BE49-F238E27FC236}">
                  <a16:creationId xmlns:a16="http://schemas.microsoft.com/office/drawing/2014/main" xmlns="" id="{80A4A95E-1D12-4BFB-84A3-6E69192B6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8" name="Freeform 57">
              <a:extLst>
                <a:ext uri="{FF2B5EF4-FFF2-40B4-BE49-F238E27FC236}">
                  <a16:creationId xmlns:a16="http://schemas.microsoft.com/office/drawing/2014/main" xmlns="" id="{DE09AAE9-B869-4D14-9A6E-6B1E8F9D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69" name="Freeform 58">
              <a:extLst>
                <a:ext uri="{FF2B5EF4-FFF2-40B4-BE49-F238E27FC236}">
                  <a16:creationId xmlns:a16="http://schemas.microsoft.com/office/drawing/2014/main" xmlns="" id="{DACFD2A8-35E2-4D17-A432-C4445B1DE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70" name="Freeform 59">
              <a:extLst>
                <a:ext uri="{FF2B5EF4-FFF2-40B4-BE49-F238E27FC236}">
                  <a16:creationId xmlns:a16="http://schemas.microsoft.com/office/drawing/2014/main" xmlns="" id="{20394763-C255-444B-940F-5BE2CAE09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71" name="Freeform 60">
              <a:extLst>
                <a:ext uri="{FF2B5EF4-FFF2-40B4-BE49-F238E27FC236}">
                  <a16:creationId xmlns:a16="http://schemas.microsoft.com/office/drawing/2014/main" xmlns="" id="{D5DB92F4-CCF4-48BD-8A77-441919337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72" name="Freeform 61">
              <a:extLst>
                <a:ext uri="{FF2B5EF4-FFF2-40B4-BE49-F238E27FC236}">
                  <a16:creationId xmlns:a16="http://schemas.microsoft.com/office/drawing/2014/main" xmlns="" id="{39B52CE4-6F33-4717-912A-6C0F2BA5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73" name="Freeform 62">
              <a:extLst>
                <a:ext uri="{FF2B5EF4-FFF2-40B4-BE49-F238E27FC236}">
                  <a16:creationId xmlns:a16="http://schemas.microsoft.com/office/drawing/2014/main" xmlns="" id="{25F6B581-6C3D-4732-943C-D740A1C36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  <p:sp>
          <p:nvSpPr>
            <p:cNvPr id="174" name="Freeform 71">
              <a:extLst>
                <a:ext uri="{FF2B5EF4-FFF2-40B4-BE49-F238E27FC236}">
                  <a16:creationId xmlns:a16="http://schemas.microsoft.com/office/drawing/2014/main" xmlns="" id="{043007A9-32DC-46FF-96D2-A7D27193E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3701D6A2-E0B4-4D59-BD49-A67266448E1E}"/>
              </a:ext>
            </a:extLst>
          </p:cNvPr>
          <p:cNvSpPr/>
          <p:nvPr userDrawn="1"/>
        </p:nvSpPr>
        <p:spPr>
          <a:xfrm>
            <a:off x="875308" y="2536911"/>
            <a:ext cx="15030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40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40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1127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xmlns="" id="{9782960B-0298-40C0-9193-B28F17C2A53C}"/>
              </a:ext>
            </a:extLst>
          </p:cNvPr>
          <p:cNvSpPr/>
          <p:nvPr userDrawn="1"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xmlns="" id="{F26480F6-566C-42F1-91D5-B755F6AB5120}"/>
              </a:ext>
            </a:extLst>
          </p:cNvPr>
          <p:cNvSpPr/>
          <p:nvPr/>
        </p:nvSpPr>
        <p:spPr>
          <a:xfrm>
            <a:off x="5197121" y="624817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xmlns="" id="{17D64BBA-58A8-428F-887C-708E5659D46B}"/>
              </a:ext>
            </a:extLst>
          </p:cNvPr>
          <p:cNvGrpSpPr/>
          <p:nvPr/>
        </p:nvGrpSpPr>
        <p:grpSpPr>
          <a:xfrm>
            <a:off x="5317814" y="741574"/>
            <a:ext cx="1614432" cy="1610666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xmlns="" id="{BDD6A6EB-5C5E-45A6-BF3E-295FF9FE1D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7" name="Freeform 42">
              <a:extLst>
                <a:ext uri="{FF2B5EF4-FFF2-40B4-BE49-F238E27FC236}">
                  <a16:creationId xmlns:a16="http://schemas.microsoft.com/office/drawing/2014/main" xmlns="" id="{00087E73-C04B-4FF7-88CC-39D146CEE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8" name="Freeform 43">
              <a:extLst>
                <a:ext uri="{FF2B5EF4-FFF2-40B4-BE49-F238E27FC236}">
                  <a16:creationId xmlns:a16="http://schemas.microsoft.com/office/drawing/2014/main" xmlns="" id="{F6684CF1-760F-4F38-9B51-B2BE6F7F0E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xmlns="" id="{6C357B19-2185-4923-86AB-573939DB1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71" name="Freeform 45">
              <a:extLst>
                <a:ext uri="{FF2B5EF4-FFF2-40B4-BE49-F238E27FC236}">
                  <a16:creationId xmlns:a16="http://schemas.microsoft.com/office/drawing/2014/main" xmlns="" id="{745C8593-CAD2-4EAD-B82D-AA253F717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9" name="Freeform 46">
              <a:extLst>
                <a:ext uri="{FF2B5EF4-FFF2-40B4-BE49-F238E27FC236}">
                  <a16:creationId xmlns:a16="http://schemas.microsoft.com/office/drawing/2014/main" xmlns="" id="{B384B41B-780D-42AB-A063-7052CC29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0" name="Freeform 47">
              <a:extLst>
                <a:ext uri="{FF2B5EF4-FFF2-40B4-BE49-F238E27FC236}">
                  <a16:creationId xmlns:a16="http://schemas.microsoft.com/office/drawing/2014/main" xmlns="" id="{62FE602F-E75B-4D93-9D94-F688FA6403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1" name="Freeform 48">
              <a:extLst>
                <a:ext uri="{FF2B5EF4-FFF2-40B4-BE49-F238E27FC236}">
                  <a16:creationId xmlns:a16="http://schemas.microsoft.com/office/drawing/2014/main" xmlns="" id="{B0340309-59C7-41A5-A975-6ED4FC6955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2" name="Freeform 49">
              <a:extLst>
                <a:ext uri="{FF2B5EF4-FFF2-40B4-BE49-F238E27FC236}">
                  <a16:creationId xmlns:a16="http://schemas.microsoft.com/office/drawing/2014/main" xmlns="" id="{2CF388E8-3611-4410-879E-C23BF1561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3" name="Freeform 50">
              <a:extLst>
                <a:ext uri="{FF2B5EF4-FFF2-40B4-BE49-F238E27FC236}">
                  <a16:creationId xmlns:a16="http://schemas.microsoft.com/office/drawing/2014/main" xmlns="" id="{A7E39C54-EAB6-4670-9911-865D0ABBAC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4" name="Freeform 51">
              <a:extLst>
                <a:ext uri="{FF2B5EF4-FFF2-40B4-BE49-F238E27FC236}">
                  <a16:creationId xmlns:a16="http://schemas.microsoft.com/office/drawing/2014/main" xmlns="" id="{C328AEB8-604B-4FE9-95BF-7EA4E8ED5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5" name="Freeform 52">
              <a:extLst>
                <a:ext uri="{FF2B5EF4-FFF2-40B4-BE49-F238E27FC236}">
                  <a16:creationId xmlns:a16="http://schemas.microsoft.com/office/drawing/2014/main" xmlns="" id="{81BC006C-BCD9-45CD-9774-051F47886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6" name="Freeform 53">
              <a:extLst>
                <a:ext uri="{FF2B5EF4-FFF2-40B4-BE49-F238E27FC236}">
                  <a16:creationId xmlns:a16="http://schemas.microsoft.com/office/drawing/2014/main" xmlns="" id="{086DBB45-39C4-44DE-AB86-92873FECAA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7" name="Freeform 54">
              <a:extLst>
                <a:ext uri="{FF2B5EF4-FFF2-40B4-BE49-F238E27FC236}">
                  <a16:creationId xmlns:a16="http://schemas.microsoft.com/office/drawing/2014/main" xmlns="" id="{09A277B2-A3BA-43A2-BA82-813C99303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8" name="Freeform 55">
              <a:extLst>
                <a:ext uri="{FF2B5EF4-FFF2-40B4-BE49-F238E27FC236}">
                  <a16:creationId xmlns:a16="http://schemas.microsoft.com/office/drawing/2014/main" xmlns="" id="{3BBD2727-FD37-443A-B218-1F396F859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39" name="Freeform 56">
              <a:extLst>
                <a:ext uri="{FF2B5EF4-FFF2-40B4-BE49-F238E27FC236}">
                  <a16:creationId xmlns:a16="http://schemas.microsoft.com/office/drawing/2014/main" xmlns="" id="{246B2677-07FC-46C4-AA93-81A6A4952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0" name="Freeform 57">
              <a:extLst>
                <a:ext uri="{FF2B5EF4-FFF2-40B4-BE49-F238E27FC236}">
                  <a16:creationId xmlns:a16="http://schemas.microsoft.com/office/drawing/2014/main" xmlns="" id="{3C345CC2-F3A1-4D57-A0B2-DBACACAF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1" name="Freeform 58">
              <a:extLst>
                <a:ext uri="{FF2B5EF4-FFF2-40B4-BE49-F238E27FC236}">
                  <a16:creationId xmlns:a16="http://schemas.microsoft.com/office/drawing/2014/main" xmlns="" id="{8F6163AE-D7D4-48CF-8F56-27751A27A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2" name="Freeform 59">
              <a:extLst>
                <a:ext uri="{FF2B5EF4-FFF2-40B4-BE49-F238E27FC236}">
                  <a16:creationId xmlns:a16="http://schemas.microsoft.com/office/drawing/2014/main" xmlns="" id="{DA1F4E85-B289-49FE-BD0A-654082159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3" name="Freeform 60">
              <a:extLst>
                <a:ext uri="{FF2B5EF4-FFF2-40B4-BE49-F238E27FC236}">
                  <a16:creationId xmlns:a16="http://schemas.microsoft.com/office/drawing/2014/main" xmlns="" id="{DE778FDA-1390-418E-A32B-D860CAB1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4" name="Freeform 61">
              <a:extLst>
                <a:ext uri="{FF2B5EF4-FFF2-40B4-BE49-F238E27FC236}">
                  <a16:creationId xmlns:a16="http://schemas.microsoft.com/office/drawing/2014/main" xmlns="" id="{FCCA6383-EF4D-4BBE-B1B8-1964323B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5" name="Freeform 62">
              <a:extLst>
                <a:ext uri="{FF2B5EF4-FFF2-40B4-BE49-F238E27FC236}">
                  <a16:creationId xmlns:a16="http://schemas.microsoft.com/office/drawing/2014/main" xmlns="" id="{23CCBDCB-F7EF-4C6E-AFA9-224128705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46" name="Freeform 71">
              <a:extLst>
                <a:ext uri="{FF2B5EF4-FFF2-40B4-BE49-F238E27FC236}">
                  <a16:creationId xmlns:a16="http://schemas.microsoft.com/office/drawing/2014/main" xmlns="" id="{895D5DE4-D3E3-44FD-A936-3D4830CD2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147" name="标题 1">
            <a:extLst>
              <a:ext uri="{FF2B5EF4-FFF2-40B4-BE49-F238E27FC236}">
                <a16:creationId xmlns:a16="http://schemas.microsoft.com/office/drawing/2014/main" xmlns="" id="{BD9599D0-9EF4-485D-9BF2-FE64B75665AD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615440" y="2929530"/>
            <a:ext cx="8961120" cy="1213643"/>
          </a:xfrm>
        </p:spPr>
        <p:txBody>
          <a:bodyPr anchor="ctr">
            <a:noAutofit/>
          </a:bodyPr>
          <a:lstStyle>
            <a:lvl1pPr algn="ctr">
              <a:defRPr kumimoji="0" lang="zh-CN" altLang="en-US" sz="6000" b="1" i="0" u="none" strike="noStrike" kern="1200" cap="none" spc="40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单击此处编辑结束语</a:t>
            </a:r>
          </a:p>
        </p:txBody>
      </p:sp>
      <p:sp>
        <p:nvSpPr>
          <p:cNvPr id="148" name="副标题 2">
            <a:extLst>
              <a:ext uri="{FF2B5EF4-FFF2-40B4-BE49-F238E27FC236}">
                <a16:creationId xmlns:a16="http://schemas.microsoft.com/office/drawing/2014/main" xmlns="" id="{780F498B-8C32-41D4-A1DA-41A6A68C0055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105150" y="5630308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18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单击此处编辑作者信息</a:t>
            </a:r>
          </a:p>
        </p:txBody>
      </p:sp>
    </p:spTree>
    <p:extLst>
      <p:ext uri="{BB962C8B-B14F-4D97-AF65-F5344CB8AC3E}">
        <p14:creationId xmlns:p14="http://schemas.microsoft.com/office/powerpoint/2010/main" val="2216113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120">
            <a:extLst>
              <a:ext uri="{FF2B5EF4-FFF2-40B4-BE49-F238E27FC236}">
                <a16:creationId xmlns:a16="http://schemas.microsoft.com/office/drawing/2014/main" xmlns="" id="{752A13C3-8076-4A3B-9E60-2D71D978B1DC}"/>
              </a:ext>
            </a:extLst>
          </p:cNvPr>
          <p:cNvGrpSpPr/>
          <p:nvPr userDrawn="1"/>
        </p:nvGrpSpPr>
        <p:grpSpPr>
          <a:xfrm>
            <a:off x="10177780" y="338674"/>
            <a:ext cx="1512002" cy="444892"/>
            <a:chOff x="9556201" y="498129"/>
            <a:chExt cx="1993881" cy="586680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xmlns="" id="{E27C398B-69FE-4C31-9C38-8ADE52CE9B05}"/>
                </a:ext>
              </a:extLst>
            </p:cNvPr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chemeClr val="tx1">
                <a:alpha val="80000"/>
              </a:schemeClr>
            </a:solidFill>
          </p:grpSpPr>
          <p:sp>
            <p:nvSpPr>
              <p:cNvPr id="160" name="Freeform 17">
                <a:extLst>
                  <a:ext uri="{FF2B5EF4-FFF2-40B4-BE49-F238E27FC236}">
                    <a16:creationId xmlns:a16="http://schemas.microsoft.com/office/drawing/2014/main" xmlns="" id="{E5B0E9AD-0A05-4036-8DA1-C7E6733E9D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1" name="Freeform 18">
                <a:extLst>
                  <a:ext uri="{FF2B5EF4-FFF2-40B4-BE49-F238E27FC236}">
                    <a16:creationId xmlns:a16="http://schemas.microsoft.com/office/drawing/2014/main" xmlns="" id="{029271E6-BD5F-4E7D-809E-C4511BA4F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2" name="Freeform 19">
                <a:extLst>
                  <a:ext uri="{FF2B5EF4-FFF2-40B4-BE49-F238E27FC236}">
                    <a16:creationId xmlns:a16="http://schemas.microsoft.com/office/drawing/2014/main" xmlns="" id="{F0E374B4-1D8A-4254-9BF8-9478B61B7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3" name="Freeform 20">
                <a:extLst>
                  <a:ext uri="{FF2B5EF4-FFF2-40B4-BE49-F238E27FC236}">
                    <a16:creationId xmlns:a16="http://schemas.microsoft.com/office/drawing/2014/main" xmlns="" id="{AFBC22B1-E0E5-491D-8D3A-0CADD301B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4" name="Freeform 21">
                <a:extLst>
                  <a:ext uri="{FF2B5EF4-FFF2-40B4-BE49-F238E27FC236}">
                    <a16:creationId xmlns:a16="http://schemas.microsoft.com/office/drawing/2014/main" xmlns="" id="{52A94EBF-BEA5-40C1-BA72-F097DF014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5" name="Freeform 22">
                <a:extLst>
                  <a:ext uri="{FF2B5EF4-FFF2-40B4-BE49-F238E27FC236}">
                    <a16:creationId xmlns:a16="http://schemas.microsoft.com/office/drawing/2014/main" xmlns="" id="{13446D84-1439-4CA9-B653-7FB33B0DC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6" name="Freeform 23">
                <a:extLst>
                  <a:ext uri="{FF2B5EF4-FFF2-40B4-BE49-F238E27FC236}">
                    <a16:creationId xmlns:a16="http://schemas.microsoft.com/office/drawing/2014/main" xmlns="" id="{E2D267E0-CB35-4383-8A83-2AE643C7EC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7" name="Freeform 25">
                <a:extLst>
                  <a:ext uri="{FF2B5EF4-FFF2-40B4-BE49-F238E27FC236}">
                    <a16:creationId xmlns:a16="http://schemas.microsoft.com/office/drawing/2014/main" xmlns="" id="{42C70476-1D30-4F1C-8855-748E43EC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8" name="Freeform 27">
                <a:extLst>
                  <a:ext uri="{FF2B5EF4-FFF2-40B4-BE49-F238E27FC236}">
                    <a16:creationId xmlns:a16="http://schemas.microsoft.com/office/drawing/2014/main" xmlns="" id="{4136D2AD-C6EE-4398-B384-19DEE0F1B3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69" name="Freeform 29">
                <a:extLst>
                  <a:ext uri="{FF2B5EF4-FFF2-40B4-BE49-F238E27FC236}">
                    <a16:creationId xmlns:a16="http://schemas.microsoft.com/office/drawing/2014/main" xmlns="" id="{26056B2E-6223-4FEE-8248-F2EA17DBA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0" name="Freeform 30">
                <a:extLst>
                  <a:ext uri="{FF2B5EF4-FFF2-40B4-BE49-F238E27FC236}">
                    <a16:creationId xmlns:a16="http://schemas.microsoft.com/office/drawing/2014/main" xmlns="" id="{006B390B-42C2-4B79-90D3-881CC2CFD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1" name="Freeform 31">
                <a:extLst>
                  <a:ext uri="{FF2B5EF4-FFF2-40B4-BE49-F238E27FC236}">
                    <a16:creationId xmlns:a16="http://schemas.microsoft.com/office/drawing/2014/main" xmlns="" id="{50061FAB-489C-4780-AFC9-07435CFCB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2" name="Freeform 32">
                <a:extLst>
                  <a:ext uri="{FF2B5EF4-FFF2-40B4-BE49-F238E27FC236}">
                    <a16:creationId xmlns:a16="http://schemas.microsoft.com/office/drawing/2014/main" xmlns="" id="{D30E14B5-5B2E-42F0-B3FB-A799A167F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3" name="Freeform 33">
                <a:extLst>
                  <a:ext uri="{FF2B5EF4-FFF2-40B4-BE49-F238E27FC236}">
                    <a16:creationId xmlns:a16="http://schemas.microsoft.com/office/drawing/2014/main" xmlns="" id="{80557463-D295-47EE-83FE-4E7C2CFE5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4" name="Freeform 34">
                <a:extLst>
                  <a:ext uri="{FF2B5EF4-FFF2-40B4-BE49-F238E27FC236}">
                    <a16:creationId xmlns:a16="http://schemas.microsoft.com/office/drawing/2014/main" xmlns="" id="{59C332FA-9D18-4C13-8F66-7832ED72F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75" name="Freeform 35">
                <a:extLst>
                  <a:ext uri="{FF2B5EF4-FFF2-40B4-BE49-F238E27FC236}">
                    <a16:creationId xmlns:a16="http://schemas.microsoft.com/office/drawing/2014/main" xmlns="" id="{65E12940-8A45-4E0C-84AF-6AA4577F5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xmlns="" id="{F4DC8654-6333-43BF-BBD2-8CC0F92462C8}"/>
                </a:ext>
              </a:extLst>
            </p:cNvPr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chemeClr val="accent1">
                <a:alpha val="80000"/>
              </a:schemeClr>
            </a:solidFill>
          </p:grpSpPr>
          <p:sp>
            <p:nvSpPr>
              <p:cNvPr id="148" name="Freeform 9">
                <a:extLst>
                  <a:ext uri="{FF2B5EF4-FFF2-40B4-BE49-F238E27FC236}">
                    <a16:creationId xmlns:a16="http://schemas.microsoft.com/office/drawing/2014/main" xmlns="" id="{1BD02196-28F9-45E0-99D4-C63C486392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9" name="Freeform 10">
                <a:extLst>
                  <a:ext uri="{FF2B5EF4-FFF2-40B4-BE49-F238E27FC236}">
                    <a16:creationId xmlns:a16="http://schemas.microsoft.com/office/drawing/2014/main" xmlns="" id="{F635BA25-F85D-4FD0-B0FF-9852A3FB35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0" name="Freeform 11">
                <a:extLst>
                  <a:ext uri="{FF2B5EF4-FFF2-40B4-BE49-F238E27FC236}">
                    <a16:creationId xmlns:a16="http://schemas.microsoft.com/office/drawing/2014/main" xmlns="" id="{3039E95C-D1CC-46F7-9248-92AECF3DF8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1" name="Freeform 12">
                <a:extLst>
                  <a:ext uri="{FF2B5EF4-FFF2-40B4-BE49-F238E27FC236}">
                    <a16:creationId xmlns:a16="http://schemas.microsoft.com/office/drawing/2014/main" xmlns="" id="{D829A78B-B6EB-4549-B14A-40D05309B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2" name="Freeform 13">
                <a:extLst>
                  <a:ext uri="{FF2B5EF4-FFF2-40B4-BE49-F238E27FC236}">
                    <a16:creationId xmlns:a16="http://schemas.microsoft.com/office/drawing/2014/main" xmlns="" id="{E842F311-7DA4-44B7-A236-43EEB2824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3" name="Freeform 14">
                <a:extLst>
                  <a:ext uri="{FF2B5EF4-FFF2-40B4-BE49-F238E27FC236}">
                    <a16:creationId xmlns:a16="http://schemas.microsoft.com/office/drawing/2014/main" xmlns="" id="{170B97E9-7C5C-402F-9D53-9AA87182C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4" name="Freeform 15">
                <a:extLst>
                  <a:ext uri="{FF2B5EF4-FFF2-40B4-BE49-F238E27FC236}">
                    <a16:creationId xmlns:a16="http://schemas.microsoft.com/office/drawing/2014/main" xmlns="" id="{8F85E7F0-D6E4-48F0-A113-2A9E57A84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5" name="Freeform 16">
                <a:extLst>
                  <a:ext uri="{FF2B5EF4-FFF2-40B4-BE49-F238E27FC236}">
                    <a16:creationId xmlns:a16="http://schemas.microsoft.com/office/drawing/2014/main" xmlns="" id="{9AA89938-51FC-49D9-8A20-AE9CA39E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6" name="Freeform 24">
                <a:extLst>
                  <a:ext uri="{FF2B5EF4-FFF2-40B4-BE49-F238E27FC236}">
                    <a16:creationId xmlns:a16="http://schemas.microsoft.com/office/drawing/2014/main" xmlns="" id="{1DA43A21-B3DE-46D7-8042-B68A4F8A9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7" name="Freeform 26">
                <a:extLst>
                  <a:ext uri="{FF2B5EF4-FFF2-40B4-BE49-F238E27FC236}">
                    <a16:creationId xmlns:a16="http://schemas.microsoft.com/office/drawing/2014/main" xmlns="" id="{6DFF31B1-CB8C-4F29-A011-B6B43254D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8" name="Freeform 28">
                <a:extLst>
                  <a:ext uri="{FF2B5EF4-FFF2-40B4-BE49-F238E27FC236}">
                    <a16:creationId xmlns:a16="http://schemas.microsoft.com/office/drawing/2014/main" xmlns="" id="{B14ACCE6-5193-44FD-9E60-94C9373CF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59" name="Freeform 36">
                <a:extLst>
                  <a:ext uri="{FF2B5EF4-FFF2-40B4-BE49-F238E27FC236}">
                    <a16:creationId xmlns:a16="http://schemas.microsoft.com/office/drawing/2014/main" xmlns="" id="{F6CDB00C-7145-4426-A859-8B3F49920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</p:grp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xmlns="" id="{E14EA76D-2E8A-4D79-AD0E-2D65074F86B6}"/>
                </a:ext>
              </a:extLst>
            </p:cNvPr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chemeClr val="accent1">
                <a:alpha val="80000"/>
              </a:schemeClr>
            </a:solidFill>
          </p:grpSpPr>
          <p:sp>
            <p:nvSpPr>
              <p:cNvPr id="125" name="Freeform 8">
                <a:extLst>
                  <a:ext uri="{FF2B5EF4-FFF2-40B4-BE49-F238E27FC236}">
                    <a16:creationId xmlns:a16="http://schemas.microsoft.com/office/drawing/2014/main" xmlns="" id="{FC735164-8305-4898-8587-92D4181A88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26" name="Freeform 42">
                <a:extLst>
                  <a:ext uri="{FF2B5EF4-FFF2-40B4-BE49-F238E27FC236}">
                    <a16:creationId xmlns:a16="http://schemas.microsoft.com/office/drawing/2014/main" xmlns="" id="{23AA2149-2C7A-434E-8E58-7FF8833789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27" name="Freeform 43">
                <a:extLst>
                  <a:ext uri="{FF2B5EF4-FFF2-40B4-BE49-F238E27FC236}">
                    <a16:creationId xmlns:a16="http://schemas.microsoft.com/office/drawing/2014/main" xmlns="" id="{DADC64E0-1756-4B00-B739-1AE2D6460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28" name="Freeform 44">
                <a:extLst>
                  <a:ext uri="{FF2B5EF4-FFF2-40B4-BE49-F238E27FC236}">
                    <a16:creationId xmlns:a16="http://schemas.microsoft.com/office/drawing/2014/main" xmlns="" id="{02AD4B8E-9C4D-4F37-AAC6-126B7F819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29" name="Freeform 45">
                <a:extLst>
                  <a:ext uri="{FF2B5EF4-FFF2-40B4-BE49-F238E27FC236}">
                    <a16:creationId xmlns:a16="http://schemas.microsoft.com/office/drawing/2014/main" xmlns="" id="{F2C56637-AD32-41CD-B904-7FDE5C590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0" name="Freeform 46">
                <a:extLst>
                  <a:ext uri="{FF2B5EF4-FFF2-40B4-BE49-F238E27FC236}">
                    <a16:creationId xmlns:a16="http://schemas.microsoft.com/office/drawing/2014/main" xmlns="" id="{F032975D-CF69-4B09-BA05-72D320787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1" name="Freeform 47">
                <a:extLst>
                  <a:ext uri="{FF2B5EF4-FFF2-40B4-BE49-F238E27FC236}">
                    <a16:creationId xmlns:a16="http://schemas.microsoft.com/office/drawing/2014/main" xmlns="" id="{6B6AC068-0EBD-48BD-AE1C-D7481884A8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2" name="Freeform 48">
                <a:extLst>
                  <a:ext uri="{FF2B5EF4-FFF2-40B4-BE49-F238E27FC236}">
                    <a16:creationId xmlns:a16="http://schemas.microsoft.com/office/drawing/2014/main" xmlns="" id="{ACE3F796-5431-4E6C-AC15-7A78862066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3" name="Freeform 49">
                <a:extLst>
                  <a:ext uri="{FF2B5EF4-FFF2-40B4-BE49-F238E27FC236}">
                    <a16:creationId xmlns:a16="http://schemas.microsoft.com/office/drawing/2014/main" xmlns="" id="{74BEA9AB-D681-42C2-B138-90AE983F4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4" name="Freeform 50">
                <a:extLst>
                  <a:ext uri="{FF2B5EF4-FFF2-40B4-BE49-F238E27FC236}">
                    <a16:creationId xmlns:a16="http://schemas.microsoft.com/office/drawing/2014/main" xmlns="" id="{B4841AFA-06F6-4DE5-A44B-C6843FC702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5" name="Freeform 51">
                <a:extLst>
                  <a:ext uri="{FF2B5EF4-FFF2-40B4-BE49-F238E27FC236}">
                    <a16:creationId xmlns:a16="http://schemas.microsoft.com/office/drawing/2014/main" xmlns="" id="{5C773B7E-DC0A-4C6F-81E7-947211B53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6" name="Freeform 52">
                <a:extLst>
                  <a:ext uri="{FF2B5EF4-FFF2-40B4-BE49-F238E27FC236}">
                    <a16:creationId xmlns:a16="http://schemas.microsoft.com/office/drawing/2014/main" xmlns="" id="{B85BE9AC-6F60-4FB5-8137-FF34C3DC5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7" name="Freeform 53">
                <a:extLst>
                  <a:ext uri="{FF2B5EF4-FFF2-40B4-BE49-F238E27FC236}">
                    <a16:creationId xmlns:a16="http://schemas.microsoft.com/office/drawing/2014/main" xmlns="" id="{8F1A2BEF-DE60-43BE-9443-E64E95C8AB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8" name="Freeform 54">
                <a:extLst>
                  <a:ext uri="{FF2B5EF4-FFF2-40B4-BE49-F238E27FC236}">
                    <a16:creationId xmlns:a16="http://schemas.microsoft.com/office/drawing/2014/main" xmlns="" id="{854BFC4C-273E-4CD3-AA7A-F6841F6A1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39" name="Freeform 55">
                <a:extLst>
                  <a:ext uri="{FF2B5EF4-FFF2-40B4-BE49-F238E27FC236}">
                    <a16:creationId xmlns:a16="http://schemas.microsoft.com/office/drawing/2014/main" xmlns="" id="{539B124B-7DF4-4150-9E44-C8FF73B41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0" name="Freeform 56">
                <a:extLst>
                  <a:ext uri="{FF2B5EF4-FFF2-40B4-BE49-F238E27FC236}">
                    <a16:creationId xmlns:a16="http://schemas.microsoft.com/office/drawing/2014/main" xmlns="" id="{67B36885-76BA-4B87-9989-58BAB3220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1" name="Freeform 57">
                <a:extLst>
                  <a:ext uri="{FF2B5EF4-FFF2-40B4-BE49-F238E27FC236}">
                    <a16:creationId xmlns:a16="http://schemas.microsoft.com/office/drawing/2014/main" xmlns="" id="{4018EAC7-7004-4BD9-9402-D3B0CA3BF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2" name="Freeform 58">
                <a:extLst>
                  <a:ext uri="{FF2B5EF4-FFF2-40B4-BE49-F238E27FC236}">
                    <a16:creationId xmlns:a16="http://schemas.microsoft.com/office/drawing/2014/main" xmlns="" id="{35BAD759-B240-4EB7-9681-EBBBFAC24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3" name="Freeform 59">
                <a:extLst>
                  <a:ext uri="{FF2B5EF4-FFF2-40B4-BE49-F238E27FC236}">
                    <a16:creationId xmlns:a16="http://schemas.microsoft.com/office/drawing/2014/main" xmlns="" id="{8E8CE081-A623-4054-907F-BB84B3247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4" name="Freeform 60">
                <a:extLst>
                  <a:ext uri="{FF2B5EF4-FFF2-40B4-BE49-F238E27FC236}">
                    <a16:creationId xmlns:a16="http://schemas.microsoft.com/office/drawing/2014/main" xmlns="" id="{404E5F0E-9B1C-4DFA-8827-BB06ABFB6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5" name="Freeform 61">
                <a:extLst>
                  <a:ext uri="{FF2B5EF4-FFF2-40B4-BE49-F238E27FC236}">
                    <a16:creationId xmlns:a16="http://schemas.microsoft.com/office/drawing/2014/main" xmlns="" id="{203E702D-7AE6-4B01-B868-0C7BE3CB5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6" name="Freeform 62">
                <a:extLst>
                  <a:ext uri="{FF2B5EF4-FFF2-40B4-BE49-F238E27FC236}">
                    <a16:creationId xmlns:a16="http://schemas.microsoft.com/office/drawing/2014/main" xmlns="" id="{00A3E78C-A2CF-4F84-BD83-F8BEF41AD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  <p:sp>
            <p:nvSpPr>
              <p:cNvPr id="147" name="Freeform 71">
                <a:extLst>
                  <a:ext uri="{FF2B5EF4-FFF2-40B4-BE49-F238E27FC236}">
                    <a16:creationId xmlns:a16="http://schemas.microsoft.com/office/drawing/2014/main" xmlns="" id="{0265EC9A-215C-4451-94F2-BA2294AE20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cs"/>
                </a:endParaRPr>
              </a:p>
            </p:txBody>
          </p:sp>
        </p:grpSp>
      </p:grpSp>
      <p:sp>
        <p:nvSpPr>
          <p:cNvPr id="176" name="标题 1">
            <a:extLst>
              <a:ext uri="{FF2B5EF4-FFF2-40B4-BE49-F238E27FC236}">
                <a16:creationId xmlns:a16="http://schemas.microsoft.com/office/drawing/2014/main" xmlns="" id="{A029B501-2847-412D-8A34-C4C9BFB8FA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baseline="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dirty="0"/>
              <a:t>X.X  </a:t>
            </a:r>
            <a:r>
              <a:rPr lang="zh-CN" altLang="en-US" dirty="0"/>
              <a:t>单击此处输入标题</a:t>
            </a: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xmlns="" id="{6C8FB0F2-E609-4DAC-AB11-F95107BFE505}"/>
              </a:ext>
            </a:extLst>
          </p:cNvPr>
          <p:cNvGrpSpPr/>
          <p:nvPr userDrawn="1"/>
        </p:nvGrpSpPr>
        <p:grpSpPr>
          <a:xfrm>
            <a:off x="528706" y="867990"/>
            <a:ext cx="2433027" cy="0"/>
            <a:chOff x="7460343" y="1311756"/>
            <a:chExt cx="2433027" cy="0"/>
          </a:xfrm>
        </p:grpSpPr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xmlns="" id="{0B974DCA-43CD-4CCE-AA3A-6B26A93AA425}"/>
                </a:ext>
              </a:extLst>
            </p:cNvPr>
            <p:cNvCxnSpPr>
              <a:cxnSpLocks/>
            </p:cNvCxnSpPr>
            <p:nvPr/>
          </p:nvCxnSpPr>
          <p:spPr>
            <a:xfrm>
              <a:off x="7460343" y="1311756"/>
              <a:ext cx="243302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xmlns="" id="{41D435DD-C47F-4708-B422-342FDD1F8EB1}"/>
                </a:ext>
              </a:extLst>
            </p:cNvPr>
            <p:cNvCxnSpPr>
              <a:cxnSpLocks/>
            </p:cNvCxnSpPr>
            <p:nvPr/>
          </p:nvCxnSpPr>
          <p:spPr>
            <a:xfrm>
              <a:off x="7460343" y="1311756"/>
              <a:ext cx="589713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23">
            <a:extLst>
              <a:ext uri="{FF2B5EF4-FFF2-40B4-BE49-F238E27FC236}">
                <a16:creationId xmlns:a16="http://schemas.microsoft.com/office/drawing/2014/main" xmlns="" id="{5FCDF3B1-010C-434F-9017-1D58018673FA}"/>
              </a:ext>
            </a:extLst>
          </p:cNvPr>
          <p:cNvSpPr txBox="1"/>
          <p:nvPr userDrawn="1"/>
        </p:nvSpPr>
        <p:spPr>
          <a:xfrm>
            <a:off x="11372727" y="-880"/>
            <a:ext cx="817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/>
            <a:fld id="{5110B7D9-1114-4502-9753-829A54A3CBC8}" type="slidenum">
              <a:rPr lang="zh-CN" altLang="en-US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微软雅黑" panose="020B0503020204020204" pitchFamily="34" charset="-122"/>
                <a:cs typeface="+mn-cs"/>
              </a:rPr>
              <a:pPr marL="0" algn="r" defTabSz="914400" rtl="0" eaLnBrk="1" latinLnBrk="0" hangingPunct="1"/>
              <a:t>‹#›</a:t>
            </a:fld>
            <a:r>
              <a:rPr lang="en-US" altLang="zh-CN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微软雅黑" panose="020B0503020204020204" pitchFamily="34" charset="-122"/>
                <a:cs typeface="+mn-cs"/>
              </a:rPr>
              <a:t>/49</a:t>
            </a:r>
            <a:endParaRPr lang="zh-CN" altLang="en-US" sz="1400" kern="12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218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1" y="6778883"/>
            <a:ext cx="12192000" cy="7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粗黑_GBK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76588" y="6401216"/>
            <a:ext cx="768085" cy="377661"/>
          </a:xfrm>
          <a:prstGeom prst="rect">
            <a:avLst/>
          </a:prstGeo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fld id="{ACDCEA7F-5A54-4CE0-8154-45AABF1B59DE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537942" y="842386"/>
            <a:ext cx="2433027" cy="0"/>
            <a:chOff x="7460343" y="1311756"/>
            <a:chExt cx="2433027" cy="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7460343" y="1311756"/>
              <a:ext cx="243302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460343" y="1311756"/>
              <a:ext cx="589713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66">
            <a:extLst>
              <a:ext uri="{FF2B5EF4-FFF2-40B4-BE49-F238E27FC236}">
                <a16:creationId xmlns:a16="http://schemas.microsoft.com/office/drawing/2014/main" xmlns="" id="{713274AB-FA3F-2C8B-1012-07821E814DB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49992" y="208178"/>
            <a:ext cx="1876127" cy="634208"/>
            <a:chOff x="3782" y="54"/>
            <a:chExt cx="1062" cy="359"/>
          </a:xfrm>
          <a:solidFill>
            <a:schemeClr val="accent1"/>
          </a:solidFill>
        </p:grpSpPr>
        <p:sp>
          <p:nvSpPr>
            <p:cNvPr id="3" name="Freeform 67">
              <a:extLst>
                <a:ext uri="{FF2B5EF4-FFF2-40B4-BE49-F238E27FC236}">
                  <a16:creationId xmlns:a16="http://schemas.microsoft.com/office/drawing/2014/main" xmlns="" id="{F9C9147B-8F06-08F7-01F5-978F8B6E6C68}"/>
                </a:ext>
              </a:extLst>
            </p:cNvPr>
            <p:cNvSpPr/>
            <p:nvPr/>
          </p:nvSpPr>
          <p:spPr bwMode="auto">
            <a:xfrm>
              <a:off x="3887" y="361"/>
              <a:ext cx="19" cy="26"/>
            </a:xfrm>
            <a:custGeom>
              <a:avLst/>
              <a:gdLst>
                <a:gd name="T0" fmla="*/ 14 w 21"/>
                <a:gd name="T1" fmla="*/ 28 h 28"/>
                <a:gd name="T2" fmla="*/ 14 w 21"/>
                <a:gd name="T3" fmla="*/ 28 h 28"/>
                <a:gd name="T4" fmla="*/ 8 w 21"/>
                <a:gd name="T5" fmla="*/ 25 h 28"/>
                <a:gd name="T6" fmla="*/ 1 w 21"/>
                <a:gd name="T7" fmla="*/ 22 h 28"/>
                <a:gd name="T8" fmla="*/ 0 w 21"/>
                <a:gd name="T9" fmla="*/ 22 h 28"/>
                <a:gd name="T10" fmla="*/ 1 w 21"/>
                <a:gd name="T11" fmla="*/ 20 h 28"/>
                <a:gd name="T12" fmla="*/ 1 w 21"/>
                <a:gd name="T13" fmla="*/ 20 h 28"/>
                <a:gd name="T14" fmla="*/ 3 w 21"/>
                <a:gd name="T15" fmla="*/ 21 h 28"/>
                <a:gd name="T16" fmla="*/ 5 w 21"/>
                <a:gd name="T17" fmla="*/ 22 h 28"/>
                <a:gd name="T18" fmla="*/ 6 w 21"/>
                <a:gd name="T19" fmla="*/ 21 h 28"/>
                <a:gd name="T20" fmla="*/ 9 w 21"/>
                <a:gd name="T21" fmla="*/ 15 h 28"/>
                <a:gd name="T22" fmla="*/ 11 w 21"/>
                <a:gd name="T23" fmla="*/ 10 h 28"/>
                <a:gd name="T24" fmla="*/ 14 w 21"/>
                <a:gd name="T25" fmla="*/ 5 h 28"/>
                <a:gd name="T26" fmla="*/ 14 w 21"/>
                <a:gd name="T27" fmla="*/ 4 h 28"/>
                <a:gd name="T28" fmla="*/ 14 w 21"/>
                <a:gd name="T29" fmla="*/ 3 h 28"/>
                <a:gd name="T30" fmla="*/ 13 w 21"/>
                <a:gd name="T31" fmla="*/ 3 h 28"/>
                <a:gd name="T32" fmla="*/ 8 w 21"/>
                <a:gd name="T33" fmla="*/ 3 h 28"/>
                <a:gd name="T34" fmla="*/ 8 w 21"/>
                <a:gd name="T35" fmla="*/ 2 h 28"/>
                <a:gd name="T36" fmla="*/ 8 w 21"/>
                <a:gd name="T37" fmla="*/ 0 h 28"/>
                <a:gd name="T38" fmla="*/ 9 w 21"/>
                <a:gd name="T39" fmla="*/ 0 h 28"/>
                <a:gd name="T40" fmla="*/ 21 w 21"/>
                <a:gd name="T41" fmla="*/ 1 h 28"/>
                <a:gd name="T42" fmla="*/ 21 w 21"/>
                <a:gd name="T43" fmla="*/ 2 h 28"/>
                <a:gd name="T44" fmla="*/ 20 w 21"/>
                <a:gd name="T45" fmla="*/ 5 h 28"/>
                <a:gd name="T46" fmla="*/ 18 w 21"/>
                <a:gd name="T47" fmla="*/ 9 h 28"/>
                <a:gd name="T48" fmla="*/ 15 w 21"/>
                <a:gd name="T49" fmla="*/ 16 h 28"/>
                <a:gd name="T50" fmla="*/ 11 w 21"/>
                <a:gd name="T51" fmla="*/ 24 h 28"/>
                <a:gd name="T52" fmla="*/ 12 w 21"/>
                <a:gd name="T53" fmla="*/ 25 h 28"/>
                <a:gd name="T54" fmla="*/ 15 w 21"/>
                <a:gd name="T55" fmla="*/ 26 h 28"/>
                <a:gd name="T56" fmla="*/ 15 w 21"/>
                <a:gd name="T57" fmla="*/ 27 h 28"/>
                <a:gd name="T58" fmla="*/ 14 w 21"/>
                <a:gd name="T5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" h="28">
                  <a:moveTo>
                    <a:pt x="14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2" y="27"/>
                    <a:pt x="10" y="26"/>
                    <a:pt x="8" y="25"/>
                  </a:cubicBezTo>
                  <a:cubicBezTo>
                    <a:pt x="6" y="24"/>
                    <a:pt x="3" y="23"/>
                    <a:pt x="1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1"/>
                    <a:pt x="3" y="21"/>
                    <a:pt x="3" y="21"/>
                  </a:cubicBezTo>
                  <a:cubicBezTo>
                    <a:pt x="4" y="21"/>
                    <a:pt x="5" y="22"/>
                    <a:pt x="5" y="22"/>
                  </a:cubicBezTo>
                  <a:cubicBezTo>
                    <a:pt x="5" y="22"/>
                    <a:pt x="6" y="21"/>
                    <a:pt x="6" y="21"/>
                  </a:cubicBezTo>
                  <a:cubicBezTo>
                    <a:pt x="7" y="21"/>
                    <a:pt x="8" y="18"/>
                    <a:pt x="9" y="15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9"/>
                    <a:pt x="13" y="7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3"/>
                    <a:pt x="14" y="3"/>
                    <a:pt x="13" y="3"/>
                  </a:cubicBezTo>
                  <a:cubicBezTo>
                    <a:pt x="11" y="3"/>
                    <a:pt x="9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6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3"/>
                    <a:pt x="20" y="5"/>
                  </a:cubicBezTo>
                  <a:cubicBezTo>
                    <a:pt x="20" y="5"/>
                    <a:pt x="19" y="6"/>
                    <a:pt x="18" y="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2" y="21"/>
                    <a:pt x="11" y="23"/>
                    <a:pt x="11" y="24"/>
                  </a:cubicBezTo>
                  <a:cubicBezTo>
                    <a:pt x="11" y="24"/>
                    <a:pt x="11" y="24"/>
                    <a:pt x="12" y="25"/>
                  </a:cubicBezTo>
                  <a:cubicBezTo>
                    <a:pt x="12" y="25"/>
                    <a:pt x="13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4" y="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" name="Freeform 68">
              <a:extLst>
                <a:ext uri="{FF2B5EF4-FFF2-40B4-BE49-F238E27FC236}">
                  <a16:creationId xmlns:a16="http://schemas.microsoft.com/office/drawing/2014/main" xmlns="" id="{6A2B800E-6999-3E4B-7014-F1209F1890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31" y="372"/>
              <a:ext cx="18" cy="26"/>
            </a:xfrm>
            <a:custGeom>
              <a:avLst/>
              <a:gdLst>
                <a:gd name="T0" fmla="*/ 16 w 20"/>
                <a:gd name="T1" fmla="*/ 7 h 28"/>
                <a:gd name="T2" fmla="*/ 15 w 20"/>
                <a:gd name="T3" fmla="*/ 4 h 28"/>
                <a:gd name="T4" fmla="*/ 12 w 20"/>
                <a:gd name="T5" fmla="*/ 2 h 28"/>
                <a:gd name="T6" fmla="*/ 8 w 20"/>
                <a:gd name="T7" fmla="*/ 3 h 28"/>
                <a:gd name="T8" fmla="*/ 7 w 20"/>
                <a:gd name="T9" fmla="*/ 5 h 28"/>
                <a:gd name="T10" fmla="*/ 8 w 20"/>
                <a:gd name="T11" fmla="*/ 8 h 28"/>
                <a:gd name="T12" fmla="*/ 10 w 20"/>
                <a:gd name="T13" fmla="*/ 10 h 28"/>
                <a:gd name="T14" fmla="*/ 12 w 20"/>
                <a:gd name="T15" fmla="*/ 11 h 28"/>
                <a:gd name="T16" fmla="*/ 13 w 20"/>
                <a:gd name="T17" fmla="*/ 11 h 28"/>
                <a:gd name="T18" fmla="*/ 16 w 20"/>
                <a:gd name="T19" fmla="*/ 7 h 28"/>
                <a:gd name="T20" fmla="*/ 14 w 20"/>
                <a:gd name="T21" fmla="*/ 22 h 28"/>
                <a:gd name="T22" fmla="*/ 12 w 20"/>
                <a:gd name="T23" fmla="*/ 17 h 28"/>
                <a:gd name="T24" fmla="*/ 8 w 20"/>
                <a:gd name="T25" fmla="*/ 15 h 28"/>
                <a:gd name="T26" fmla="*/ 8 w 20"/>
                <a:gd name="T27" fmla="*/ 14 h 28"/>
                <a:gd name="T28" fmla="*/ 4 w 20"/>
                <a:gd name="T29" fmla="*/ 19 h 28"/>
                <a:gd name="T30" fmla="*/ 4 w 20"/>
                <a:gd name="T31" fmla="*/ 22 h 28"/>
                <a:gd name="T32" fmla="*/ 9 w 20"/>
                <a:gd name="T33" fmla="*/ 26 h 28"/>
                <a:gd name="T34" fmla="*/ 12 w 20"/>
                <a:gd name="T35" fmla="*/ 25 h 28"/>
                <a:gd name="T36" fmla="*/ 14 w 20"/>
                <a:gd name="T37" fmla="*/ 22 h 28"/>
                <a:gd name="T38" fmla="*/ 19 w 20"/>
                <a:gd name="T39" fmla="*/ 20 h 28"/>
                <a:gd name="T40" fmla="*/ 18 w 20"/>
                <a:gd name="T41" fmla="*/ 24 h 28"/>
                <a:gd name="T42" fmla="*/ 12 w 20"/>
                <a:gd name="T43" fmla="*/ 28 h 28"/>
                <a:gd name="T44" fmla="*/ 8 w 20"/>
                <a:gd name="T45" fmla="*/ 28 h 28"/>
                <a:gd name="T46" fmla="*/ 0 w 20"/>
                <a:gd name="T47" fmla="*/ 23 h 28"/>
                <a:gd name="T48" fmla="*/ 0 w 20"/>
                <a:gd name="T49" fmla="*/ 19 h 28"/>
                <a:gd name="T50" fmla="*/ 3 w 20"/>
                <a:gd name="T51" fmla="*/ 15 h 28"/>
                <a:gd name="T52" fmla="*/ 6 w 20"/>
                <a:gd name="T53" fmla="*/ 13 h 28"/>
                <a:gd name="T54" fmla="*/ 2 w 20"/>
                <a:gd name="T55" fmla="*/ 7 h 28"/>
                <a:gd name="T56" fmla="*/ 8 w 20"/>
                <a:gd name="T57" fmla="*/ 1 h 28"/>
                <a:gd name="T58" fmla="*/ 12 w 20"/>
                <a:gd name="T59" fmla="*/ 0 h 28"/>
                <a:gd name="T60" fmla="*/ 18 w 20"/>
                <a:gd name="T61" fmla="*/ 3 h 28"/>
                <a:gd name="T62" fmla="*/ 20 w 20"/>
                <a:gd name="T63" fmla="*/ 7 h 28"/>
                <a:gd name="T64" fmla="*/ 15 w 20"/>
                <a:gd name="T65" fmla="*/ 12 h 28"/>
                <a:gd name="T66" fmla="*/ 19 w 20"/>
                <a:gd name="T67" fmla="*/ 16 h 28"/>
                <a:gd name="T68" fmla="*/ 19 w 20"/>
                <a:gd name="T6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" h="28">
                  <a:moveTo>
                    <a:pt x="16" y="7"/>
                  </a:moveTo>
                  <a:cubicBezTo>
                    <a:pt x="16" y="6"/>
                    <a:pt x="16" y="5"/>
                    <a:pt x="15" y="4"/>
                  </a:cubicBezTo>
                  <a:cubicBezTo>
                    <a:pt x="14" y="3"/>
                    <a:pt x="13" y="3"/>
                    <a:pt x="12" y="2"/>
                  </a:cubicBezTo>
                  <a:cubicBezTo>
                    <a:pt x="10" y="2"/>
                    <a:pt x="9" y="2"/>
                    <a:pt x="8" y="3"/>
                  </a:cubicBezTo>
                  <a:cubicBezTo>
                    <a:pt x="8" y="4"/>
                    <a:pt x="7" y="4"/>
                    <a:pt x="7" y="5"/>
                  </a:cubicBezTo>
                  <a:cubicBezTo>
                    <a:pt x="7" y="6"/>
                    <a:pt x="7" y="7"/>
                    <a:pt x="8" y="8"/>
                  </a:cubicBezTo>
                  <a:cubicBezTo>
                    <a:pt x="9" y="9"/>
                    <a:pt x="9" y="9"/>
                    <a:pt x="10" y="10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5" y="11"/>
                    <a:pt x="16" y="9"/>
                    <a:pt x="16" y="7"/>
                  </a:cubicBezTo>
                  <a:moveTo>
                    <a:pt x="14" y="22"/>
                  </a:moveTo>
                  <a:cubicBezTo>
                    <a:pt x="14" y="20"/>
                    <a:pt x="14" y="18"/>
                    <a:pt x="12" y="17"/>
                  </a:cubicBezTo>
                  <a:cubicBezTo>
                    <a:pt x="11" y="16"/>
                    <a:pt x="10" y="15"/>
                    <a:pt x="8" y="1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6"/>
                    <a:pt x="4" y="17"/>
                    <a:pt x="4" y="19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5" y="24"/>
                    <a:pt x="7" y="25"/>
                    <a:pt x="9" y="26"/>
                  </a:cubicBezTo>
                  <a:cubicBezTo>
                    <a:pt x="10" y="26"/>
                    <a:pt x="11" y="26"/>
                    <a:pt x="12" y="25"/>
                  </a:cubicBezTo>
                  <a:cubicBezTo>
                    <a:pt x="13" y="24"/>
                    <a:pt x="14" y="23"/>
                    <a:pt x="14" y="22"/>
                  </a:cubicBezTo>
                  <a:moveTo>
                    <a:pt x="19" y="20"/>
                  </a:moveTo>
                  <a:cubicBezTo>
                    <a:pt x="19" y="21"/>
                    <a:pt x="19" y="23"/>
                    <a:pt x="18" y="24"/>
                  </a:cubicBezTo>
                  <a:cubicBezTo>
                    <a:pt x="16" y="26"/>
                    <a:pt x="14" y="27"/>
                    <a:pt x="12" y="28"/>
                  </a:cubicBezTo>
                  <a:cubicBezTo>
                    <a:pt x="10" y="28"/>
                    <a:pt x="9" y="28"/>
                    <a:pt x="8" y="28"/>
                  </a:cubicBezTo>
                  <a:cubicBezTo>
                    <a:pt x="4" y="27"/>
                    <a:pt x="2" y="26"/>
                    <a:pt x="0" y="23"/>
                  </a:cubicBezTo>
                  <a:cubicBezTo>
                    <a:pt x="0" y="22"/>
                    <a:pt x="0" y="21"/>
                    <a:pt x="0" y="19"/>
                  </a:cubicBezTo>
                  <a:cubicBezTo>
                    <a:pt x="0" y="17"/>
                    <a:pt x="1" y="16"/>
                    <a:pt x="3" y="15"/>
                  </a:cubicBezTo>
                  <a:cubicBezTo>
                    <a:pt x="3" y="14"/>
                    <a:pt x="4" y="14"/>
                    <a:pt x="6" y="13"/>
                  </a:cubicBezTo>
                  <a:cubicBezTo>
                    <a:pt x="3" y="12"/>
                    <a:pt x="2" y="9"/>
                    <a:pt x="2" y="7"/>
                  </a:cubicBezTo>
                  <a:cubicBezTo>
                    <a:pt x="3" y="4"/>
                    <a:pt x="5" y="2"/>
                    <a:pt x="8" y="1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5" y="1"/>
                    <a:pt x="17" y="1"/>
                    <a:pt x="18" y="3"/>
                  </a:cubicBezTo>
                  <a:cubicBezTo>
                    <a:pt x="19" y="4"/>
                    <a:pt x="20" y="5"/>
                    <a:pt x="20" y="7"/>
                  </a:cubicBezTo>
                  <a:cubicBezTo>
                    <a:pt x="19" y="9"/>
                    <a:pt x="18" y="11"/>
                    <a:pt x="15" y="12"/>
                  </a:cubicBezTo>
                  <a:cubicBezTo>
                    <a:pt x="17" y="13"/>
                    <a:pt x="18" y="14"/>
                    <a:pt x="19" y="16"/>
                  </a:cubicBezTo>
                  <a:cubicBezTo>
                    <a:pt x="19" y="17"/>
                    <a:pt x="19" y="18"/>
                    <a:pt x="19" y="2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" name="Freeform 69">
              <a:extLst>
                <a:ext uri="{FF2B5EF4-FFF2-40B4-BE49-F238E27FC236}">
                  <a16:creationId xmlns:a16="http://schemas.microsoft.com/office/drawing/2014/main" xmlns="" id="{1DE389AC-5462-F395-50F5-23FFC95F5E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1" y="372"/>
              <a:ext cx="19" cy="26"/>
            </a:xfrm>
            <a:custGeom>
              <a:avLst/>
              <a:gdLst>
                <a:gd name="T0" fmla="*/ 14 w 21"/>
                <a:gd name="T1" fmla="*/ 9 h 29"/>
                <a:gd name="T2" fmla="*/ 12 w 21"/>
                <a:gd name="T3" fmla="*/ 4 h 29"/>
                <a:gd name="T4" fmla="*/ 9 w 21"/>
                <a:gd name="T5" fmla="*/ 2 h 29"/>
                <a:gd name="T6" fmla="*/ 6 w 21"/>
                <a:gd name="T7" fmla="*/ 5 h 29"/>
                <a:gd name="T8" fmla="*/ 6 w 21"/>
                <a:gd name="T9" fmla="*/ 8 h 29"/>
                <a:gd name="T10" fmla="*/ 8 w 21"/>
                <a:gd name="T11" fmla="*/ 13 h 29"/>
                <a:gd name="T12" fmla="*/ 11 w 21"/>
                <a:gd name="T13" fmla="*/ 14 h 29"/>
                <a:gd name="T14" fmla="*/ 14 w 21"/>
                <a:gd name="T15" fmla="*/ 11 h 29"/>
                <a:gd name="T16" fmla="*/ 14 w 21"/>
                <a:gd name="T17" fmla="*/ 9 h 29"/>
                <a:gd name="T18" fmla="*/ 20 w 21"/>
                <a:gd name="T19" fmla="*/ 10 h 29"/>
                <a:gd name="T20" fmla="*/ 19 w 21"/>
                <a:gd name="T21" fmla="*/ 19 h 29"/>
                <a:gd name="T22" fmla="*/ 14 w 21"/>
                <a:gd name="T23" fmla="*/ 25 h 29"/>
                <a:gd name="T24" fmla="*/ 7 w 21"/>
                <a:gd name="T25" fmla="*/ 29 h 29"/>
                <a:gd name="T26" fmla="*/ 5 w 21"/>
                <a:gd name="T27" fmla="*/ 28 h 29"/>
                <a:gd name="T28" fmla="*/ 5 w 21"/>
                <a:gd name="T29" fmla="*/ 27 h 29"/>
                <a:gd name="T30" fmla="*/ 7 w 21"/>
                <a:gd name="T31" fmla="*/ 27 h 29"/>
                <a:gd name="T32" fmla="*/ 12 w 21"/>
                <a:gd name="T33" fmla="*/ 24 h 29"/>
                <a:gd name="T34" fmla="*/ 14 w 21"/>
                <a:gd name="T35" fmla="*/ 21 h 29"/>
                <a:gd name="T36" fmla="*/ 15 w 21"/>
                <a:gd name="T37" fmla="*/ 14 h 29"/>
                <a:gd name="T38" fmla="*/ 12 w 21"/>
                <a:gd name="T39" fmla="*/ 17 h 29"/>
                <a:gd name="T40" fmla="*/ 9 w 21"/>
                <a:gd name="T41" fmla="*/ 18 h 29"/>
                <a:gd name="T42" fmla="*/ 4 w 21"/>
                <a:gd name="T43" fmla="*/ 17 h 29"/>
                <a:gd name="T44" fmla="*/ 1 w 21"/>
                <a:gd name="T45" fmla="*/ 11 h 29"/>
                <a:gd name="T46" fmla="*/ 4 w 21"/>
                <a:gd name="T47" fmla="*/ 2 h 29"/>
                <a:gd name="T48" fmla="*/ 9 w 21"/>
                <a:gd name="T49" fmla="*/ 0 h 29"/>
                <a:gd name="T50" fmla="*/ 18 w 21"/>
                <a:gd name="T51" fmla="*/ 4 h 29"/>
                <a:gd name="T52" fmla="*/ 20 w 21"/>
                <a:gd name="T53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29">
                  <a:moveTo>
                    <a:pt x="14" y="9"/>
                  </a:move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7" y="3"/>
                    <a:pt x="6" y="3"/>
                    <a:pt x="6" y="5"/>
                  </a:cubicBezTo>
                  <a:cubicBezTo>
                    <a:pt x="6" y="6"/>
                    <a:pt x="6" y="7"/>
                    <a:pt x="6" y="8"/>
                  </a:cubicBezTo>
                  <a:cubicBezTo>
                    <a:pt x="6" y="10"/>
                    <a:pt x="7" y="12"/>
                    <a:pt x="8" y="13"/>
                  </a:cubicBezTo>
                  <a:cubicBezTo>
                    <a:pt x="9" y="14"/>
                    <a:pt x="10" y="14"/>
                    <a:pt x="11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11"/>
                    <a:pt x="14" y="10"/>
                    <a:pt x="14" y="9"/>
                  </a:cubicBezTo>
                  <a:moveTo>
                    <a:pt x="20" y="10"/>
                  </a:moveTo>
                  <a:cubicBezTo>
                    <a:pt x="21" y="13"/>
                    <a:pt x="20" y="16"/>
                    <a:pt x="19" y="19"/>
                  </a:cubicBezTo>
                  <a:cubicBezTo>
                    <a:pt x="18" y="21"/>
                    <a:pt x="17" y="24"/>
                    <a:pt x="14" y="25"/>
                  </a:cubicBezTo>
                  <a:cubicBezTo>
                    <a:pt x="12" y="27"/>
                    <a:pt x="9" y="28"/>
                    <a:pt x="7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6" y="27"/>
                    <a:pt x="7" y="27"/>
                  </a:cubicBezTo>
                  <a:cubicBezTo>
                    <a:pt x="9" y="26"/>
                    <a:pt x="11" y="25"/>
                    <a:pt x="12" y="24"/>
                  </a:cubicBezTo>
                  <a:cubicBezTo>
                    <a:pt x="13" y="23"/>
                    <a:pt x="13" y="22"/>
                    <a:pt x="14" y="21"/>
                  </a:cubicBezTo>
                  <a:cubicBezTo>
                    <a:pt x="15" y="19"/>
                    <a:pt x="15" y="17"/>
                    <a:pt x="15" y="14"/>
                  </a:cubicBezTo>
                  <a:cubicBezTo>
                    <a:pt x="13" y="16"/>
                    <a:pt x="12" y="17"/>
                    <a:pt x="12" y="17"/>
                  </a:cubicBezTo>
                  <a:cubicBezTo>
                    <a:pt x="11" y="17"/>
                    <a:pt x="10" y="18"/>
                    <a:pt x="9" y="18"/>
                  </a:cubicBezTo>
                  <a:cubicBezTo>
                    <a:pt x="7" y="18"/>
                    <a:pt x="5" y="18"/>
                    <a:pt x="4" y="17"/>
                  </a:cubicBezTo>
                  <a:cubicBezTo>
                    <a:pt x="2" y="15"/>
                    <a:pt x="1" y="14"/>
                    <a:pt x="1" y="11"/>
                  </a:cubicBezTo>
                  <a:cubicBezTo>
                    <a:pt x="0" y="7"/>
                    <a:pt x="1" y="4"/>
                    <a:pt x="4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13" y="0"/>
                    <a:pt x="16" y="1"/>
                    <a:pt x="18" y="4"/>
                  </a:cubicBezTo>
                  <a:cubicBezTo>
                    <a:pt x="19" y="5"/>
                    <a:pt x="20" y="7"/>
                    <a:pt x="2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6" name="Freeform 70">
              <a:extLst>
                <a:ext uri="{FF2B5EF4-FFF2-40B4-BE49-F238E27FC236}">
                  <a16:creationId xmlns:a16="http://schemas.microsoft.com/office/drawing/2014/main" xmlns="" id="{F5A767DA-F540-BEFE-C7BD-DEEBD7C27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1" y="360"/>
              <a:ext cx="21" cy="27"/>
            </a:xfrm>
            <a:custGeom>
              <a:avLst/>
              <a:gdLst>
                <a:gd name="T0" fmla="*/ 19 w 23"/>
                <a:gd name="T1" fmla="*/ 19 h 29"/>
                <a:gd name="T2" fmla="*/ 14 w 23"/>
                <a:gd name="T3" fmla="*/ 16 h 29"/>
                <a:gd name="T4" fmla="*/ 10 w 23"/>
                <a:gd name="T5" fmla="*/ 16 h 29"/>
                <a:gd name="T6" fmla="*/ 9 w 23"/>
                <a:gd name="T7" fmla="*/ 16 h 29"/>
                <a:gd name="T8" fmla="*/ 9 w 23"/>
                <a:gd name="T9" fmla="*/ 22 h 29"/>
                <a:gd name="T10" fmla="*/ 11 w 23"/>
                <a:gd name="T11" fmla="*/ 25 h 29"/>
                <a:gd name="T12" fmla="*/ 16 w 23"/>
                <a:gd name="T13" fmla="*/ 25 h 29"/>
                <a:gd name="T14" fmla="*/ 19 w 23"/>
                <a:gd name="T15" fmla="*/ 23 h 29"/>
                <a:gd name="T16" fmla="*/ 19 w 23"/>
                <a:gd name="T17" fmla="*/ 19 h 29"/>
                <a:gd name="T18" fmla="*/ 13 w 23"/>
                <a:gd name="T19" fmla="*/ 6 h 29"/>
                <a:gd name="T20" fmla="*/ 10 w 23"/>
                <a:gd name="T21" fmla="*/ 3 h 29"/>
                <a:gd name="T22" fmla="*/ 7 w 23"/>
                <a:gd name="T23" fmla="*/ 4 h 29"/>
                <a:gd name="T24" fmla="*/ 4 w 23"/>
                <a:gd name="T25" fmla="*/ 6 h 29"/>
                <a:gd name="T26" fmla="*/ 4 w 23"/>
                <a:gd name="T27" fmla="*/ 9 h 29"/>
                <a:gd name="T28" fmla="*/ 7 w 23"/>
                <a:gd name="T29" fmla="*/ 11 h 29"/>
                <a:gd name="T30" fmla="*/ 9 w 23"/>
                <a:gd name="T31" fmla="*/ 11 h 29"/>
                <a:gd name="T32" fmla="*/ 11 w 23"/>
                <a:gd name="T33" fmla="*/ 11 h 29"/>
                <a:gd name="T34" fmla="*/ 12 w 23"/>
                <a:gd name="T35" fmla="*/ 11 h 29"/>
                <a:gd name="T36" fmla="*/ 13 w 23"/>
                <a:gd name="T37" fmla="*/ 6 h 29"/>
                <a:gd name="T38" fmla="*/ 22 w 23"/>
                <a:gd name="T39" fmla="*/ 15 h 29"/>
                <a:gd name="T40" fmla="*/ 23 w 23"/>
                <a:gd name="T41" fmla="*/ 19 h 29"/>
                <a:gd name="T42" fmla="*/ 20 w 23"/>
                <a:gd name="T43" fmla="*/ 25 h 29"/>
                <a:gd name="T44" fmla="*/ 16 w 23"/>
                <a:gd name="T45" fmla="*/ 27 h 29"/>
                <a:gd name="T46" fmla="*/ 8 w 23"/>
                <a:gd name="T47" fmla="*/ 27 h 29"/>
                <a:gd name="T48" fmla="*/ 5 w 23"/>
                <a:gd name="T49" fmla="*/ 24 h 29"/>
                <a:gd name="T50" fmla="*/ 5 w 23"/>
                <a:gd name="T51" fmla="*/ 19 h 29"/>
                <a:gd name="T52" fmla="*/ 7 w 23"/>
                <a:gd name="T53" fmla="*/ 16 h 29"/>
                <a:gd name="T54" fmla="*/ 1 w 23"/>
                <a:gd name="T55" fmla="*/ 12 h 29"/>
                <a:gd name="T56" fmla="*/ 2 w 23"/>
                <a:gd name="T57" fmla="*/ 4 h 29"/>
                <a:gd name="T58" fmla="*/ 6 w 23"/>
                <a:gd name="T59" fmla="*/ 1 h 29"/>
                <a:gd name="T60" fmla="*/ 12 w 23"/>
                <a:gd name="T61" fmla="*/ 1 h 29"/>
                <a:gd name="T62" fmla="*/ 16 w 23"/>
                <a:gd name="T63" fmla="*/ 4 h 29"/>
                <a:gd name="T64" fmla="*/ 14 w 23"/>
                <a:gd name="T65" fmla="*/ 11 h 29"/>
                <a:gd name="T66" fmla="*/ 19 w 23"/>
                <a:gd name="T67" fmla="*/ 12 h 29"/>
                <a:gd name="T68" fmla="*/ 22 w 23"/>
                <a:gd name="T6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" h="29">
                  <a:moveTo>
                    <a:pt x="19" y="19"/>
                  </a:moveTo>
                  <a:cubicBezTo>
                    <a:pt x="18" y="17"/>
                    <a:pt x="16" y="16"/>
                    <a:pt x="14" y="16"/>
                  </a:cubicBezTo>
                  <a:cubicBezTo>
                    <a:pt x="13" y="16"/>
                    <a:pt x="11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8"/>
                    <a:pt x="8" y="20"/>
                    <a:pt x="9" y="22"/>
                  </a:cubicBezTo>
                  <a:cubicBezTo>
                    <a:pt x="9" y="23"/>
                    <a:pt x="10" y="24"/>
                    <a:pt x="11" y="25"/>
                  </a:cubicBezTo>
                  <a:cubicBezTo>
                    <a:pt x="12" y="26"/>
                    <a:pt x="14" y="26"/>
                    <a:pt x="16" y="25"/>
                  </a:cubicBezTo>
                  <a:cubicBezTo>
                    <a:pt x="17" y="25"/>
                    <a:pt x="18" y="24"/>
                    <a:pt x="19" y="23"/>
                  </a:cubicBezTo>
                  <a:cubicBezTo>
                    <a:pt x="19" y="21"/>
                    <a:pt x="19" y="20"/>
                    <a:pt x="19" y="19"/>
                  </a:cubicBezTo>
                  <a:moveTo>
                    <a:pt x="13" y="6"/>
                  </a:moveTo>
                  <a:cubicBezTo>
                    <a:pt x="12" y="5"/>
                    <a:pt x="11" y="4"/>
                    <a:pt x="10" y="3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5" y="4"/>
                    <a:pt x="5" y="5"/>
                    <a:pt x="4" y="6"/>
                  </a:cubicBezTo>
                  <a:cubicBezTo>
                    <a:pt x="4" y="7"/>
                    <a:pt x="4" y="8"/>
                    <a:pt x="4" y="9"/>
                  </a:cubicBezTo>
                  <a:cubicBezTo>
                    <a:pt x="5" y="10"/>
                    <a:pt x="5" y="10"/>
                    <a:pt x="7" y="11"/>
                  </a:cubicBezTo>
                  <a:cubicBezTo>
                    <a:pt x="7" y="11"/>
                    <a:pt x="8" y="11"/>
                    <a:pt x="9" y="11"/>
                  </a:cubicBezTo>
                  <a:cubicBezTo>
                    <a:pt x="9" y="11"/>
                    <a:pt x="10" y="11"/>
                    <a:pt x="11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8"/>
                    <a:pt x="13" y="6"/>
                  </a:cubicBezTo>
                  <a:moveTo>
                    <a:pt x="22" y="15"/>
                  </a:moveTo>
                  <a:cubicBezTo>
                    <a:pt x="23" y="16"/>
                    <a:pt x="23" y="18"/>
                    <a:pt x="23" y="19"/>
                  </a:cubicBezTo>
                  <a:cubicBezTo>
                    <a:pt x="23" y="21"/>
                    <a:pt x="22" y="24"/>
                    <a:pt x="20" y="25"/>
                  </a:cubicBezTo>
                  <a:cubicBezTo>
                    <a:pt x="19" y="26"/>
                    <a:pt x="18" y="27"/>
                    <a:pt x="16" y="27"/>
                  </a:cubicBezTo>
                  <a:cubicBezTo>
                    <a:pt x="13" y="29"/>
                    <a:pt x="10" y="29"/>
                    <a:pt x="8" y="27"/>
                  </a:cubicBezTo>
                  <a:cubicBezTo>
                    <a:pt x="7" y="27"/>
                    <a:pt x="6" y="26"/>
                    <a:pt x="5" y="24"/>
                  </a:cubicBezTo>
                  <a:cubicBezTo>
                    <a:pt x="4" y="23"/>
                    <a:pt x="4" y="21"/>
                    <a:pt x="5" y="19"/>
                  </a:cubicBezTo>
                  <a:cubicBezTo>
                    <a:pt x="5" y="18"/>
                    <a:pt x="6" y="18"/>
                    <a:pt x="7" y="16"/>
                  </a:cubicBezTo>
                  <a:cubicBezTo>
                    <a:pt x="4" y="16"/>
                    <a:pt x="2" y="15"/>
                    <a:pt x="1" y="12"/>
                  </a:cubicBezTo>
                  <a:cubicBezTo>
                    <a:pt x="0" y="9"/>
                    <a:pt x="0" y="7"/>
                    <a:pt x="2" y="4"/>
                  </a:cubicBezTo>
                  <a:cubicBezTo>
                    <a:pt x="3" y="3"/>
                    <a:pt x="5" y="2"/>
                    <a:pt x="6" y="1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1"/>
                    <a:pt x="15" y="2"/>
                    <a:pt x="16" y="4"/>
                  </a:cubicBezTo>
                  <a:cubicBezTo>
                    <a:pt x="17" y="6"/>
                    <a:pt x="16" y="8"/>
                    <a:pt x="14" y="11"/>
                  </a:cubicBezTo>
                  <a:cubicBezTo>
                    <a:pt x="16" y="11"/>
                    <a:pt x="18" y="11"/>
                    <a:pt x="19" y="12"/>
                  </a:cubicBezTo>
                  <a:cubicBezTo>
                    <a:pt x="21" y="12"/>
                    <a:pt x="21" y="13"/>
                    <a:pt x="2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7" name="Freeform 71">
              <a:extLst>
                <a:ext uri="{FF2B5EF4-FFF2-40B4-BE49-F238E27FC236}">
                  <a16:creationId xmlns:a16="http://schemas.microsoft.com/office/drawing/2014/main" xmlns="" id="{FABB5B00-4CC2-B427-8698-A22BB6BD39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2" y="54"/>
              <a:ext cx="357" cy="359"/>
            </a:xfrm>
            <a:custGeom>
              <a:avLst/>
              <a:gdLst>
                <a:gd name="T0" fmla="*/ 123 w 396"/>
                <a:gd name="T1" fmla="*/ 374 h 396"/>
                <a:gd name="T2" fmla="*/ 63 w 396"/>
                <a:gd name="T3" fmla="*/ 333 h 396"/>
                <a:gd name="T4" fmla="*/ 22 w 396"/>
                <a:gd name="T5" fmla="*/ 272 h 396"/>
                <a:gd name="T6" fmla="*/ 7 w 396"/>
                <a:gd name="T7" fmla="*/ 198 h 396"/>
                <a:gd name="T8" fmla="*/ 22 w 396"/>
                <a:gd name="T9" fmla="*/ 123 h 396"/>
                <a:gd name="T10" fmla="*/ 63 w 396"/>
                <a:gd name="T11" fmla="*/ 62 h 396"/>
                <a:gd name="T12" fmla="*/ 123 w 396"/>
                <a:gd name="T13" fmla="*/ 21 h 396"/>
                <a:gd name="T14" fmla="*/ 198 w 396"/>
                <a:gd name="T15" fmla="*/ 6 h 396"/>
                <a:gd name="T16" fmla="*/ 272 w 396"/>
                <a:gd name="T17" fmla="*/ 21 h 396"/>
                <a:gd name="T18" fmla="*/ 333 w 396"/>
                <a:gd name="T19" fmla="*/ 62 h 396"/>
                <a:gd name="T20" fmla="*/ 374 w 396"/>
                <a:gd name="T21" fmla="*/ 123 h 396"/>
                <a:gd name="T22" fmla="*/ 389 w 396"/>
                <a:gd name="T23" fmla="*/ 198 h 396"/>
                <a:gd name="T24" fmla="*/ 374 w 396"/>
                <a:gd name="T25" fmla="*/ 272 h 396"/>
                <a:gd name="T26" fmla="*/ 333 w 396"/>
                <a:gd name="T27" fmla="*/ 333 h 396"/>
                <a:gd name="T28" fmla="*/ 272 w 396"/>
                <a:gd name="T29" fmla="*/ 374 h 396"/>
                <a:gd name="T30" fmla="*/ 198 w 396"/>
                <a:gd name="T31" fmla="*/ 389 h 396"/>
                <a:gd name="T32" fmla="*/ 123 w 396"/>
                <a:gd name="T33" fmla="*/ 374 h 396"/>
                <a:gd name="T34" fmla="*/ 121 w 396"/>
                <a:gd name="T35" fmla="*/ 15 h 396"/>
                <a:gd name="T36" fmla="*/ 58 w 396"/>
                <a:gd name="T37" fmla="*/ 58 h 396"/>
                <a:gd name="T38" fmla="*/ 16 w 396"/>
                <a:gd name="T39" fmla="*/ 121 h 396"/>
                <a:gd name="T40" fmla="*/ 0 w 396"/>
                <a:gd name="T41" fmla="*/ 198 h 396"/>
                <a:gd name="T42" fmla="*/ 16 w 396"/>
                <a:gd name="T43" fmla="*/ 275 h 396"/>
                <a:gd name="T44" fmla="*/ 58 w 396"/>
                <a:gd name="T45" fmla="*/ 338 h 396"/>
                <a:gd name="T46" fmla="*/ 121 w 396"/>
                <a:gd name="T47" fmla="*/ 380 h 396"/>
                <a:gd name="T48" fmla="*/ 198 w 396"/>
                <a:gd name="T49" fmla="*/ 396 h 396"/>
                <a:gd name="T50" fmla="*/ 275 w 396"/>
                <a:gd name="T51" fmla="*/ 380 h 396"/>
                <a:gd name="T52" fmla="*/ 338 w 396"/>
                <a:gd name="T53" fmla="*/ 338 h 396"/>
                <a:gd name="T54" fmla="*/ 380 w 396"/>
                <a:gd name="T55" fmla="*/ 275 h 396"/>
                <a:gd name="T56" fmla="*/ 396 w 396"/>
                <a:gd name="T57" fmla="*/ 198 h 396"/>
                <a:gd name="T58" fmla="*/ 380 w 396"/>
                <a:gd name="T59" fmla="*/ 121 h 396"/>
                <a:gd name="T60" fmla="*/ 338 w 396"/>
                <a:gd name="T61" fmla="*/ 58 h 396"/>
                <a:gd name="T62" fmla="*/ 275 w 396"/>
                <a:gd name="T63" fmla="*/ 15 h 396"/>
                <a:gd name="T64" fmla="*/ 198 w 396"/>
                <a:gd name="T65" fmla="*/ 0 h 396"/>
                <a:gd name="T66" fmla="*/ 121 w 396"/>
                <a:gd name="T67" fmla="*/ 1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6" h="396">
                  <a:moveTo>
                    <a:pt x="123" y="374"/>
                  </a:moveTo>
                  <a:cubicBezTo>
                    <a:pt x="101" y="364"/>
                    <a:pt x="80" y="351"/>
                    <a:pt x="63" y="333"/>
                  </a:cubicBezTo>
                  <a:cubicBezTo>
                    <a:pt x="45" y="315"/>
                    <a:pt x="31" y="295"/>
                    <a:pt x="22" y="272"/>
                  </a:cubicBezTo>
                  <a:cubicBezTo>
                    <a:pt x="12" y="249"/>
                    <a:pt x="7" y="224"/>
                    <a:pt x="7" y="198"/>
                  </a:cubicBezTo>
                  <a:cubicBezTo>
                    <a:pt x="7" y="172"/>
                    <a:pt x="12" y="147"/>
                    <a:pt x="22" y="123"/>
                  </a:cubicBezTo>
                  <a:cubicBezTo>
                    <a:pt x="31" y="100"/>
                    <a:pt x="45" y="80"/>
                    <a:pt x="63" y="62"/>
                  </a:cubicBezTo>
                  <a:cubicBezTo>
                    <a:pt x="80" y="45"/>
                    <a:pt x="101" y="31"/>
                    <a:pt x="123" y="21"/>
                  </a:cubicBezTo>
                  <a:cubicBezTo>
                    <a:pt x="147" y="11"/>
                    <a:pt x="172" y="6"/>
                    <a:pt x="198" y="6"/>
                  </a:cubicBezTo>
                  <a:cubicBezTo>
                    <a:pt x="224" y="6"/>
                    <a:pt x="249" y="11"/>
                    <a:pt x="272" y="21"/>
                  </a:cubicBezTo>
                  <a:cubicBezTo>
                    <a:pt x="295" y="31"/>
                    <a:pt x="315" y="45"/>
                    <a:pt x="333" y="62"/>
                  </a:cubicBezTo>
                  <a:cubicBezTo>
                    <a:pt x="351" y="80"/>
                    <a:pt x="364" y="100"/>
                    <a:pt x="374" y="123"/>
                  </a:cubicBezTo>
                  <a:cubicBezTo>
                    <a:pt x="384" y="147"/>
                    <a:pt x="389" y="172"/>
                    <a:pt x="389" y="198"/>
                  </a:cubicBezTo>
                  <a:cubicBezTo>
                    <a:pt x="389" y="224"/>
                    <a:pt x="384" y="249"/>
                    <a:pt x="374" y="272"/>
                  </a:cubicBezTo>
                  <a:cubicBezTo>
                    <a:pt x="364" y="295"/>
                    <a:pt x="351" y="315"/>
                    <a:pt x="333" y="333"/>
                  </a:cubicBezTo>
                  <a:cubicBezTo>
                    <a:pt x="315" y="351"/>
                    <a:pt x="295" y="364"/>
                    <a:pt x="272" y="374"/>
                  </a:cubicBezTo>
                  <a:cubicBezTo>
                    <a:pt x="249" y="384"/>
                    <a:pt x="224" y="389"/>
                    <a:pt x="198" y="389"/>
                  </a:cubicBezTo>
                  <a:cubicBezTo>
                    <a:pt x="172" y="389"/>
                    <a:pt x="147" y="384"/>
                    <a:pt x="123" y="374"/>
                  </a:cubicBezTo>
                  <a:moveTo>
                    <a:pt x="121" y="15"/>
                  </a:moveTo>
                  <a:cubicBezTo>
                    <a:pt x="97" y="25"/>
                    <a:pt x="76" y="40"/>
                    <a:pt x="58" y="58"/>
                  </a:cubicBezTo>
                  <a:cubicBezTo>
                    <a:pt x="40" y="76"/>
                    <a:pt x="26" y="97"/>
                    <a:pt x="16" y="121"/>
                  </a:cubicBezTo>
                  <a:cubicBezTo>
                    <a:pt x="5" y="145"/>
                    <a:pt x="0" y="171"/>
                    <a:pt x="0" y="198"/>
                  </a:cubicBezTo>
                  <a:cubicBezTo>
                    <a:pt x="0" y="224"/>
                    <a:pt x="5" y="250"/>
                    <a:pt x="16" y="275"/>
                  </a:cubicBezTo>
                  <a:cubicBezTo>
                    <a:pt x="26" y="298"/>
                    <a:pt x="40" y="319"/>
                    <a:pt x="58" y="338"/>
                  </a:cubicBezTo>
                  <a:cubicBezTo>
                    <a:pt x="76" y="356"/>
                    <a:pt x="97" y="370"/>
                    <a:pt x="121" y="380"/>
                  </a:cubicBezTo>
                  <a:cubicBezTo>
                    <a:pt x="145" y="390"/>
                    <a:pt x="171" y="396"/>
                    <a:pt x="198" y="396"/>
                  </a:cubicBezTo>
                  <a:cubicBezTo>
                    <a:pt x="225" y="396"/>
                    <a:pt x="250" y="390"/>
                    <a:pt x="275" y="380"/>
                  </a:cubicBezTo>
                  <a:cubicBezTo>
                    <a:pt x="298" y="370"/>
                    <a:pt x="320" y="356"/>
                    <a:pt x="338" y="338"/>
                  </a:cubicBezTo>
                  <a:cubicBezTo>
                    <a:pt x="356" y="319"/>
                    <a:pt x="370" y="298"/>
                    <a:pt x="380" y="275"/>
                  </a:cubicBezTo>
                  <a:cubicBezTo>
                    <a:pt x="390" y="250"/>
                    <a:pt x="396" y="224"/>
                    <a:pt x="396" y="198"/>
                  </a:cubicBezTo>
                  <a:cubicBezTo>
                    <a:pt x="396" y="171"/>
                    <a:pt x="390" y="145"/>
                    <a:pt x="380" y="121"/>
                  </a:cubicBezTo>
                  <a:cubicBezTo>
                    <a:pt x="370" y="97"/>
                    <a:pt x="356" y="76"/>
                    <a:pt x="338" y="58"/>
                  </a:cubicBezTo>
                  <a:cubicBezTo>
                    <a:pt x="320" y="40"/>
                    <a:pt x="298" y="25"/>
                    <a:pt x="275" y="15"/>
                  </a:cubicBezTo>
                  <a:cubicBezTo>
                    <a:pt x="250" y="5"/>
                    <a:pt x="225" y="0"/>
                    <a:pt x="198" y="0"/>
                  </a:cubicBezTo>
                  <a:cubicBezTo>
                    <a:pt x="171" y="0"/>
                    <a:pt x="145" y="5"/>
                    <a:pt x="121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8" name="Freeform 72">
              <a:extLst>
                <a:ext uri="{FF2B5EF4-FFF2-40B4-BE49-F238E27FC236}">
                  <a16:creationId xmlns:a16="http://schemas.microsoft.com/office/drawing/2014/main" xmlns="" id="{D1C9B51A-340A-5487-74C3-5E0C39CB3F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9" y="100"/>
              <a:ext cx="263" cy="266"/>
            </a:xfrm>
            <a:custGeom>
              <a:avLst/>
              <a:gdLst>
                <a:gd name="T0" fmla="*/ 91 w 292"/>
                <a:gd name="T1" fmla="*/ 277 h 293"/>
                <a:gd name="T2" fmla="*/ 45 w 292"/>
                <a:gd name="T3" fmla="*/ 247 h 293"/>
                <a:gd name="T4" fmla="*/ 15 w 292"/>
                <a:gd name="T5" fmla="*/ 202 h 293"/>
                <a:gd name="T6" fmla="*/ 4 w 292"/>
                <a:gd name="T7" fmla="*/ 147 h 293"/>
                <a:gd name="T8" fmla="*/ 15 w 292"/>
                <a:gd name="T9" fmla="*/ 91 h 293"/>
                <a:gd name="T10" fmla="*/ 45 w 292"/>
                <a:gd name="T11" fmla="*/ 46 h 293"/>
                <a:gd name="T12" fmla="*/ 91 w 292"/>
                <a:gd name="T13" fmla="*/ 16 h 293"/>
                <a:gd name="T14" fmla="*/ 146 w 292"/>
                <a:gd name="T15" fmla="*/ 5 h 293"/>
                <a:gd name="T16" fmla="*/ 201 w 292"/>
                <a:gd name="T17" fmla="*/ 16 h 293"/>
                <a:gd name="T18" fmla="*/ 246 w 292"/>
                <a:gd name="T19" fmla="*/ 46 h 293"/>
                <a:gd name="T20" fmla="*/ 277 w 292"/>
                <a:gd name="T21" fmla="*/ 91 h 293"/>
                <a:gd name="T22" fmla="*/ 288 w 292"/>
                <a:gd name="T23" fmla="*/ 147 h 293"/>
                <a:gd name="T24" fmla="*/ 277 w 292"/>
                <a:gd name="T25" fmla="*/ 202 h 293"/>
                <a:gd name="T26" fmla="*/ 246 w 292"/>
                <a:gd name="T27" fmla="*/ 247 h 293"/>
                <a:gd name="T28" fmla="*/ 201 w 292"/>
                <a:gd name="T29" fmla="*/ 277 h 293"/>
                <a:gd name="T30" fmla="*/ 146 w 292"/>
                <a:gd name="T31" fmla="*/ 289 h 293"/>
                <a:gd name="T32" fmla="*/ 91 w 292"/>
                <a:gd name="T33" fmla="*/ 277 h 293"/>
                <a:gd name="T34" fmla="*/ 89 w 292"/>
                <a:gd name="T35" fmla="*/ 12 h 293"/>
                <a:gd name="T36" fmla="*/ 42 w 292"/>
                <a:gd name="T37" fmla="*/ 43 h 293"/>
                <a:gd name="T38" fmla="*/ 11 w 292"/>
                <a:gd name="T39" fmla="*/ 90 h 293"/>
                <a:gd name="T40" fmla="*/ 0 w 292"/>
                <a:gd name="T41" fmla="*/ 147 h 293"/>
                <a:gd name="T42" fmla="*/ 11 w 292"/>
                <a:gd name="T43" fmla="*/ 204 h 293"/>
                <a:gd name="T44" fmla="*/ 42 w 292"/>
                <a:gd name="T45" fmla="*/ 250 h 293"/>
                <a:gd name="T46" fmla="*/ 89 w 292"/>
                <a:gd name="T47" fmla="*/ 281 h 293"/>
                <a:gd name="T48" fmla="*/ 146 w 292"/>
                <a:gd name="T49" fmla="*/ 293 h 293"/>
                <a:gd name="T50" fmla="*/ 203 w 292"/>
                <a:gd name="T51" fmla="*/ 281 h 293"/>
                <a:gd name="T52" fmla="*/ 249 w 292"/>
                <a:gd name="T53" fmla="*/ 250 h 293"/>
                <a:gd name="T54" fmla="*/ 281 w 292"/>
                <a:gd name="T55" fmla="*/ 204 h 293"/>
                <a:gd name="T56" fmla="*/ 292 w 292"/>
                <a:gd name="T57" fmla="*/ 147 h 293"/>
                <a:gd name="T58" fmla="*/ 281 w 292"/>
                <a:gd name="T59" fmla="*/ 90 h 293"/>
                <a:gd name="T60" fmla="*/ 249 w 292"/>
                <a:gd name="T61" fmla="*/ 43 h 293"/>
                <a:gd name="T62" fmla="*/ 203 w 292"/>
                <a:gd name="T63" fmla="*/ 12 h 293"/>
                <a:gd name="T64" fmla="*/ 146 w 292"/>
                <a:gd name="T65" fmla="*/ 0 h 293"/>
                <a:gd name="T66" fmla="*/ 89 w 292"/>
                <a:gd name="T67" fmla="*/ 1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92" h="293">
                  <a:moveTo>
                    <a:pt x="91" y="277"/>
                  </a:moveTo>
                  <a:cubicBezTo>
                    <a:pt x="74" y="270"/>
                    <a:pt x="59" y="260"/>
                    <a:pt x="45" y="247"/>
                  </a:cubicBezTo>
                  <a:cubicBezTo>
                    <a:pt x="32" y="234"/>
                    <a:pt x="22" y="219"/>
                    <a:pt x="15" y="202"/>
                  </a:cubicBezTo>
                  <a:cubicBezTo>
                    <a:pt x="8" y="184"/>
                    <a:pt x="4" y="166"/>
                    <a:pt x="4" y="147"/>
                  </a:cubicBezTo>
                  <a:cubicBezTo>
                    <a:pt x="4" y="128"/>
                    <a:pt x="8" y="109"/>
                    <a:pt x="15" y="91"/>
                  </a:cubicBezTo>
                  <a:cubicBezTo>
                    <a:pt x="22" y="75"/>
                    <a:pt x="32" y="59"/>
                    <a:pt x="45" y="46"/>
                  </a:cubicBezTo>
                  <a:cubicBezTo>
                    <a:pt x="59" y="33"/>
                    <a:pt x="74" y="23"/>
                    <a:pt x="91" y="16"/>
                  </a:cubicBezTo>
                  <a:cubicBezTo>
                    <a:pt x="108" y="9"/>
                    <a:pt x="127" y="5"/>
                    <a:pt x="146" y="5"/>
                  </a:cubicBezTo>
                  <a:cubicBezTo>
                    <a:pt x="165" y="5"/>
                    <a:pt x="184" y="9"/>
                    <a:pt x="201" y="16"/>
                  </a:cubicBezTo>
                  <a:cubicBezTo>
                    <a:pt x="218" y="23"/>
                    <a:pt x="233" y="33"/>
                    <a:pt x="246" y="46"/>
                  </a:cubicBezTo>
                  <a:cubicBezTo>
                    <a:pt x="259" y="59"/>
                    <a:pt x="269" y="75"/>
                    <a:pt x="277" y="91"/>
                  </a:cubicBezTo>
                  <a:cubicBezTo>
                    <a:pt x="284" y="109"/>
                    <a:pt x="288" y="128"/>
                    <a:pt x="288" y="147"/>
                  </a:cubicBezTo>
                  <a:cubicBezTo>
                    <a:pt x="288" y="166"/>
                    <a:pt x="284" y="184"/>
                    <a:pt x="277" y="202"/>
                  </a:cubicBezTo>
                  <a:cubicBezTo>
                    <a:pt x="269" y="219"/>
                    <a:pt x="259" y="234"/>
                    <a:pt x="246" y="247"/>
                  </a:cubicBezTo>
                  <a:cubicBezTo>
                    <a:pt x="233" y="260"/>
                    <a:pt x="218" y="270"/>
                    <a:pt x="201" y="277"/>
                  </a:cubicBezTo>
                  <a:cubicBezTo>
                    <a:pt x="184" y="285"/>
                    <a:pt x="165" y="289"/>
                    <a:pt x="146" y="289"/>
                  </a:cubicBezTo>
                  <a:cubicBezTo>
                    <a:pt x="127" y="289"/>
                    <a:pt x="108" y="285"/>
                    <a:pt x="91" y="277"/>
                  </a:cubicBezTo>
                  <a:moveTo>
                    <a:pt x="89" y="12"/>
                  </a:moveTo>
                  <a:cubicBezTo>
                    <a:pt x="71" y="19"/>
                    <a:pt x="56" y="30"/>
                    <a:pt x="42" y="43"/>
                  </a:cubicBezTo>
                  <a:cubicBezTo>
                    <a:pt x="29" y="57"/>
                    <a:pt x="18" y="72"/>
                    <a:pt x="11" y="90"/>
                  </a:cubicBezTo>
                  <a:cubicBezTo>
                    <a:pt x="3" y="108"/>
                    <a:pt x="0" y="127"/>
                    <a:pt x="0" y="147"/>
                  </a:cubicBezTo>
                  <a:cubicBezTo>
                    <a:pt x="0" y="166"/>
                    <a:pt x="3" y="186"/>
                    <a:pt x="11" y="204"/>
                  </a:cubicBezTo>
                  <a:cubicBezTo>
                    <a:pt x="18" y="221"/>
                    <a:pt x="29" y="237"/>
                    <a:pt x="42" y="250"/>
                  </a:cubicBezTo>
                  <a:cubicBezTo>
                    <a:pt x="56" y="264"/>
                    <a:pt x="71" y="274"/>
                    <a:pt x="89" y="281"/>
                  </a:cubicBezTo>
                  <a:cubicBezTo>
                    <a:pt x="107" y="289"/>
                    <a:pt x="126" y="293"/>
                    <a:pt x="146" y="293"/>
                  </a:cubicBezTo>
                  <a:cubicBezTo>
                    <a:pt x="166" y="293"/>
                    <a:pt x="185" y="289"/>
                    <a:pt x="203" y="281"/>
                  </a:cubicBezTo>
                  <a:cubicBezTo>
                    <a:pt x="220" y="274"/>
                    <a:pt x="236" y="264"/>
                    <a:pt x="249" y="250"/>
                  </a:cubicBezTo>
                  <a:cubicBezTo>
                    <a:pt x="263" y="237"/>
                    <a:pt x="273" y="221"/>
                    <a:pt x="281" y="204"/>
                  </a:cubicBezTo>
                  <a:cubicBezTo>
                    <a:pt x="288" y="186"/>
                    <a:pt x="292" y="166"/>
                    <a:pt x="292" y="147"/>
                  </a:cubicBezTo>
                  <a:cubicBezTo>
                    <a:pt x="292" y="127"/>
                    <a:pt x="288" y="108"/>
                    <a:pt x="281" y="90"/>
                  </a:cubicBezTo>
                  <a:cubicBezTo>
                    <a:pt x="273" y="72"/>
                    <a:pt x="263" y="57"/>
                    <a:pt x="249" y="43"/>
                  </a:cubicBezTo>
                  <a:cubicBezTo>
                    <a:pt x="236" y="30"/>
                    <a:pt x="220" y="19"/>
                    <a:pt x="203" y="12"/>
                  </a:cubicBezTo>
                  <a:cubicBezTo>
                    <a:pt x="185" y="4"/>
                    <a:pt x="166" y="0"/>
                    <a:pt x="146" y="0"/>
                  </a:cubicBezTo>
                  <a:cubicBezTo>
                    <a:pt x="126" y="0"/>
                    <a:pt x="107" y="4"/>
                    <a:pt x="89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9" name="Freeform 73">
              <a:extLst>
                <a:ext uri="{FF2B5EF4-FFF2-40B4-BE49-F238E27FC236}">
                  <a16:creationId xmlns:a16="http://schemas.microsoft.com/office/drawing/2014/main" xmlns="" id="{F226FEDE-04D8-87B1-EB0D-DDEAAA22B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5" y="279"/>
              <a:ext cx="28" cy="22"/>
            </a:xfrm>
            <a:custGeom>
              <a:avLst/>
              <a:gdLst>
                <a:gd name="T0" fmla="*/ 7 w 31"/>
                <a:gd name="T1" fmla="*/ 7 h 25"/>
                <a:gd name="T2" fmla="*/ 4 w 31"/>
                <a:gd name="T3" fmla="*/ 9 h 25"/>
                <a:gd name="T4" fmla="*/ 4 w 31"/>
                <a:gd name="T5" fmla="*/ 14 h 25"/>
                <a:gd name="T6" fmla="*/ 5 w 31"/>
                <a:gd name="T7" fmla="*/ 15 h 25"/>
                <a:gd name="T8" fmla="*/ 15 w 31"/>
                <a:gd name="T9" fmla="*/ 11 h 25"/>
                <a:gd name="T10" fmla="*/ 15 w 31"/>
                <a:gd name="T11" fmla="*/ 10 h 25"/>
                <a:gd name="T12" fmla="*/ 12 w 31"/>
                <a:gd name="T13" fmla="*/ 7 h 25"/>
                <a:gd name="T14" fmla="*/ 7 w 31"/>
                <a:gd name="T15" fmla="*/ 7 h 25"/>
                <a:gd name="T16" fmla="*/ 4 w 31"/>
                <a:gd name="T17" fmla="*/ 0 h 25"/>
                <a:gd name="T18" fmla="*/ 8 w 31"/>
                <a:gd name="T19" fmla="*/ 0 h 25"/>
                <a:gd name="T20" fmla="*/ 11 w 31"/>
                <a:gd name="T21" fmla="*/ 1 h 25"/>
                <a:gd name="T22" fmla="*/ 14 w 31"/>
                <a:gd name="T23" fmla="*/ 4 h 25"/>
                <a:gd name="T24" fmla="*/ 16 w 31"/>
                <a:gd name="T25" fmla="*/ 8 h 25"/>
                <a:gd name="T26" fmla="*/ 17 w 31"/>
                <a:gd name="T27" fmla="*/ 10 h 25"/>
                <a:gd name="T28" fmla="*/ 24 w 31"/>
                <a:gd name="T29" fmla="*/ 8 h 25"/>
                <a:gd name="T30" fmla="*/ 25 w 31"/>
                <a:gd name="T31" fmla="*/ 7 h 25"/>
                <a:gd name="T32" fmla="*/ 25 w 31"/>
                <a:gd name="T33" fmla="*/ 6 h 25"/>
                <a:gd name="T34" fmla="*/ 25 w 31"/>
                <a:gd name="T35" fmla="*/ 5 h 25"/>
                <a:gd name="T36" fmla="*/ 25 w 31"/>
                <a:gd name="T37" fmla="*/ 3 h 25"/>
                <a:gd name="T38" fmla="*/ 26 w 31"/>
                <a:gd name="T39" fmla="*/ 3 h 25"/>
                <a:gd name="T40" fmla="*/ 31 w 31"/>
                <a:gd name="T41" fmla="*/ 16 h 25"/>
                <a:gd name="T42" fmla="*/ 30 w 31"/>
                <a:gd name="T43" fmla="*/ 17 h 25"/>
                <a:gd name="T44" fmla="*/ 29 w 31"/>
                <a:gd name="T45" fmla="*/ 15 h 25"/>
                <a:gd name="T46" fmla="*/ 28 w 31"/>
                <a:gd name="T47" fmla="*/ 14 h 25"/>
                <a:gd name="T48" fmla="*/ 27 w 31"/>
                <a:gd name="T49" fmla="*/ 14 h 25"/>
                <a:gd name="T50" fmla="*/ 26 w 31"/>
                <a:gd name="T51" fmla="*/ 14 h 25"/>
                <a:gd name="T52" fmla="*/ 9 w 31"/>
                <a:gd name="T53" fmla="*/ 20 h 25"/>
                <a:gd name="T54" fmla="*/ 8 w 31"/>
                <a:gd name="T55" fmla="*/ 21 h 25"/>
                <a:gd name="T56" fmla="*/ 8 w 31"/>
                <a:gd name="T57" fmla="*/ 22 h 25"/>
                <a:gd name="T58" fmla="*/ 8 w 31"/>
                <a:gd name="T59" fmla="*/ 24 h 25"/>
                <a:gd name="T60" fmla="*/ 8 w 31"/>
                <a:gd name="T61" fmla="*/ 25 h 25"/>
                <a:gd name="T62" fmla="*/ 7 w 31"/>
                <a:gd name="T63" fmla="*/ 25 h 25"/>
                <a:gd name="T64" fmla="*/ 2 w 31"/>
                <a:gd name="T65" fmla="*/ 12 h 25"/>
                <a:gd name="T66" fmla="*/ 0 w 31"/>
                <a:gd name="T67" fmla="*/ 4 h 25"/>
                <a:gd name="T68" fmla="*/ 4 w 31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" h="25">
                  <a:moveTo>
                    <a:pt x="7" y="7"/>
                  </a:moveTo>
                  <a:cubicBezTo>
                    <a:pt x="6" y="7"/>
                    <a:pt x="4" y="8"/>
                    <a:pt x="4" y="9"/>
                  </a:cubicBezTo>
                  <a:cubicBezTo>
                    <a:pt x="3" y="10"/>
                    <a:pt x="3" y="12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9"/>
                    <a:pt x="13" y="7"/>
                    <a:pt x="12" y="7"/>
                  </a:cubicBezTo>
                  <a:cubicBezTo>
                    <a:pt x="11" y="6"/>
                    <a:pt x="9" y="6"/>
                    <a:pt x="7" y="7"/>
                  </a:cubicBezTo>
                  <a:moveTo>
                    <a:pt x="4" y="0"/>
                  </a:moveTo>
                  <a:cubicBezTo>
                    <a:pt x="5" y="0"/>
                    <a:pt x="7" y="0"/>
                    <a:pt x="8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2" y="2"/>
                    <a:pt x="13" y="3"/>
                    <a:pt x="14" y="4"/>
                  </a:cubicBezTo>
                  <a:cubicBezTo>
                    <a:pt x="15" y="5"/>
                    <a:pt x="15" y="7"/>
                    <a:pt x="16" y="8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5" y="7"/>
                  </a:cubicBezTo>
                  <a:cubicBezTo>
                    <a:pt x="25" y="7"/>
                    <a:pt x="25" y="7"/>
                    <a:pt x="25" y="6"/>
                  </a:cubicBezTo>
                  <a:cubicBezTo>
                    <a:pt x="25" y="6"/>
                    <a:pt x="25" y="5"/>
                    <a:pt x="25" y="5"/>
                  </a:cubicBezTo>
                  <a:cubicBezTo>
                    <a:pt x="25" y="4"/>
                    <a:pt x="25" y="4"/>
                    <a:pt x="25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29" y="16"/>
                    <a:pt x="29" y="15"/>
                  </a:cubicBezTo>
                  <a:cubicBezTo>
                    <a:pt x="29" y="15"/>
                    <a:pt x="29" y="15"/>
                    <a:pt x="28" y="14"/>
                  </a:cubicBezTo>
                  <a:cubicBezTo>
                    <a:pt x="28" y="14"/>
                    <a:pt x="28" y="14"/>
                    <a:pt x="27" y="14"/>
                  </a:cubicBezTo>
                  <a:cubicBezTo>
                    <a:pt x="27" y="14"/>
                    <a:pt x="27" y="14"/>
                    <a:pt x="26" y="14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1"/>
                    <a:pt x="8" y="21"/>
                  </a:cubicBezTo>
                  <a:cubicBezTo>
                    <a:pt x="8" y="21"/>
                    <a:pt x="8" y="22"/>
                    <a:pt x="8" y="22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9"/>
                    <a:pt x="0" y="6"/>
                    <a:pt x="0" y="4"/>
                  </a:cubicBezTo>
                  <a:cubicBezTo>
                    <a:pt x="1" y="3"/>
                    <a:pt x="2" y="1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0" name="Freeform 74">
              <a:extLst>
                <a:ext uri="{FF2B5EF4-FFF2-40B4-BE49-F238E27FC236}">
                  <a16:creationId xmlns:a16="http://schemas.microsoft.com/office/drawing/2014/main" xmlns="" id="{B8BBAC4B-B8CC-AE25-6255-7378675532CA}"/>
                </a:ext>
              </a:extLst>
            </p:cNvPr>
            <p:cNvSpPr/>
            <p:nvPr/>
          </p:nvSpPr>
          <p:spPr bwMode="auto">
            <a:xfrm>
              <a:off x="3796" y="239"/>
              <a:ext cx="27" cy="24"/>
            </a:xfrm>
            <a:custGeom>
              <a:avLst/>
              <a:gdLst>
                <a:gd name="T0" fmla="*/ 7 w 29"/>
                <a:gd name="T1" fmla="*/ 3 h 27"/>
                <a:gd name="T2" fmla="*/ 7 w 29"/>
                <a:gd name="T3" fmla="*/ 5 h 27"/>
                <a:gd name="T4" fmla="*/ 4 w 29"/>
                <a:gd name="T5" fmla="*/ 7 h 27"/>
                <a:gd name="T6" fmla="*/ 3 w 29"/>
                <a:gd name="T7" fmla="*/ 10 h 27"/>
                <a:gd name="T8" fmla="*/ 3 w 29"/>
                <a:gd name="T9" fmla="*/ 11 h 27"/>
                <a:gd name="T10" fmla="*/ 3 w 29"/>
                <a:gd name="T11" fmla="*/ 13 h 27"/>
                <a:gd name="T12" fmla="*/ 4 w 29"/>
                <a:gd name="T13" fmla="*/ 17 h 27"/>
                <a:gd name="T14" fmla="*/ 14 w 29"/>
                <a:gd name="T15" fmla="*/ 15 h 27"/>
                <a:gd name="T16" fmla="*/ 13 w 29"/>
                <a:gd name="T17" fmla="*/ 13 h 27"/>
                <a:gd name="T18" fmla="*/ 13 w 29"/>
                <a:gd name="T19" fmla="*/ 11 h 27"/>
                <a:gd name="T20" fmla="*/ 12 w 29"/>
                <a:gd name="T21" fmla="*/ 10 h 27"/>
                <a:gd name="T22" fmla="*/ 10 w 29"/>
                <a:gd name="T23" fmla="*/ 9 h 27"/>
                <a:gd name="T24" fmla="*/ 8 w 29"/>
                <a:gd name="T25" fmla="*/ 9 h 27"/>
                <a:gd name="T26" fmla="*/ 8 w 29"/>
                <a:gd name="T27" fmla="*/ 7 h 27"/>
                <a:gd name="T28" fmla="*/ 19 w 29"/>
                <a:gd name="T29" fmla="*/ 6 h 27"/>
                <a:gd name="T30" fmla="*/ 19 w 29"/>
                <a:gd name="T31" fmla="*/ 7 h 27"/>
                <a:gd name="T32" fmla="*/ 17 w 29"/>
                <a:gd name="T33" fmla="*/ 8 h 27"/>
                <a:gd name="T34" fmla="*/ 16 w 29"/>
                <a:gd name="T35" fmla="*/ 9 h 27"/>
                <a:gd name="T36" fmla="*/ 15 w 29"/>
                <a:gd name="T37" fmla="*/ 11 h 27"/>
                <a:gd name="T38" fmla="*/ 15 w 29"/>
                <a:gd name="T39" fmla="*/ 13 h 27"/>
                <a:gd name="T40" fmla="*/ 15 w 29"/>
                <a:gd name="T41" fmla="*/ 15 h 27"/>
                <a:gd name="T42" fmla="*/ 23 w 29"/>
                <a:gd name="T43" fmla="*/ 14 h 27"/>
                <a:gd name="T44" fmla="*/ 25 w 29"/>
                <a:gd name="T45" fmla="*/ 14 h 27"/>
                <a:gd name="T46" fmla="*/ 26 w 29"/>
                <a:gd name="T47" fmla="*/ 13 h 27"/>
                <a:gd name="T48" fmla="*/ 26 w 29"/>
                <a:gd name="T49" fmla="*/ 12 h 27"/>
                <a:gd name="T50" fmla="*/ 26 w 29"/>
                <a:gd name="T51" fmla="*/ 10 h 27"/>
                <a:gd name="T52" fmla="*/ 26 w 29"/>
                <a:gd name="T53" fmla="*/ 8 h 27"/>
                <a:gd name="T54" fmla="*/ 25 w 29"/>
                <a:gd name="T55" fmla="*/ 7 h 27"/>
                <a:gd name="T56" fmla="*/ 25 w 29"/>
                <a:gd name="T57" fmla="*/ 5 h 27"/>
                <a:gd name="T58" fmla="*/ 24 w 29"/>
                <a:gd name="T59" fmla="*/ 4 h 27"/>
                <a:gd name="T60" fmla="*/ 21 w 29"/>
                <a:gd name="T61" fmla="*/ 3 h 27"/>
                <a:gd name="T62" fmla="*/ 18 w 29"/>
                <a:gd name="T63" fmla="*/ 2 h 27"/>
                <a:gd name="T64" fmla="*/ 18 w 29"/>
                <a:gd name="T65" fmla="*/ 0 h 27"/>
                <a:gd name="T66" fmla="*/ 26 w 29"/>
                <a:gd name="T67" fmla="*/ 0 h 27"/>
                <a:gd name="T68" fmla="*/ 29 w 29"/>
                <a:gd name="T69" fmla="*/ 24 h 27"/>
                <a:gd name="T70" fmla="*/ 28 w 29"/>
                <a:gd name="T71" fmla="*/ 24 h 27"/>
                <a:gd name="T72" fmla="*/ 27 w 29"/>
                <a:gd name="T73" fmla="*/ 23 h 27"/>
                <a:gd name="T74" fmla="*/ 27 w 29"/>
                <a:gd name="T75" fmla="*/ 22 h 27"/>
                <a:gd name="T76" fmla="*/ 26 w 29"/>
                <a:gd name="T77" fmla="*/ 21 h 27"/>
                <a:gd name="T78" fmla="*/ 25 w 29"/>
                <a:gd name="T79" fmla="*/ 21 h 27"/>
                <a:gd name="T80" fmla="*/ 7 w 29"/>
                <a:gd name="T81" fmla="*/ 23 h 27"/>
                <a:gd name="T82" fmla="*/ 6 w 29"/>
                <a:gd name="T83" fmla="*/ 23 h 27"/>
                <a:gd name="T84" fmla="*/ 5 w 29"/>
                <a:gd name="T85" fmla="*/ 24 h 27"/>
                <a:gd name="T86" fmla="*/ 5 w 29"/>
                <a:gd name="T87" fmla="*/ 26 h 27"/>
                <a:gd name="T88" fmla="*/ 5 w 29"/>
                <a:gd name="T89" fmla="*/ 27 h 27"/>
                <a:gd name="T90" fmla="*/ 3 w 29"/>
                <a:gd name="T91" fmla="*/ 27 h 27"/>
                <a:gd name="T92" fmla="*/ 0 w 29"/>
                <a:gd name="T93" fmla="*/ 4 h 27"/>
                <a:gd name="T94" fmla="*/ 7 w 29"/>
                <a:gd name="T9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" h="27">
                  <a:moveTo>
                    <a:pt x="7" y="3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5" y="6"/>
                    <a:pt x="4" y="7"/>
                  </a:cubicBezTo>
                  <a:cubicBezTo>
                    <a:pt x="4" y="8"/>
                    <a:pt x="3" y="9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1"/>
                  </a:cubicBezTo>
                  <a:cubicBezTo>
                    <a:pt x="13" y="11"/>
                    <a:pt x="12" y="10"/>
                    <a:pt x="12" y="10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9" y="9"/>
                    <a:pt x="9" y="9"/>
                    <a:pt x="8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7" y="9"/>
                    <a:pt x="16" y="9"/>
                    <a:pt x="16" y="9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2"/>
                    <a:pt x="15" y="13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4"/>
                    <a:pt x="24" y="14"/>
                    <a:pt x="25" y="14"/>
                  </a:cubicBezTo>
                  <a:cubicBezTo>
                    <a:pt x="25" y="14"/>
                    <a:pt x="25" y="14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5" y="8"/>
                    <a:pt x="25" y="7"/>
                    <a:pt x="25" y="7"/>
                  </a:cubicBezTo>
                  <a:cubicBezTo>
                    <a:pt x="25" y="6"/>
                    <a:pt x="25" y="6"/>
                    <a:pt x="25" y="5"/>
                  </a:cubicBezTo>
                  <a:cubicBezTo>
                    <a:pt x="25" y="5"/>
                    <a:pt x="24" y="5"/>
                    <a:pt x="24" y="4"/>
                  </a:cubicBezTo>
                  <a:cubicBezTo>
                    <a:pt x="23" y="4"/>
                    <a:pt x="23" y="3"/>
                    <a:pt x="21" y="3"/>
                  </a:cubicBezTo>
                  <a:cubicBezTo>
                    <a:pt x="20" y="2"/>
                    <a:pt x="19" y="2"/>
                    <a:pt x="18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4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6" y="21"/>
                    <a:pt x="26" y="21"/>
                  </a:cubicBezTo>
                  <a:cubicBezTo>
                    <a:pt x="26" y="21"/>
                    <a:pt x="25" y="21"/>
                    <a:pt x="25" y="21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4"/>
                    <a:pt x="5" y="24"/>
                  </a:cubicBezTo>
                  <a:cubicBezTo>
                    <a:pt x="5" y="25"/>
                    <a:pt x="5" y="25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7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3" name="Freeform 75">
              <a:extLst>
                <a:ext uri="{FF2B5EF4-FFF2-40B4-BE49-F238E27FC236}">
                  <a16:creationId xmlns:a16="http://schemas.microsoft.com/office/drawing/2014/main" xmlns="" id="{22AC37B3-2F87-EEF1-F1CE-096859D0F7BA}"/>
                </a:ext>
              </a:extLst>
            </p:cNvPr>
            <p:cNvSpPr/>
            <p:nvPr/>
          </p:nvSpPr>
          <p:spPr bwMode="auto">
            <a:xfrm>
              <a:off x="3796" y="196"/>
              <a:ext cx="28" cy="30"/>
            </a:xfrm>
            <a:custGeom>
              <a:avLst/>
              <a:gdLst>
                <a:gd name="T0" fmla="*/ 31 w 31"/>
                <a:gd name="T1" fmla="*/ 2 h 33"/>
                <a:gd name="T2" fmla="*/ 29 w 31"/>
                <a:gd name="T3" fmla="*/ 12 h 33"/>
                <a:gd name="T4" fmla="*/ 23 w 31"/>
                <a:gd name="T5" fmla="*/ 16 h 33"/>
                <a:gd name="T6" fmla="*/ 16 w 31"/>
                <a:gd name="T7" fmla="*/ 20 h 33"/>
                <a:gd name="T8" fmla="*/ 16 w 31"/>
                <a:gd name="T9" fmla="*/ 20 h 33"/>
                <a:gd name="T10" fmla="*/ 24 w 31"/>
                <a:gd name="T11" fmla="*/ 22 h 33"/>
                <a:gd name="T12" fmla="*/ 25 w 31"/>
                <a:gd name="T13" fmla="*/ 22 h 33"/>
                <a:gd name="T14" fmla="*/ 26 w 31"/>
                <a:gd name="T15" fmla="*/ 21 h 33"/>
                <a:gd name="T16" fmla="*/ 26 w 31"/>
                <a:gd name="T17" fmla="*/ 20 h 33"/>
                <a:gd name="T18" fmla="*/ 27 w 31"/>
                <a:gd name="T19" fmla="*/ 19 h 33"/>
                <a:gd name="T20" fmla="*/ 28 w 31"/>
                <a:gd name="T21" fmla="*/ 19 h 33"/>
                <a:gd name="T22" fmla="*/ 26 w 31"/>
                <a:gd name="T23" fmla="*/ 33 h 33"/>
                <a:gd name="T24" fmla="*/ 25 w 31"/>
                <a:gd name="T25" fmla="*/ 32 h 33"/>
                <a:gd name="T26" fmla="*/ 25 w 31"/>
                <a:gd name="T27" fmla="*/ 31 h 33"/>
                <a:gd name="T28" fmla="*/ 25 w 31"/>
                <a:gd name="T29" fmla="*/ 30 h 33"/>
                <a:gd name="T30" fmla="*/ 24 w 31"/>
                <a:gd name="T31" fmla="*/ 29 h 33"/>
                <a:gd name="T32" fmla="*/ 23 w 31"/>
                <a:gd name="T33" fmla="*/ 28 h 33"/>
                <a:gd name="T34" fmla="*/ 5 w 31"/>
                <a:gd name="T35" fmla="*/ 26 h 33"/>
                <a:gd name="T36" fmla="*/ 4 w 31"/>
                <a:gd name="T37" fmla="*/ 26 h 33"/>
                <a:gd name="T38" fmla="*/ 3 w 31"/>
                <a:gd name="T39" fmla="*/ 26 h 33"/>
                <a:gd name="T40" fmla="*/ 2 w 31"/>
                <a:gd name="T41" fmla="*/ 28 h 33"/>
                <a:gd name="T42" fmla="*/ 2 w 31"/>
                <a:gd name="T43" fmla="*/ 29 h 33"/>
                <a:gd name="T44" fmla="*/ 0 w 31"/>
                <a:gd name="T45" fmla="*/ 29 h 33"/>
                <a:gd name="T46" fmla="*/ 2 w 31"/>
                <a:gd name="T47" fmla="*/ 15 h 33"/>
                <a:gd name="T48" fmla="*/ 4 w 31"/>
                <a:gd name="T49" fmla="*/ 15 h 33"/>
                <a:gd name="T50" fmla="*/ 4 w 31"/>
                <a:gd name="T51" fmla="*/ 16 h 33"/>
                <a:gd name="T52" fmla="*/ 4 w 31"/>
                <a:gd name="T53" fmla="*/ 18 h 33"/>
                <a:gd name="T54" fmla="*/ 4 w 31"/>
                <a:gd name="T55" fmla="*/ 19 h 33"/>
                <a:gd name="T56" fmla="*/ 6 w 31"/>
                <a:gd name="T57" fmla="*/ 19 h 33"/>
                <a:gd name="T58" fmla="*/ 14 w 31"/>
                <a:gd name="T59" fmla="*/ 20 h 33"/>
                <a:gd name="T60" fmla="*/ 14 w 31"/>
                <a:gd name="T61" fmla="*/ 20 h 33"/>
                <a:gd name="T62" fmla="*/ 12 w 31"/>
                <a:gd name="T63" fmla="*/ 16 h 33"/>
                <a:gd name="T64" fmla="*/ 9 w 31"/>
                <a:gd name="T65" fmla="*/ 12 h 33"/>
                <a:gd name="T66" fmla="*/ 7 w 31"/>
                <a:gd name="T67" fmla="*/ 10 h 33"/>
                <a:gd name="T68" fmla="*/ 5 w 31"/>
                <a:gd name="T69" fmla="*/ 9 h 33"/>
                <a:gd name="T70" fmla="*/ 5 w 31"/>
                <a:gd name="T71" fmla="*/ 10 h 33"/>
                <a:gd name="T72" fmla="*/ 4 w 31"/>
                <a:gd name="T73" fmla="*/ 12 h 33"/>
                <a:gd name="T74" fmla="*/ 3 w 31"/>
                <a:gd name="T75" fmla="*/ 11 h 33"/>
                <a:gd name="T76" fmla="*/ 4 w 31"/>
                <a:gd name="T77" fmla="*/ 0 h 33"/>
                <a:gd name="T78" fmla="*/ 6 w 31"/>
                <a:gd name="T79" fmla="*/ 0 h 33"/>
                <a:gd name="T80" fmla="*/ 6 w 31"/>
                <a:gd name="T81" fmla="*/ 4 h 33"/>
                <a:gd name="T82" fmla="*/ 7 w 31"/>
                <a:gd name="T83" fmla="*/ 7 h 33"/>
                <a:gd name="T84" fmla="*/ 10 w 31"/>
                <a:gd name="T85" fmla="*/ 10 h 33"/>
                <a:gd name="T86" fmla="*/ 13 w 31"/>
                <a:gd name="T87" fmla="*/ 14 h 33"/>
                <a:gd name="T88" fmla="*/ 19 w 31"/>
                <a:gd name="T89" fmla="*/ 11 h 33"/>
                <a:gd name="T90" fmla="*/ 25 w 31"/>
                <a:gd name="T91" fmla="*/ 7 h 33"/>
                <a:gd name="T92" fmla="*/ 27 w 31"/>
                <a:gd name="T93" fmla="*/ 6 h 33"/>
                <a:gd name="T94" fmla="*/ 28 w 31"/>
                <a:gd name="T95" fmla="*/ 4 h 33"/>
                <a:gd name="T96" fmla="*/ 29 w 31"/>
                <a:gd name="T97" fmla="*/ 3 h 33"/>
                <a:gd name="T98" fmla="*/ 29 w 31"/>
                <a:gd name="T99" fmla="*/ 2 h 33"/>
                <a:gd name="T100" fmla="*/ 31 w 31"/>
                <a:gd name="T10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" h="33">
                  <a:moveTo>
                    <a:pt x="31" y="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26" y="14"/>
                    <a:pt x="24" y="15"/>
                    <a:pt x="23" y="16"/>
                  </a:cubicBezTo>
                  <a:cubicBezTo>
                    <a:pt x="21" y="17"/>
                    <a:pt x="19" y="18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5" y="22"/>
                    <a:pt x="25" y="22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6" y="21"/>
                    <a:pt x="26" y="20"/>
                    <a:pt x="26" y="20"/>
                  </a:cubicBezTo>
                  <a:cubicBezTo>
                    <a:pt x="26" y="19"/>
                    <a:pt x="27" y="19"/>
                    <a:pt x="27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5" y="29"/>
                    <a:pt x="24" y="29"/>
                  </a:cubicBezTo>
                  <a:cubicBezTo>
                    <a:pt x="24" y="28"/>
                    <a:pt x="24" y="28"/>
                    <a:pt x="23" y="28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2" y="29"/>
                    <a:pt x="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6"/>
                    <a:pt x="4" y="16"/>
                  </a:cubicBezTo>
                  <a:cubicBezTo>
                    <a:pt x="4" y="17"/>
                    <a:pt x="4" y="17"/>
                    <a:pt x="4" y="18"/>
                  </a:cubicBezTo>
                  <a:cubicBezTo>
                    <a:pt x="4" y="18"/>
                    <a:pt x="4" y="18"/>
                    <a:pt x="4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3" y="17"/>
                    <a:pt x="12" y="16"/>
                  </a:cubicBezTo>
                  <a:cubicBezTo>
                    <a:pt x="11" y="14"/>
                    <a:pt x="10" y="13"/>
                    <a:pt x="9" y="12"/>
                  </a:cubicBezTo>
                  <a:cubicBezTo>
                    <a:pt x="8" y="11"/>
                    <a:pt x="7" y="10"/>
                    <a:pt x="7" y="10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0"/>
                    <a:pt x="4" y="11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7" y="6"/>
                    <a:pt x="7" y="7"/>
                  </a:cubicBezTo>
                  <a:cubicBezTo>
                    <a:pt x="8" y="8"/>
                    <a:pt x="9" y="10"/>
                    <a:pt x="10" y="10"/>
                  </a:cubicBezTo>
                  <a:cubicBezTo>
                    <a:pt x="11" y="11"/>
                    <a:pt x="12" y="13"/>
                    <a:pt x="13" y="14"/>
                  </a:cubicBezTo>
                  <a:cubicBezTo>
                    <a:pt x="14" y="13"/>
                    <a:pt x="16" y="12"/>
                    <a:pt x="19" y="11"/>
                  </a:cubicBezTo>
                  <a:cubicBezTo>
                    <a:pt x="21" y="9"/>
                    <a:pt x="23" y="8"/>
                    <a:pt x="25" y="7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9" y="4"/>
                    <a:pt x="29" y="3"/>
                    <a:pt x="29" y="3"/>
                  </a:cubicBezTo>
                  <a:cubicBezTo>
                    <a:pt x="29" y="3"/>
                    <a:pt x="29" y="2"/>
                    <a:pt x="29" y="2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4" name="Freeform 76">
              <a:extLst>
                <a:ext uri="{FF2B5EF4-FFF2-40B4-BE49-F238E27FC236}">
                  <a16:creationId xmlns:a16="http://schemas.microsoft.com/office/drawing/2014/main" xmlns="" id="{7F7DBE18-E077-A28C-BA02-49C16FC7E10D}"/>
                </a:ext>
              </a:extLst>
            </p:cNvPr>
            <p:cNvSpPr/>
            <p:nvPr/>
          </p:nvSpPr>
          <p:spPr bwMode="auto">
            <a:xfrm>
              <a:off x="3806" y="166"/>
              <a:ext cx="27" cy="21"/>
            </a:xfrm>
            <a:custGeom>
              <a:avLst/>
              <a:gdLst>
                <a:gd name="T0" fmla="*/ 29 w 29"/>
                <a:gd name="T1" fmla="*/ 9 h 23"/>
                <a:gd name="T2" fmla="*/ 24 w 29"/>
                <a:gd name="T3" fmla="*/ 23 h 23"/>
                <a:gd name="T4" fmla="*/ 23 w 29"/>
                <a:gd name="T5" fmla="*/ 22 h 23"/>
                <a:gd name="T6" fmla="*/ 23 w 29"/>
                <a:gd name="T7" fmla="*/ 21 h 23"/>
                <a:gd name="T8" fmla="*/ 23 w 29"/>
                <a:gd name="T9" fmla="*/ 20 h 23"/>
                <a:gd name="T10" fmla="*/ 23 w 29"/>
                <a:gd name="T11" fmla="*/ 18 h 23"/>
                <a:gd name="T12" fmla="*/ 22 w 29"/>
                <a:gd name="T13" fmla="*/ 18 h 23"/>
                <a:gd name="T14" fmla="*/ 5 w 29"/>
                <a:gd name="T15" fmla="*/ 11 h 23"/>
                <a:gd name="T16" fmla="*/ 4 w 29"/>
                <a:gd name="T17" fmla="*/ 11 h 23"/>
                <a:gd name="T18" fmla="*/ 3 w 29"/>
                <a:gd name="T19" fmla="*/ 11 h 23"/>
                <a:gd name="T20" fmla="*/ 2 w 29"/>
                <a:gd name="T21" fmla="*/ 12 h 23"/>
                <a:gd name="T22" fmla="*/ 1 w 29"/>
                <a:gd name="T23" fmla="*/ 14 h 23"/>
                <a:gd name="T24" fmla="*/ 0 w 29"/>
                <a:gd name="T25" fmla="*/ 13 h 23"/>
                <a:gd name="T26" fmla="*/ 5 w 29"/>
                <a:gd name="T27" fmla="*/ 0 h 23"/>
                <a:gd name="T28" fmla="*/ 6 w 29"/>
                <a:gd name="T29" fmla="*/ 0 h 23"/>
                <a:gd name="T30" fmla="*/ 6 w 29"/>
                <a:gd name="T31" fmla="*/ 1 h 23"/>
                <a:gd name="T32" fmla="*/ 6 w 29"/>
                <a:gd name="T33" fmla="*/ 3 h 23"/>
                <a:gd name="T34" fmla="*/ 6 w 29"/>
                <a:gd name="T35" fmla="*/ 4 h 23"/>
                <a:gd name="T36" fmla="*/ 7 w 29"/>
                <a:gd name="T37" fmla="*/ 5 h 23"/>
                <a:gd name="T38" fmla="*/ 24 w 29"/>
                <a:gd name="T39" fmla="*/ 12 h 23"/>
                <a:gd name="T40" fmla="*/ 25 w 29"/>
                <a:gd name="T41" fmla="*/ 12 h 23"/>
                <a:gd name="T42" fmla="*/ 27 w 29"/>
                <a:gd name="T43" fmla="*/ 11 h 23"/>
                <a:gd name="T44" fmla="*/ 27 w 29"/>
                <a:gd name="T45" fmla="*/ 10 h 23"/>
                <a:gd name="T46" fmla="*/ 28 w 29"/>
                <a:gd name="T47" fmla="*/ 9 h 23"/>
                <a:gd name="T48" fmla="*/ 29 w 29"/>
                <a:gd name="T4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23">
                  <a:moveTo>
                    <a:pt x="29" y="9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19"/>
                    <a:pt x="23" y="19"/>
                    <a:pt x="23" y="18"/>
                  </a:cubicBezTo>
                  <a:cubicBezTo>
                    <a:pt x="23" y="18"/>
                    <a:pt x="23" y="18"/>
                    <a:pt x="22" y="18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2"/>
                    <a:pt x="2" y="12"/>
                  </a:cubicBezTo>
                  <a:cubicBezTo>
                    <a:pt x="2" y="13"/>
                    <a:pt x="1" y="13"/>
                    <a:pt x="1" y="1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7" y="5"/>
                    <a:pt x="7" y="5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12"/>
                    <a:pt x="26" y="12"/>
                    <a:pt x="27" y="11"/>
                  </a:cubicBezTo>
                  <a:cubicBezTo>
                    <a:pt x="27" y="11"/>
                    <a:pt x="27" y="11"/>
                    <a:pt x="27" y="10"/>
                  </a:cubicBezTo>
                  <a:cubicBezTo>
                    <a:pt x="28" y="10"/>
                    <a:pt x="28" y="9"/>
                    <a:pt x="28" y="9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5" name="Freeform 77">
              <a:extLst>
                <a:ext uri="{FF2B5EF4-FFF2-40B4-BE49-F238E27FC236}">
                  <a16:creationId xmlns:a16="http://schemas.microsoft.com/office/drawing/2014/main" xmlns="" id="{5A31CF85-4265-FD9D-E900-A50911FD446E}"/>
                </a:ext>
              </a:extLst>
            </p:cNvPr>
            <p:cNvSpPr/>
            <p:nvPr/>
          </p:nvSpPr>
          <p:spPr bwMode="auto">
            <a:xfrm>
              <a:off x="3820" y="126"/>
              <a:ext cx="32" cy="37"/>
            </a:xfrm>
            <a:custGeom>
              <a:avLst/>
              <a:gdLst>
                <a:gd name="T0" fmla="*/ 19 w 36"/>
                <a:gd name="T1" fmla="*/ 0 h 40"/>
                <a:gd name="T2" fmla="*/ 18 w 36"/>
                <a:gd name="T3" fmla="*/ 2 h 40"/>
                <a:gd name="T4" fmla="*/ 17 w 36"/>
                <a:gd name="T5" fmla="*/ 3 h 40"/>
                <a:gd name="T6" fmla="*/ 18 w 36"/>
                <a:gd name="T7" fmla="*/ 5 h 40"/>
                <a:gd name="T8" fmla="*/ 21 w 36"/>
                <a:gd name="T9" fmla="*/ 8 h 40"/>
                <a:gd name="T10" fmla="*/ 36 w 36"/>
                <a:gd name="T11" fmla="*/ 18 h 40"/>
                <a:gd name="T12" fmla="*/ 34 w 36"/>
                <a:gd name="T13" fmla="*/ 21 h 40"/>
                <a:gd name="T14" fmla="*/ 8 w 36"/>
                <a:gd name="T15" fmla="*/ 23 h 40"/>
                <a:gd name="T16" fmla="*/ 18 w 36"/>
                <a:gd name="T17" fmla="*/ 30 h 40"/>
                <a:gd name="T18" fmla="*/ 21 w 36"/>
                <a:gd name="T19" fmla="*/ 31 h 40"/>
                <a:gd name="T20" fmla="*/ 23 w 36"/>
                <a:gd name="T21" fmla="*/ 32 h 40"/>
                <a:gd name="T22" fmla="*/ 25 w 36"/>
                <a:gd name="T23" fmla="*/ 31 h 40"/>
                <a:gd name="T24" fmla="*/ 26 w 36"/>
                <a:gd name="T25" fmla="*/ 30 h 40"/>
                <a:gd name="T26" fmla="*/ 27 w 36"/>
                <a:gd name="T27" fmla="*/ 30 h 40"/>
                <a:gd name="T28" fmla="*/ 21 w 36"/>
                <a:gd name="T29" fmla="*/ 40 h 40"/>
                <a:gd name="T30" fmla="*/ 20 w 36"/>
                <a:gd name="T31" fmla="*/ 39 h 40"/>
                <a:gd name="T32" fmla="*/ 20 w 36"/>
                <a:gd name="T33" fmla="*/ 37 h 40"/>
                <a:gd name="T34" fmla="*/ 21 w 36"/>
                <a:gd name="T35" fmla="*/ 36 h 40"/>
                <a:gd name="T36" fmla="*/ 20 w 36"/>
                <a:gd name="T37" fmla="*/ 34 h 40"/>
                <a:gd name="T38" fmla="*/ 17 w 36"/>
                <a:gd name="T39" fmla="*/ 32 h 40"/>
                <a:gd name="T40" fmla="*/ 7 w 36"/>
                <a:gd name="T41" fmla="*/ 24 h 40"/>
                <a:gd name="T42" fmla="*/ 6 w 36"/>
                <a:gd name="T43" fmla="*/ 24 h 40"/>
                <a:gd name="T44" fmla="*/ 4 w 36"/>
                <a:gd name="T45" fmla="*/ 23 h 40"/>
                <a:gd name="T46" fmla="*/ 2 w 36"/>
                <a:gd name="T47" fmla="*/ 24 h 40"/>
                <a:gd name="T48" fmla="*/ 1 w 36"/>
                <a:gd name="T49" fmla="*/ 25 h 40"/>
                <a:gd name="T50" fmla="*/ 0 w 36"/>
                <a:gd name="T51" fmla="*/ 24 h 40"/>
                <a:gd name="T52" fmla="*/ 5 w 36"/>
                <a:gd name="T53" fmla="*/ 16 h 40"/>
                <a:gd name="T54" fmla="*/ 28 w 36"/>
                <a:gd name="T55" fmla="*/ 15 h 40"/>
                <a:gd name="T56" fmla="*/ 20 w 36"/>
                <a:gd name="T57" fmla="*/ 9 h 40"/>
                <a:gd name="T58" fmla="*/ 17 w 36"/>
                <a:gd name="T59" fmla="*/ 8 h 40"/>
                <a:gd name="T60" fmla="*/ 15 w 36"/>
                <a:gd name="T61" fmla="*/ 7 h 40"/>
                <a:gd name="T62" fmla="*/ 13 w 36"/>
                <a:gd name="T63" fmla="*/ 8 h 40"/>
                <a:gd name="T64" fmla="*/ 12 w 36"/>
                <a:gd name="T65" fmla="*/ 9 h 40"/>
                <a:gd name="T66" fmla="*/ 11 w 36"/>
                <a:gd name="T67" fmla="*/ 9 h 40"/>
                <a:gd name="T68" fmla="*/ 17 w 36"/>
                <a:gd name="T69" fmla="*/ 0 h 40"/>
                <a:gd name="T70" fmla="*/ 19 w 36"/>
                <a:gd name="T7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" h="40">
                  <a:moveTo>
                    <a:pt x="19" y="0"/>
                  </a:moveTo>
                  <a:cubicBezTo>
                    <a:pt x="18" y="1"/>
                    <a:pt x="18" y="1"/>
                    <a:pt x="18" y="2"/>
                  </a:cubicBezTo>
                  <a:cubicBezTo>
                    <a:pt x="18" y="2"/>
                    <a:pt x="17" y="3"/>
                    <a:pt x="17" y="3"/>
                  </a:cubicBezTo>
                  <a:cubicBezTo>
                    <a:pt x="17" y="4"/>
                    <a:pt x="18" y="5"/>
                    <a:pt x="18" y="5"/>
                  </a:cubicBezTo>
                  <a:cubicBezTo>
                    <a:pt x="19" y="6"/>
                    <a:pt x="20" y="7"/>
                    <a:pt x="21" y="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0" y="31"/>
                    <a:pt x="21" y="31"/>
                    <a:pt x="21" y="31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2"/>
                    <a:pt x="24" y="31"/>
                    <a:pt x="25" y="31"/>
                  </a:cubicBezTo>
                  <a:cubicBezTo>
                    <a:pt x="25" y="30"/>
                    <a:pt x="26" y="30"/>
                    <a:pt x="26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7"/>
                  </a:cubicBezTo>
                  <a:cubicBezTo>
                    <a:pt x="21" y="37"/>
                    <a:pt x="21" y="36"/>
                    <a:pt x="21" y="36"/>
                  </a:cubicBezTo>
                  <a:cubicBezTo>
                    <a:pt x="21" y="35"/>
                    <a:pt x="20" y="34"/>
                    <a:pt x="20" y="34"/>
                  </a:cubicBezTo>
                  <a:cubicBezTo>
                    <a:pt x="20" y="33"/>
                    <a:pt x="19" y="33"/>
                    <a:pt x="17" y="32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6" y="24"/>
                    <a:pt x="6" y="24"/>
                  </a:cubicBezTo>
                  <a:cubicBezTo>
                    <a:pt x="5" y="23"/>
                    <a:pt x="4" y="23"/>
                    <a:pt x="4" y="23"/>
                  </a:cubicBezTo>
                  <a:cubicBezTo>
                    <a:pt x="3" y="24"/>
                    <a:pt x="3" y="24"/>
                    <a:pt x="2" y="24"/>
                  </a:cubicBezTo>
                  <a:cubicBezTo>
                    <a:pt x="2" y="24"/>
                    <a:pt x="1" y="25"/>
                    <a:pt x="1" y="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7"/>
                    <a:pt x="15" y="7"/>
                    <a:pt x="15" y="7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9"/>
                    <a:pt x="12" y="9"/>
                    <a:pt x="12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6" name="Freeform 78">
              <a:extLst>
                <a:ext uri="{FF2B5EF4-FFF2-40B4-BE49-F238E27FC236}">
                  <a16:creationId xmlns:a16="http://schemas.microsoft.com/office/drawing/2014/main" xmlns="" id="{D33A48F4-C17A-C070-7902-8472B647F20A}"/>
                </a:ext>
              </a:extLst>
            </p:cNvPr>
            <p:cNvSpPr/>
            <p:nvPr/>
          </p:nvSpPr>
          <p:spPr bwMode="auto">
            <a:xfrm>
              <a:off x="3852" y="99"/>
              <a:ext cx="27" cy="28"/>
            </a:xfrm>
            <a:custGeom>
              <a:avLst/>
              <a:gdLst>
                <a:gd name="T0" fmla="*/ 28 w 30"/>
                <a:gd name="T1" fmla="*/ 9 h 31"/>
                <a:gd name="T2" fmla="*/ 27 w 30"/>
                <a:gd name="T3" fmla="*/ 10 h 31"/>
                <a:gd name="T4" fmla="*/ 26 w 30"/>
                <a:gd name="T5" fmla="*/ 11 h 31"/>
                <a:gd name="T6" fmla="*/ 26 w 30"/>
                <a:gd name="T7" fmla="*/ 12 h 31"/>
                <a:gd name="T8" fmla="*/ 27 w 30"/>
                <a:gd name="T9" fmla="*/ 13 h 31"/>
                <a:gd name="T10" fmla="*/ 29 w 30"/>
                <a:gd name="T11" fmla="*/ 15 h 31"/>
                <a:gd name="T12" fmla="*/ 29 w 30"/>
                <a:gd name="T13" fmla="*/ 16 h 31"/>
                <a:gd name="T14" fmla="*/ 30 w 30"/>
                <a:gd name="T15" fmla="*/ 17 h 31"/>
                <a:gd name="T16" fmla="*/ 27 w 30"/>
                <a:gd name="T17" fmla="*/ 22 h 31"/>
                <a:gd name="T18" fmla="*/ 23 w 30"/>
                <a:gd name="T19" fmla="*/ 27 h 31"/>
                <a:gd name="T20" fmla="*/ 18 w 30"/>
                <a:gd name="T21" fmla="*/ 30 h 31"/>
                <a:gd name="T22" fmla="*/ 13 w 30"/>
                <a:gd name="T23" fmla="*/ 31 h 31"/>
                <a:gd name="T24" fmla="*/ 8 w 30"/>
                <a:gd name="T25" fmla="*/ 29 h 31"/>
                <a:gd name="T26" fmla="*/ 4 w 30"/>
                <a:gd name="T27" fmla="*/ 25 h 31"/>
                <a:gd name="T28" fmla="*/ 1 w 30"/>
                <a:gd name="T29" fmla="*/ 20 h 31"/>
                <a:gd name="T30" fmla="*/ 1 w 30"/>
                <a:gd name="T31" fmla="*/ 15 h 31"/>
                <a:gd name="T32" fmla="*/ 2 w 30"/>
                <a:gd name="T33" fmla="*/ 10 h 31"/>
                <a:gd name="T34" fmla="*/ 6 w 30"/>
                <a:gd name="T35" fmla="*/ 5 h 31"/>
                <a:gd name="T36" fmla="*/ 10 w 30"/>
                <a:gd name="T37" fmla="*/ 3 h 31"/>
                <a:gd name="T38" fmla="*/ 13 w 30"/>
                <a:gd name="T39" fmla="*/ 2 h 31"/>
                <a:gd name="T40" fmla="*/ 13 w 30"/>
                <a:gd name="T41" fmla="*/ 1 h 31"/>
                <a:gd name="T42" fmla="*/ 15 w 30"/>
                <a:gd name="T43" fmla="*/ 0 h 31"/>
                <a:gd name="T44" fmla="*/ 21 w 30"/>
                <a:gd name="T45" fmla="*/ 7 h 31"/>
                <a:gd name="T46" fmla="*/ 19 w 30"/>
                <a:gd name="T47" fmla="*/ 8 h 31"/>
                <a:gd name="T48" fmla="*/ 13 w 30"/>
                <a:gd name="T49" fmla="*/ 5 h 31"/>
                <a:gd name="T50" fmla="*/ 8 w 30"/>
                <a:gd name="T51" fmla="*/ 7 h 31"/>
                <a:gd name="T52" fmla="*/ 5 w 30"/>
                <a:gd name="T53" fmla="*/ 12 h 31"/>
                <a:gd name="T54" fmla="*/ 9 w 30"/>
                <a:gd name="T55" fmla="*/ 20 h 31"/>
                <a:gd name="T56" fmla="*/ 16 w 30"/>
                <a:gd name="T57" fmla="*/ 26 h 31"/>
                <a:gd name="T58" fmla="*/ 22 w 30"/>
                <a:gd name="T59" fmla="*/ 25 h 31"/>
                <a:gd name="T60" fmla="*/ 24 w 30"/>
                <a:gd name="T61" fmla="*/ 23 h 31"/>
                <a:gd name="T62" fmla="*/ 25 w 30"/>
                <a:gd name="T63" fmla="*/ 21 h 31"/>
                <a:gd name="T64" fmla="*/ 22 w 30"/>
                <a:gd name="T65" fmla="*/ 17 h 31"/>
                <a:gd name="T66" fmla="*/ 21 w 30"/>
                <a:gd name="T67" fmla="*/ 16 h 31"/>
                <a:gd name="T68" fmla="*/ 20 w 30"/>
                <a:gd name="T69" fmla="*/ 16 h 31"/>
                <a:gd name="T70" fmla="*/ 18 w 30"/>
                <a:gd name="T71" fmla="*/ 17 h 31"/>
                <a:gd name="T72" fmla="*/ 17 w 30"/>
                <a:gd name="T73" fmla="*/ 17 h 31"/>
                <a:gd name="T74" fmla="*/ 16 w 30"/>
                <a:gd name="T75" fmla="*/ 16 h 31"/>
                <a:gd name="T76" fmla="*/ 27 w 30"/>
                <a:gd name="T77" fmla="*/ 8 h 31"/>
                <a:gd name="T78" fmla="*/ 28 w 30"/>
                <a:gd name="T79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0" h="31">
                  <a:moveTo>
                    <a:pt x="28" y="9"/>
                  </a:moveTo>
                  <a:cubicBezTo>
                    <a:pt x="27" y="9"/>
                    <a:pt x="27" y="9"/>
                    <a:pt x="27" y="10"/>
                  </a:cubicBezTo>
                  <a:cubicBezTo>
                    <a:pt x="27" y="10"/>
                    <a:pt x="27" y="10"/>
                    <a:pt x="26" y="11"/>
                  </a:cubicBezTo>
                  <a:cubicBezTo>
                    <a:pt x="26" y="11"/>
                    <a:pt x="26" y="11"/>
                    <a:pt x="26" y="12"/>
                  </a:cubicBezTo>
                  <a:cubicBezTo>
                    <a:pt x="26" y="12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9"/>
                    <a:pt x="29" y="20"/>
                    <a:pt x="27" y="22"/>
                  </a:cubicBezTo>
                  <a:cubicBezTo>
                    <a:pt x="26" y="24"/>
                    <a:pt x="24" y="26"/>
                    <a:pt x="23" y="27"/>
                  </a:cubicBezTo>
                  <a:cubicBezTo>
                    <a:pt x="21" y="29"/>
                    <a:pt x="20" y="29"/>
                    <a:pt x="18" y="30"/>
                  </a:cubicBezTo>
                  <a:cubicBezTo>
                    <a:pt x="17" y="31"/>
                    <a:pt x="15" y="31"/>
                    <a:pt x="13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7" y="28"/>
                    <a:pt x="5" y="27"/>
                    <a:pt x="4" y="25"/>
                  </a:cubicBezTo>
                  <a:cubicBezTo>
                    <a:pt x="3" y="24"/>
                    <a:pt x="2" y="22"/>
                    <a:pt x="1" y="20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" y="13"/>
                    <a:pt x="1" y="12"/>
                    <a:pt x="2" y="10"/>
                  </a:cubicBezTo>
                  <a:cubicBezTo>
                    <a:pt x="3" y="8"/>
                    <a:pt x="5" y="7"/>
                    <a:pt x="6" y="5"/>
                  </a:cubicBezTo>
                  <a:cubicBezTo>
                    <a:pt x="7" y="5"/>
                    <a:pt x="9" y="4"/>
                    <a:pt x="10" y="3"/>
                  </a:cubicBezTo>
                  <a:cubicBezTo>
                    <a:pt x="11" y="3"/>
                    <a:pt x="12" y="2"/>
                    <a:pt x="13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7" y="6"/>
                    <a:pt x="15" y="5"/>
                    <a:pt x="13" y="5"/>
                  </a:cubicBezTo>
                  <a:cubicBezTo>
                    <a:pt x="11" y="5"/>
                    <a:pt x="9" y="5"/>
                    <a:pt x="8" y="7"/>
                  </a:cubicBezTo>
                  <a:cubicBezTo>
                    <a:pt x="6" y="8"/>
                    <a:pt x="5" y="10"/>
                    <a:pt x="5" y="12"/>
                  </a:cubicBezTo>
                  <a:cubicBezTo>
                    <a:pt x="6" y="15"/>
                    <a:pt x="7" y="17"/>
                    <a:pt x="9" y="20"/>
                  </a:cubicBezTo>
                  <a:cubicBezTo>
                    <a:pt x="12" y="23"/>
                    <a:pt x="14" y="25"/>
                    <a:pt x="16" y="26"/>
                  </a:cubicBezTo>
                  <a:cubicBezTo>
                    <a:pt x="19" y="27"/>
                    <a:pt x="21" y="27"/>
                    <a:pt x="22" y="25"/>
                  </a:cubicBezTo>
                  <a:cubicBezTo>
                    <a:pt x="23" y="25"/>
                    <a:pt x="24" y="24"/>
                    <a:pt x="24" y="23"/>
                  </a:cubicBezTo>
                  <a:cubicBezTo>
                    <a:pt x="25" y="22"/>
                    <a:pt x="25" y="22"/>
                    <a:pt x="25" y="21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1" y="16"/>
                    <a:pt x="21" y="16"/>
                  </a:cubicBezTo>
                  <a:cubicBezTo>
                    <a:pt x="21" y="16"/>
                    <a:pt x="20" y="16"/>
                    <a:pt x="20" y="16"/>
                  </a:cubicBezTo>
                  <a:cubicBezTo>
                    <a:pt x="19" y="16"/>
                    <a:pt x="19" y="16"/>
                    <a:pt x="18" y="17"/>
                  </a:cubicBezTo>
                  <a:cubicBezTo>
                    <a:pt x="18" y="17"/>
                    <a:pt x="17" y="17"/>
                    <a:pt x="17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7" y="8"/>
                    <a:pt x="27" y="8"/>
                    <a:pt x="27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7" name="Freeform 79">
              <a:extLst>
                <a:ext uri="{FF2B5EF4-FFF2-40B4-BE49-F238E27FC236}">
                  <a16:creationId xmlns:a16="http://schemas.microsoft.com/office/drawing/2014/main" xmlns="" id="{7E93A544-CD26-A058-B392-4F417B82DD70}"/>
                </a:ext>
              </a:extLst>
            </p:cNvPr>
            <p:cNvSpPr/>
            <p:nvPr/>
          </p:nvSpPr>
          <p:spPr bwMode="auto">
            <a:xfrm>
              <a:off x="3906" y="70"/>
              <a:ext cx="27" cy="28"/>
            </a:xfrm>
            <a:custGeom>
              <a:avLst/>
              <a:gdLst>
                <a:gd name="T0" fmla="*/ 29 w 30"/>
                <a:gd name="T1" fmla="*/ 2 h 31"/>
                <a:gd name="T2" fmla="*/ 28 w 30"/>
                <a:gd name="T3" fmla="*/ 3 h 31"/>
                <a:gd name="T4" fmla="*/ 27 w 30"/>
                <a:gd name="T5" fmla="*/ 4 h 31"/>
                <a:gd name="T6" fmla="*/ 26 w 30"/>
                <a:gd name="T7" fmla="*/ 5 h 31"/>
                <a:gd name="T8" fmla="*/ 27 w 30"/>
                <a:gd name="T9" fmla="*/ 9 h 31"/>
                <a:gd name="T10" fmla="*/ 29 w 30"/>
                <a:gd name="T11" fmla="*/ 18 h 31"/>
                <a:gd name="T12" fmla="*/ 28 w 30"/>
                <a:gd name="T13" fmla="*/ 26 h 31"/>
                <a:gd name="T14" fmla="*/ 21 w 30"/>
                <a:gd name="T15" fmla="*/ 30 h 31"/>
                <a:gd name="T16" fmla="*/ 12 w 30"/>
                <a:gd name="T17" fmla="*/ 30 h 31"/>
                <a:gd name="T18" fmla="*/ 8 w 30"/>
                <a:gd name="T19" fmla="*/ 24 h 31"/>
                <a:gd name="T20" fmla="*/ 4 w 30"/>
                <a:gd name="T21" fmla="*/ 11 h 31"/>
                <a:gd name="T22" fmla="*/ 4 w 30"/>
                <a:gd name="T23" fmla="*/ 10 h 31"/>
                <a:gd name="T24" fmla="*/ 3 w 30"/>
                <a:gd name="T25" fmla="*/ 10 h 31"/>
                <a:gd name="T26" fmla="*/ 1 w 30"/>
                <a:gd name="T27" fmla="*/ 10 h 31"/>
                <a:gd name="T28" fmla="*/ 0 w 30"/>
                <a:gd name="T29" fmla="*/ 10 h 31"/>
                <a:gd name="T30" fmla="*/ 0 w 30"/>
                <a:gd name="T31" fmla="*/ 8 h 31"/>
                <a:gd name="T32" fmla="*/ 13 w 30"/>
                <a:gd name="T33" fmla="*/ 5 h 31"/>
                <a:gd name="T34" fmla="*/ 13 w 30"/>
                <a:gd name="T35" fmla="*/ 6 h 31"/>
                <a:gd name="T36" fmla="*/ 12 w 30"/>
                <a:gd name="T37" fmla="*/ 7 h 31"/>
                <a:gd name="T38" fmla="*/ 11 w 30"/>
                <a:gd name="T39" fmla="*/ 7 h 31"/>
                <a:gd name="T40" fmla="*/ 10 w 30"/>
                <a:gd name="T41" fmla="*/ 8 h 31"/>
                <a:gd name="T42" fmla="*/ 10 w 30"/>
                <a:gd name="T43" fmla="*/ 9 h 31"/>
                <a:gd name="T44" fmla="*/ 14 w 30"/>
                <a:gd name="T45" fmla="*/ 22 h 31"/>
                <a:gd name="T46" fmla="*/ 17 w 30"/>
                <a:gd name="T47" fmla="*/ 27 h 31"/>
                <a:gd name="T48" fmla="*/ 22 w 30"/>
                <a:gd name="T49" fmla="*/ 27 h 31"/>
                <a:gd name="T50" fmla="*/ 27 w 30"/>
                <a:gd name="T51" fmla="*/ 24 h 31"/>
                <a:gd name="T52" fmla="*/ 27 w 30"/>
                <a:gd name="T53" fmla="*/ 18 h 31"/>
                <a:gd name="T54" fmla="*/ 25 w 30"/>
                <a:gd name="T55" fmla="*/ 10 h 31"/>
                <a:gd name="T56" fmla="*/ 23 w 30"/>
                <a:gd name="T57" fmla="*/ 6 h 31"/>
                <a:gd name="T58" fmla="*/ 22 w 30"/>
                <a:gd name="T59" fmla="*/ 5 h 31"/>
                <a:gd name="T60" fmla="*/ 20 w 30"/>
                <a:gd name="T61" fmla="*/ 5 h 31"/>
                <a:gd name="T62" fmla="*/ 19 w 30"/>
                <a:gd name="T63" fmla="*/ 5 h 31"/>
                <a:gd name="T64" fmla="*/ 18 w 30"/>
                <a:gd name="T65" fmla="*/ 3 h 31"/>
                <a:gd name="T66" fmla="*/ 29 w 30"/>
                <a:gd name="T67" fmla="*/ 0 h 31"/>
                <a:gd name="T68" fmla="*/ 29 w 30"/>
                <a:gd name="T69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31">
                  <a:moveTo>
                    <a:pt x="29" y="2"/>
                  </a:moveTo>
                  <a:cubicBezTo>
                    <a:pt x="29" y="2"/>
                    <a:pt x="29" y="2"/>
                    <a:pt x="28" y="3"/>
                  </a:cubicBezTo>
                  <a:cubicBezTo>
                    <a:pt x="27" y="3"/>
                    <a:pt x="27" y="3"/>
                    <a:pt x="27" y="4"/>
                  </a:cubicBezTo>
                  <a:cubicBezTo>
                    <a:pt x="26" y="4"/>
                    <a:pt x="26" y="5"/>
                    <a:pt x="26" y="5"/>
                  </a:cubicBezTo>
                  <a:cubicBezTo>
                    <a:pt x="26" y="6"/>
                    <a:pt x="26" y="7"/>
                    <a:pt x="27" y="9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0" y="21"/>
                    <a:pt x="30" y="24"/>
                    <a:pt x="28" y="26"/>
                  </a:cubicBezTo>
                  <a:cubicBezTo>
                    <a:pt x="27" y="28"/>
                    <a:pt x="24" y="29"/>
                    <a:pt x="21" y="30"/>
                  </a:cubicBezTo>
                  <a:cubicBezTo>
                    <a:pt x="18" y="31"/>
                    <a:pt x="15" y="31"/>
                    <a:pt x="12" y="30"/>
                  </a:cubicBezTo>
                  <a:cubicBezTo>
                    <a:pt x="10" y="29"/>
                    <a:pt x="8" y="27"/>
                    <a:pt x="8" y="2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0"/>
                    <a:pt x="4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1" y="10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7"/>
                  </a:cubicBezTo>
                  <a:cubicBezTo>
                    <a:pt x="12" y="7"/>
                    <a:pt x="12" y="7"/>
                    <a:pt x="11" y="7"/>
                  </a:cubicBezTo>
                  <a:cubicBezTo>
                    <a:pt x="11" y="7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8" y="28"/>
                    <a:pt x="20" y="28"/>
                    <a:pt x="22" y="27"/>
                  </a:cubicBezTo>
                  <a:cubicBezTo>
                    <a:pt x="24" y="27"/>
                    <a:pt x="26" y="26"/>
                    <a:pt x="27" y="24"/>
                  </a:cubicBezTo>
                  <a:cubicBezTo>
                    <a:pt x="27" y="23"/>
                    <a:pt x="28" y="21"/>
                    <a:pt x="27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8"/>
                    <a:pt x="24" y="7"/>
                    <a:pt x="23" y="6"/>
                  </a:cubicBezTo>
                  <a:cubicBezTo>
                    <a:pt x="23" y="6"/>
                    <a:pt x="23" y="5"/>
                    <a:pt x="22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19" name="Freeform 80">
              <a:extLst>
                <a:ext uri="{FF2B5EF4-FFF2-40B4-BE49-F238E27FC236}">
                  <a16:creationId xmlns:a16="http://schemas.microsoft.com/office/drawing/2014/main" xmlns="" id="{3DE922B4-258D-C409-6954-DB6054900E3C}"/>
                </a:ext>
              </a:extLst>
            </p:cNvPr>
            <p:cNvSpPr/>
            <p:nvPr/>
          </p:nvSpPr>
          <p:spPr bwMode="auto">
            <a:xfrm>
              <a:off x="3949" y="68"/>
              <a:ext cx="28" cy="25"/>
            </a:xfrm>
            <a:custGeom>
              <a:avLst/>
              <a:gdLst>
                <a:gd name="T0" fmla="*/ 31 w 31"/>
                <a:gd name="T1" fmla="*/ 2 h 27"/>
                <a:gd name="T2" fmla="*/ 29 w 31"/>
                <a:gd name="T3" fmla="*/ 2 h 27"/>
                <a:gd name="T4" fmla="*/ 28 w 31"/>
                <a:gd name="T5" fmla="*/ 3 h 27"/>
                <a:gd name="T6" fmla="*/ 27 w 31"/>
                <a:gd name="T7" fmla="*/ 5 h 27"/>
                <a:gd name="T8" fmla="*/ 26 w 31"/>
                <a:gd name="T9" fmla="*/ 8 h 27"/>
                <a:gd name="T10" fmla="*/ 26 w 31"/>
                <a:gd name="T11" fmla="*/ 27 h 27"/>
                <a:gd name="T12" fmla="*/ 23 w 31"/>
                <a:gd name="T13" fmla="*/ 27 h 27"/>
                <a:gd name="T14" fmla="*/ 7 w 31"/>
                <a:gd name="T15" fmla="*/ 6 h 27"/>
                <a:gd name="T16" fmla="*/ 7 w 31"/>
                <a:gd name="T17" fmla="*/ 19 h 27"/>
                <a:gd name="T18" fmla="*/ 7 w 31"/>
                <a:gd name="T19" fmla="*/ 22 h 27"/>
                <a:gd name="T20" fmla="*/ 8 w 31"/>
                <a:gd name="T21" fmla="*/ 24 h 27"/>
                <a:gd name="T22" fmla="*/ 9 w 31"/>
                <a:gd name="T23" fmla="*/ 25 h 27"/>
                <a:gd name="T24" fmla="*/ 11 w 31"/>
                <a:gd name="T25" fmla="*/ 25 h 27"/>
                <a:gd name="T26" fmla="*/ 11 w 31"/>
                <a:gd name="T27" fmla="*/ 26 h 27"/>
                <a:gd name="T28" fmla="*/ 0 w 31"/>
                <a:gd name="T29" fmla="*/ 26 h 27"/>
                <a:gd name="T30" fmla="*/ 0 w 31"/>
                <a:gd name="T31" fmla="*/ 25 h 27"/>
                <a:gd name="T32" fmla="*/ 2 w 31"/>
                <a:gd name="T33" fmla="*/ 25 h 27"/>
                <a:gd name="T34" fmla="*/ 3 w 31"/>
                <a:gd name="T35" fmla="*/ 24 h 27"/>
                <a:gd name="T36" fmla="*/ 4 w 31"/>
                <a:gd name="T37" fmla="*/ 22 h 27"/>
                <a:gd name="T38" fmla="*/ 4 w 31"/>
                <a:gd name="T39" fmla="*/ 19 h 27"/>
                <a:gd name="T40" fmla="*/ 5 w 31"/>
                <a:gd name="T41" fmla="*/ 6 h 27"/>
                <a:gd name="T42" fmla="*/ 4 w 31"/>
                <a:gd name="T43" fmla="*/ 5 h 27"/>
                <a:gd name="T44" fmla="*/ 3 w 31"/>
                <a:gd name="T45" fmla="*/ 3 h 27"/>
                <a:gd name="T46" fmla="*/ 2 w 31"/>
                <a:gd name="T47" fmla="*/ 2 h 27"/>
                <a:gd name="T48" fmla="*/ 0 w 31"/>
                <a:gd name="T49" fmla="*/ 2 h 27"/>
                <a:gd name="T50" fmla="*/ 0 w 31"/>
                <a:gd name="T51" fmla="*/ 0 h 27"/>
                <a:gd name="T52" fmla="*/ 10 w 31"/>
                <a:gd name="T53" fmla="*/ 0 h 27"/>
                <a:gd name="T54" fmla="*/ 24 w 31"/>
                <a:gd name="T55" fmla="*/ 18 h 27"/>
                <a:gd name="T56" fmla="*/ 24 w 31"/>
                <a:gd name="T57" fmla="*/ 8 h 27"/>
                <a:gd name="T58" fmla="*/ 24 w 31"/>
                <a:gd name="T59" fmla="*/ 5 h 27"/>
                <a:gd name="T60" fmla="*/ 23 w 31"/>
                <a:gd name="T61" fmla="*/ 3 h 27"/>
                <a:gd name="T62" fmla="*/ 21 w 31"/>
                <a:gd name="T63" fmla="*/ 2 h 27"/>
                <a:gd name="T64" fmla="*/ 20 w 31"/>
                <a:gd name="T65" fmla="*/ 2 h 27"/>
                <a:gd name="T66" fmla="*/ 20 w 31"/>
                <a:gd name="T67" fmla="*/ 0 h 27"/>
                <a:gd name="T68" fmla="*/ 31 w 31"/>
                <a:gd name="T69" fmla="*/ 1 h 27"/>
                <a:gd name="T70" fmla="*/ 31 w 31"/>
                <a:gd name="T7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" h="27">
                  <a:moveTo>
                    <a:pt x="31" y="2"/>
                  </a:moveTo>
                  <a:cubicBezTo>
                    <a:pt x="30" y="2"/>
                    <a:pt x="30" y="2"/>
                    <a:pt x="29" y="2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7" y="3"/>
                    <a:pt x="27" y="4"/>
                    <a:pt x="27" y="5"/>
                  </a:cubicBezTo>
                  <a:cubicBezTo>
                    <a:pt x="26" y="5"/>
                    <a:pt x="26" y="7"/>
                    <a:pt x="26" y="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1"/>
                    <a:pt x="7" y="22"/>
                  </a:cubicBezTo>
                  <a:cubicBezTo>
                    <a:pt x="7" y="23"/>
                    <a:pt x="7" y="23"/>
                    <a:pt x="8" y="24"/>
                  </a:cubicBezTo>
                  <a:cubicBezTo>
                    <a:pt x="8" y="24"/>
                    <a:pt x="9" y="24"/>
                    <a:pt x="9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1" y="25"/>
                    <a:pt x="2" y="25"/>
                  </a:cubicBezTo>
                  <a:cubicBezTo>
                    <a:pt x="2" y="24"/>
                    <a:pt x="3" y="24"/>
                    <a:pt x="3" y="24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4" y="22"/>
                    <a:pt x="4" y="20"/>
                    <a:pt x="4" y="1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5"/>
                    <a:pt x="4" y="5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7"/>
                    <a:pt x="24" y="6"/>
                    <a:pt x="24" y="5"/>
                  </a:cubicBezTo>
                  <a:cubicBezTo>
                    <a:pt x="24" y="4"/>
                    <a:pt x="23" y="3"/>
                    <a:pt x="23" y="3"/>
                  </a:cubicBezTo>
                  <a:cubicBezTo>
                    <a:pt x="22" y="3"/>
                    <a:pt x="22" y="3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1"/>
                    <a:pt x="31" y="1"/>
                    <a:pt x="31" y="1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3" name="Freeform 81">
              <a:extLst>
                <a:ext uri="{FF2B5EF4-FFF2-40B4-BE49-F238E27FC236}">
                  <a16:creationId xmlns:a16="http://schemas.microsoft.com/office/drawing/2014/main" xmlns="" id="{E0C631FA-56CB-C2FE-6205-ACB664923428}"/>
                </a:ext>
              </a:extLst>
            </p:cNvPr>
            <p:cNvSpPr/>
            <p:nvPr/>
          </p:nvSpPr>
          <p:spPr bwMode="auto">
            <a:xfrm>
              <a:off x="3989" y="72"/>
              <a:ext cx="18" cy="26"/>
            </a:xfrm>
            <a:custGeom>
              <a:avLst/>
              <a:gdLst>
                <a:gd name="T0" fmla="*/ 14 w 20"/>
                <a:gd name="T1" fmla="*/ 29 h 29"/>
                <a:gd name="T2" fmla="*/ 0 w 20"/>
                <a:gd name="T3" fmla="*/ 26 h 29"/>
                <a:gd name="T4" fmla="*/ 0 w 20"/>
                <a:gd name="T5" fmla="*/ 24 h 29"/>
                <a:gd name="T6" fmla="*/ 2 w 20"/>
                <a:gd name="T7" fmla="*/ 24 h 29"/>
                <a:gd name="T8" fmla="*/ 3 w 20"/>
                <a:gd name="T9" fmla="*/ 25 h 29"/>
                <a:gd name="T10" fmla="*/ 4 w 20"/>
                <a:gd name="T11" fmla="*/ 24 h 29"/>
                <a:gd name="T12" fmla="*/ 5 w 20"/>
                <a:gd name="T13" fmla="*/ 23 h 29"/>
                <a:gd name="T14" fmla="*/ 9 w 20"/>
                <a:gd name="T15" fmla="*/ 5 h 29"/>
                <a:gd name="T16" fmla="*/ 9 w 20"/>
                <a:gd name="T17" fmla="*/ 4 h 29"/>
                <a:gd name="T18" fmla="*/ 9 w 20"/>
                <a:gd name="T19" fmla="*/ 3 h 29"/>
                <a:gd name="T20" fmla="*/ 7 w 20"/>
                <a:gd name="T21" fmla="*/ 2 h 29"/>
                <a:gd name="T22" fmla="*/ 6 w 20"/>
                <a:gd name="T23" fmla="*/ 2 h 29"/>
                <a:gd name="T24" fmla="*/ 6 w 20"/>
                <a:gd name="T25" fmla="*/ 0 h 29"/>
                <a:gd name="T26" fmla="*/ 20 w 20"/>
                <a:gd name="T27" fmla="*/ 4 h 29"/>
                <a:gd name="T28" fmla="*/ 20 w 20"/>
                <a:gd name="T29" fmla="*/ 5 h 29"/>
                <a:gd name="T30" fmla="*/ 19 w 20"/>
                <a:gd name="T31" fmla="*/ 5 h 29"/>
                <a:gd name="T32" fmla="*/ 17 w 20"/>
                <a:gd name="T33" fmla="*/ 5 h 29"/>
                <a:gd name="T34" fmla="*/ 16 w 20"/>
                <a:gd name="T35" fmla="*/ 6 h 29"/>
                <a:gd name="T36" fmla="*/ 16 w 20"/>
                <a:gd name="T37" fmla="*/ 7 h 29"/>
                <a:gd name="T38" fmla="*/ 11 w 20"/>
                <a:gd name="T39" fmla="*/ 25 h 29"/>
                <a:gd name="T40" fmla="*/ 11 w 20"/>
                <a:gd name="T41" fmla="*/ 26 h 29"/>
                <a:gd name="T42" fmla="*/ 12 w 20"/>
                <a:gd name="T43" fmla="*/ 27 h 29"/>
                <a:gd name="T44" fmla="*/ 13 w 20"/>
                <a:gd name="T45" fmla="*/ 27 h 29"/>
                <a:gd name="T46" fmla="*/ 14 w 20"/>
                <a:gd name="T47" fmla="*/ 28 h 29"/>
                <a:gd name="T48" fmla="*/ 14 w 20"/>
                <a:gd name="T4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29">
                  <a:moveTo>
                    <a:pt x="14" y="29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2" y="25"/>
                    <a:pt x="3" y="25"/>
                    <a:pt x="3" y="25"/>
                  </a:cubicBezTo>
                  <a:cubicBezTo>
                    <a:pt x="3" y="25"/>
                    <a:pt x="4" y="24"/>
                    <a:pt x="4" y="24"/>
                  </a:cubicBezTo>
                  <a:cubicBezTo>
                    <a:pt x="4" y="24"/>
                    <a:pt x="4" y="24"/>
                    <a:pt x="5" y="2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4"/>
                    <a:pt x="9" y="4"/>
                  </a:cubicBezTo>
                  <a:cubicBezTo>
                    <a:pt x="9" y="4"/>
                    <a:pt x="9" y="3"/>
                    <a:pt x="9" y="3"/>
                  </a:cubicBezTo>
                  <a:cubicBezTo>
                    <a:pt x="8" y="3"/>
                    <a:pt x="8" y="3"/>
                    <a:pt x="7" y="2"/>
                  </a:cubicBezTo>
                  <a:cubicBezTo>
                    <a:pt x="7" y="2"/>
                    <a:pt x="6" y="2"/>
                    <a:pt x="6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19" y="5"/>
                    <a:pt x="19" y="5"/>
                  </a:cubicBezTo>
                  <a:cubicBezTo>
                    <a:pt x="18" y="5"/>
                    <a:pt x="18" y="5"/>
                    <a:pt x="17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6"/>
                  </a:cubicBezTo>
                  <a:cubicBezTo>
                    <a:pt x="11" y="26"/>
                    <a:pt x="11" y="26"/>
                    <a:pt x="12" y="27"/>
                  </a:cubicBezTo>
                  <a:cubicBezTo>
                    <a:pt x="12" y="27"/>
                    <a:pt x="12" y="27"/>
                    <a:pt x="13" y="27"/>
                  </a:cubicBezTo>
                  <a:cubicBezTo>
                    <a:pt x="13" y="28"/>
                    <a:pt x="14" y="28"/>
                    <a:pt x="14" y="28"/>
                  </a:cubicBez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4" name="Freeform 82">
              <a:extLst>
                <a:ext uri="{FF2B5EF4-FFF2-40B4-BE49-F238E27FC236}">
                  <a16:creationId xmlns:a16="http://schemas.microsoft.com/office/drawing/2014/main" xmlns="" id="{A02B5B1C-6460-DB25-A45A-3FDD214E44F0}"/>
                </a:ext>
              </a:extLst>
            </p:cNvPr>
            <p:cNvSpPr/>
            <p:nvPr/>
          </p:nvSpPr>
          <p:spPr bwMode="auto">
            <a:xfrm>
              <a:off x="4024" y="81"/>
              <a:ext cx="25" cy="28"/>
            </a:xfrm>
            <a:custGeom>
              <a:avLst/>
              <a:gdLst>
                <a:gd name="T0" fmla="*/ 27 w 28"/>
                <a:gd name="T1" fmla="*/ 16 h 31"/>
                <a:gd name="T2" fmla="*/ 26 w 28"/>
                <a:gd name="T3" fmla="*/ 15 h 31"/>
                <a:gd name="T4" fmla="*/ 25 w 28"/>
                <a:gd name="T5" fmla="*/ 15 h 31"/>
                <a:gd name="T6" fmla="*/ 23 w 28"/>
                <a:gd name="T7" fmla="*/ 16 h 31"/>
                <a:gd name="T8" fmla="*/ 22 w 28"/>
                <a:gd name="T9" fmla="*/ 16 h 31"/>
                <a:gd name="T10" fmla="*/ 19 w 28"/>
                <a:gd name="T11" fmla="*/ 19 h 31"/>
                <a:gd name="T12" fmla="*/ 14 w 28"/>
                <a:gd name="T13" fmla="*/ 23 h 31"/>
                <a:gd name="T14" fmla="*/ 9 w 28"/>
                <a:gd name="T15" fmla="*/ 27 h 31"/>
                <a:gd name="T16" fmla="*/ 4 w 28"/>
                <a:gd name="T17" fmla="*/ 31 h 31"/>
                <a:gd name="T18" fmla="*/ 0 w 28"/>
                <a:gd name="T19" fmla="*/ 30 h 31"/>
                <a:gd name="T20" fmla="*/ 2 w 28"/>
                <a:gd name="T21" fmla="*/ 16 h 31"/>
                <a:gd name="T22" fmla="*/ 3 w 28"/>
                <a:gd name="T23" fmla="*/ 6 h 31"/>
                <a:gd name="T24" fmla="*/ 3 w 28"/>
                <a:gd name="T25" fmla="*/ 5 h 31"/>
                <a:gd name="T26" fmla="*/ 2 w 28"/>
                <a:gd name="T27" fmla="*/ 3 h 31"/>
                <a:gd name="T28" fmla="*/ 1 w 28"/>
                <a:gd name="T29" fmla="*/ 2 h 31"/>
                <a:gd name="T30" fmla="*/ 0 w 28"/>
                <a:gd name="T31" fmla="*/ 1 h 31"/>
                <a:gd name="T32" fmla="*/ 1 w 28"/>
                <a:gd name="T33" fmla="*/ 0 h 31"/>
                <a:gd name="T34" fmla="*/ 13 w 28"/>
                <a:gd name="T35" fmla="*/ 7 h 31"/>
                <a:gd name="T36" fmla="*/ 13 w 28"/>
                <a:gd name="T37" fmla="*/ 8 h 31"/>
                <a:gd name="T38" fmla="*/ 10 w 28"/>
                <a:gd name="T39" fmla="*/ 7 h 31"/>
                <a:gd name="T40" fmla="*/ 9 w 28"/>
                <a:gd name="T41" fmla="*/ 7 h 31"/>
                <a:gd name="T42" fmla="*/ 9 w 28"/>
                <a:gd name="T43" fmla="*/ 8 h 31"/>
                <a:gd name="T44" fmla="*/ 9 w 28"/>
                <a:gd name="T45" fmla="*/ 8 h 31"/>
                <a:gd name="T46" fmla="*/ 8 w 28"/>
                <a:gd name="T47" fmla="*/ 14 h 31"/>
                <a:gd name="T48" fmla="*/ 7 w 28"/>
                <a:gd name="T49" fmla="*/ 26 h 31"/>
                <a:gd name="T50" fmla="*/ 13 w 28"/>
                <a:gd name="T51" fmla="*/ 21 h 31"/>
                <a:gd name="T52" fmla="*/ 18 w 28"/>
                <a:gd name="T53" fmla="*/ 17 h 31"/>
                <a:gd name="T54" fmla="*/ 20 w 28"/>
                <a:gd name="T55" fmla="*/ 15 h 31"/>
                <a:gd name="T56" fmla="*/ 21 w 28"/>
                <a:gd name="T57" fmla="*/ 14 h 31"/>
                <a:gd name="T58" fmla="*/ 20 w 28"/>
                <a:gd name="T59" fmla="*/ 13 h 31"/>
                <a:gd name="T60" fmla="*/ 18 w 28"/>
                <a:gd name="T61" fmla="*/ 11 h 31"/>
                <a:gd name="T62" fmla="*/ 19 w 28"/>
                <a:gd name="T63" fmla="*/ 10 h 31"/>
                <a:gd name="T64" fmla="*/ 28 w 28"/>
                <a:gd name="T65" fmla="*/ 14 h 31"/>
                <a:gd name="T66" fmla="*/ 27 w 28"/>
                <a:gd name="T6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31">
                  <a:moveTo>
                    <a:pt x="27" y="16"/>
                  </a:moveTo>
                  <a:cubicBezTo>
                    <a:pt x="27" y="16"/>
                    <a:pt x="26" y="15"/>
                    <a:pt x="26" y="15"/>
                  </a:cubicBezTo>
                  <a:cubicBezTo>
                    <a:pt x="26" y="15"/>
                    <a:pt x="25" y="15"/>
                    <a:pt x="25" y="15"/>
                  </a:cubicBezTo>
                  <a:cubicBezTo>
                    <a:pt x="24" y="15"/>
                    <a:pt x="24" y="15"/>
                    <a:pt x="23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1" y="17"/>
                    <a:pt x="20" y="18"/>
                    <a:pt x="19" y="19"/>
                  </a:cubicBezTo>
                  <a:cubicBezTo>
                    <a:pt x="17" y="20"/>
                    <a:pt x="16" y="21"/>
                    <a:pt x="14" y="23"/>
                  </a:cubicBezTo>
                  <a:cubicBezTo>
                    <a:pt x="12" y="24"/>
                    <a:pt x="11" y="25"/>
                    <a:pt x="9" y="27"/>
                  </a:cubicBezTo>
                  <a:cubicBezTo>
                    <a:pt x="7" y="29"/>
                    <a:pt x="5" y="30"/>
                    <a:pt x="4" y="3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25"/>
                    <a:pt x="1" y="21"/>
                    <a:pt x="2" y="16"/>
                  </a:cubicBezTo>
                  <a:cubicBezTo>
                    <a:pt x="2" y="11"/>
                    <a:pt x="3" y="8"/>
                    <a:pt x="3" y="6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3" y="4"/>
                    <a:pt x="2" y="4"/>
                    <a:pt x="2" y="3"/>
                  </a:cubicBezTo>
                  <a:cubicBezTo>
                    <a:pt x="2" y="3"/>
                    <a:pt x="1" y="2"/>
                    <a:pt x="1" y="2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0" y="7"/>
                    <a:pt x="9" y="7"/>
                    <a:pt x="9" y="7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10"/>
                    <a:pt x="8" y="11"/>
                    <a:pt x="8" y="14"/>
                  </a:cubicBezTo>
                  <a:cubicBezTo>
                    <a:pt x="8" y="17"/>
                    <a:pt x="8" y="21"/>
                    <a:pt x="7" y="26"/>
                  </a:cubicBezTo>
                  <a:cubicBezTo>
                    <a:pt x="10" y="24"/>
                    <a:pt x="12" y="22"/>
                    <a:pt x="13" y="21"/>
                  </a:cubicBezTo>
                  <a:cubicBezTo>
                    <a:pt x="15" y="19"/>
                    <a:pt x="17" y="18"/>
                    <a:pt x="18" y="17"/>
                  </a:cubicBezTo>
                  <a:cubicBezTo>
                    <a:pt x="19" y="16"/>
                    <a:pt x="19" y="16"/>
                    <a:pt x="20" y="15"/>
                  </a:cubicBezTo>
                  <a:cubicBezTo>
                    <a:pt x="20" y="15"/>
                    <a:pt x="21" y="14"/>
                    <a:pt x="21" y="14"/>
                  </a:cubicBezTo>
                  <a:cubicBezTo>
                    <a:pt x="21" y="14"/>
                    <a:pt x="21" y="13"/>
                    <a:pt x="20" y="13"/>
                  </a:cubicBezTo>
                  <a:cubicBezTo>
                    <a:pt x="20" y="12"/>
                    <a:pt x="19" y="12"/>
                    <a:pt x="18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28" y="14"/>
                    <a:pt x="28" y="14"/>
                    <a:pt x="28" y="14"/>
                  </a:cubicBezTo>
                  <a:lnTo>
                    <a:pt x="27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5" name="Freeform 83">
              <a:extLst>
                <a:ext uri="{FF2B5EF4-FFF2-40B4-BE49-F238E27FC236}">
                  <a16:creationId xmlns:a16="http://schemas.microsoft.com/office/drawing/2014/main" xmlns="" id="{D0451B37-B601-DD8D-6906-C26EBC3E5FA6}"/>
                </a:ext>
              </a:extLst>
            </p:cNvPr>
            <p:cNvSpPr/>
            <p:nvPr/>
          </p:nvSpPr>
          <p:spPr bwMode="auto">
            <a:xfrm>
              <a:off x="4046" y="105"/>
              <a:ext cx="32" cy="31"/>
            </a:xfrm>
            <a:custGeom>
              <a:avLst/>
              <a:gdLst>
                <a:gd name="T0" fmla="*/ 31 w 35"/>
                <a:gd name="T1" fmla="*/ 20 h 35"/>
                <a:gd name="T2" fmla="*/ 30 w 35"/>
                <a:gd name="T3" fmla="*/ 19 h 35"/>
                <a:gd name="T4" fmla="*/ 30 w 35"/>
                <a:gd name="T5" fmla="*/ 16 h 35"/>
                <a:gd name="T6" fmla="*/ 30 w 35"/>
                <a:gd name="T7" fmla="*/ 13 h 35"/>
                <a:gd name="T8" fmla="*/ 29 w 35"/>
                <a:gd name="T9" fmla="*/ 11 h 35"/>
                <a:gd name="T10" fmla="*/ 27 w 35"/>
                <a:gd name="T11" fmla="*/ 10 h 35"/>
                <a:gd name="T12" fmla="*/ 25 w 35"/>
                <a:gd name="T13" fmla="*/ 8 h 35"/>
                <a:gd name="T14" fmla="*/ 18 w 35"/>
                <a:gd name="T15" fmla="*/ 15 h 35"/>
                <a:gd name="T16" fmla="*/ 20 w 35"/>
                <a:gd name="T17" fmla="*/ 17 h 35"/>
                <a:gd name="T18" fmla="*/ 21 w 35"/>
                <a:gd name="T19" fmla="*/ 18 h 35"/>
                <a:gd name="T20" fmla="*/ 23 w 35"/>
                <a:gd name="T21" fmla="*/ 18 h 35"/>
                <a:gd name="T22" fmla="*/ 25 w 35"/>
                <a:gd name="T23" fmla="*/ 18 h 35"/>
                <a:gd name="T24" fmla="*/ 26 w 35"/>
                <a:gd name="T25" fmla="*/ 17 h 35"/>
                <a:gd name="T26" fmla="*/ 27 w 35"/>
                <a:gd name="T27" fmla="*/ 18 h 35"/>
                <a:gd name="T28" fmla="*/ 20 w 35"/>
                <a:gd name="T29" fmla="*/ 26 h 35"/>
                <a:gd name="T30" fmla="*/ 19 w 35"/>
                <a:gd name="T31" fmla="*/ 25 h 35"/>
                <a:gd name="T32" fmla="*/ 20 w 35"/>
                <a:gd name="T33" fmla="*/ 23 h 35"/>
                <a:gd name="T34" fmla="*/ 20 w 35"/>
                <a:gd name="T35" fmla="*/ 21 h 35"/>
                <a:gd name="T36" fmla="*/ 20 w 35"/>
                <a:gd name="T37" fmla="*/ 20 h 35"/>
                <a:gd name="T38" fmla="*/ 19 w 35"/>
                <a:gd name="T39" fmla="*/ 18 h 35"/>
                <a:gd name="T40" fmla="*/ 17 w 35"/>
                <a:gd name="T41" fmla="*/ 16 h 35"/>
                <a:gd name="T42" fmla="*/ 12 w 35"/>
                <a:gd name="T43" fmla="*/ 22 h 35"/>
                <a:gd name="T44" fmla="*/ 10 w 35"/>
                <a:gd name="T45" fmla="*/ 23 h 35"/>
                <a:gd name="T46" fmla="*/ 10 w 35"/>
                <a:gd name="T47" fmla="*/ 25 h 35"/>
                <a:gd name="T48" fmla="*/ 11 w 35"/>
                <a:gd name="T49" fmla="*/ 26 h 35"/>
                <a:gd name="T50" fmla="*/ 12 w 35"/>
                <a:gd name="T51" fmla="*/ 27 h 35"/>
                <a:gd name="T52" fmla="*/ 14 w 35"/>
                <a:gd name="T53" fmla="*/ 28 h 35"/>
                <a:gd name="T54" fmla="*/ 15 w 35"/>
                <a:gd name="T55" fmla="*/ 29 h 35"/>
                <a:gd name="T56" fmla="*/ 16 w 35"/>
                <a:gd name="T57" fmla="*/ 30 h 35"/>
                <a:gd name="T58" fmla="*/ 17 w 35"/>
                <a:gd name="T59" fmla="*/ 30 h 35"/>
                <a:gd name="T60" fmla="*/ 20 w 35"/>
                <a:gd name="T61" fmla="*/ 30 h 35"/>
                <a:gd name="T62" fmla="*/ 23 w 35"/>
                <a:gd name="T63" fmla="*/ 29 h 35"/>
                <a:gd name="T64" fmla="*/ 24 w 35"/>
                <a:gd name="T65" fmla="*/ 30 h 35"/>
                <a:gd name="T66" fmla="*/ 18 w 35"/>
                <a:gd name="T67" fmla="*/ 35 h 35"/>
                <a:gd name="T68" fmla="*/ 0 w 35"/>
                <a:gd name="T69" fmla="*/ 19 h 35"/>
                <a:gd name="T70" fmla="*/ 1 w 35"/>
                <a:gd name="T71" fmla="*/ 18 h 35"/>
                <a:gd name="T72" fmla="*/ 3 w 35"/>
                <a:gd name="T73" fmla="*/ 19 h 35"/>
                <a:gd name="T74" fmla="*/ 4 w 35"/>
                <a:gd name="T75" fmla="*/ 19 h 35"/>
                <a:gd name="T76" fmla="*/ 5 w 35"/>
                <a:gd name="T77" fmla="*/ 19 h 35"/>
                <a:gd name="T78" fmla="*/ 6 w 35"/>
                <a:gd name="T79" fmla="*/ 19 h 35"/>
                <a:gd name="T80" fmla="*/ 18 w 35"/>
                <a:gd name="T81" fmla="*/ 5 h 35"/>
                <a:gd name="T82" fmla="*/ 19 w 35"/>
                <a:gd name="T83" fmla="*/ 4 h 35"/>
                <a:gd name="T84" fmla="*/ 19 w 35"/>
                <a:gd name="T85" fmla="*/ 3 h 35"/>
                <a:gd name="T86" fmla="*/ 18 w 35"/>
                <a:gd name="T87" fmla="*/ 2 h 35"/>
                <a:gd name="T88" fmla="*/ 17 w 35"/>
                <a:gd name="T89" fmla="*/ 1 h 35"/>
                <a:gd name="T90" fmla="*/ 18 w 35"/>
                <a:gd name="T91" fmla="*/ 0 h 35"/>
                <a:gd name="T92" fmla="*/ 35 w 35"/>
                <a:gd name="T93" fmla="*/ 15 h 35"/>
                <a:gd name="T94" fmla="*/ 31 w 35"/>
                <a:gd name="T95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" h="35">
                  <a:moveTo>
                    <a:pt x="31" y="20"/>
                  </a:moveTo>
                  <a:cubicBezTo>
                    <a:pt x="30" y="19"/>
                    <a:pt x="30" y="19"/>
                    <a:pt x="30" y="19"/>
                  </a:cubicBezTo>
                  <a:cubicBezTo>
                    <a:pt x="30" y="18"/>
                    <a:pt x="30" y="17"/>
                    <a:pt x="30" y="16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29" y="12"/>
                    <a:pt x="29" y="12"/>
                    <a:pt x="29" y="11"/>
                  </a:cubicBezTo>
                  <a:cubicBezTo>
                    <a:pt x="28" y="11"/>
                    <a:pt x="28" y="11"/>
                    <a:pt x="27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1" y="18"/>
                    <a:pt x="21" y="18"/>
                  </a:cubicBezTo>
                  <a:cubicBezTo>
                    <a:pt x="22" y="18"/>
                    <a:pt x="22" y="18"/>
                    <a:pt x="23" y="18"/>
                  </a:cubicBezTo>
                  <a:cubicBezTo>
                    <a:pt x="23" y="18"/>
                    <a:pt x="24" y="18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4"/>
                    <a:pt x="20" y="24"/>
                    <a:pt x="20" y="23"/>
                  </a:cubicBezTo>
                  <a:cubicBezTo>
                    <a:pt x="20" y="22"/>
                    <a:pt x="20" y="22"/>
                    <a:pt x="20" y="21"/>
                  </a:cubicBezTo>
                  <a:cubicBezTo>
                    <a:pt x="20" y="21"/>
                    <a:pt x="20" y="20"/>
                    <a:pt x="20" y="20"/>
                  </a:cubicBezTo>
                  <a:cubicBezTo>
                    <a:pt x="20" y="19"/>
                    <a:pt x="19" y="19"/>
                    <a:pt x="19" y="18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3"/>
                    <a:pt x="11" y="23"/>
                    <a:pt x="10" y="23"/>
                  </a:cubicBezTo>
                  <a:cubicBezTo>
                    <a:pt x="10" y="24"/>
                    <a:pt x="10" y="24"/>
                    <a:pt x="10" y="25"/>
                  </a:cubicBezTo>
                  <a:cubicBezTo>
                    <a:pt x="10" y="25"/>
                    <a:pt x="10" y="25"/>
                    <a:pt x="11" y="26"/>
                  </a:cubicBezTo>
                  <a:cubicBezTo>
                    <a:pt x="11" y="26"/>
                    <a:pt x="12" y="27"/>
                    <a:pt x="12" y="27"/>
                  </a:cubicBezTo>
                  <a:cubicBezTo>
                    <a:pt x="13" y="28"/>
                    <a:pt x="13" y="28"/>
                    <a:pt x="14" y="28"/>
                  </a:cubicBezTo>
                  <a:cubicBezTo>
                    <a:pt x="14" y="29"/>
                    <a:pt x="14" y="29"/>
                    <a:pt x="15" y="29"/>
                  </a:cubicBezTo>
                  <a:cubicBezTo>
                    <a:pt x="15" y="30"/>
                    <a:pt x="16" y="30"/>
                    <a:pt x="16" y="30"/>
                  </a:cubicBezTo>
                  <a:cubicBezTo>
                    <a:pt x="16" y="30"/>
                    <a:pt x="17" y="31"/>
                    <a:pt x="17" y="30"/>
                  </a:cubicBezTo>
                  <a:cubicBezTo>
                    <a:pt x="18" y="30"/>
                    <a:pt x="19" y="30"/>
                    <a:pt x="20" y="30"/>
                  </a:cubicBezTo>
                  <a:cubicBezTo>
                    <a:pt x="22" y="29"/>
                    <a:pt x="23" y="29"/>
                    <a:pt x="23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2" y="18"/>
                    <a:pt x="2" y="18"/>
                    <a:pt x="3" y="19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4" y="19"/>
                    <a:pt x="5" y="19"/>
                    <a:pt x="5" y="19"/>
                  </a:cubicBezTo>
                  <a:cubicBezTo>
                    <a:pt x="5" y="19"/>
                    <a:pt x="5" y="19"/>
                    <a:pt x="6" y="19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5" y="15"/>
                    <a:pt x="35" y="15"/>
                    <a:pt x="35" y="15"/>
                  </a:cubicBezTo>
                  <a:lnTo>
                    <a:pt x="31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6" name="Freeform 84">
              <a:extLst>
                <a:ext uri="{FF2B5EF4-FFF2-40B4-BE49-F238E27FC236}">
                  <a16:creationId xmlns:a16="http://schemas.microsoft.com/office/drawing/2014/main" xmlns="" id="{F0E31C67-33D9-7FB1-E390-C2ADAECED0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1" y="134"/>
              <a:ext cx="30" cy="35"/>
            </a:xfrm>
            <a:custGeom>
              <a:avLst/>
              <a:gdLst>
                <a:gd name="T0" fmla="*/ 26 w 33"/>
                <a:gd name="T1" fmla="*/ 18 h 39"/>
                <a:gd name="T2" fmla="*/ 28 w 33"/>
                <a:gd name="T3" fmla="*/ 15 h 39"/>
                <a:gd name="T4" fmla="*/ 27 w 33"/>
                <a:gd name="T5" fmla="*/ 11 h 39"/>
                <a:gd name="T6" fmla="*/ 26 w 33"/>
                <a:gd name="T7" fmla="*/ 10 h 39"/>
                <a:gd name="T8" fmla="*/ 17 w 33"/>
                <a:gd name="T9" fmla="*/ 16 h 39"/>
                <a:gd name="T10" fmla="*/ 18 w 33"/>
                <a:gd name="T11" fmla="*/ 17 h 39"/>
                <a:gd name="T12" fmla="*/ 21 w 33"/>
                <a:gd name="T13" fmla="*/ 19 h 39"/>
                <a:gd name="T14" fmla="*/ 26 w 33"/>
                <a:gd name="T15" fmla="*/ 18 h 39"/>
                <a:gd name="T16" fmla="*/ 16 w 33"/>
                <a:gd name="T17" fmla="*/ 39 h 39"/>
                <a:gd name="T18" fmla="*/ 11 w 33"/>
                <a:gd name="T19" fmla="*/ 31 h 39"/>
                <a:gd name="T20" fmla="*/ 14 w 33"/>
                <a:gd name="T21" fmla="*/ 24 h 39"/>
                <a:gd name="T22" fmla="*/ 16 w 33"/>
                <a:gd name="T23" fmla="*/ 17 h 39"/>
                <a:gd name="T24" fmla="*/ 15 w 33"/>
                <a:gd name="T25" fmla="*/ 16 h 39"/>
                <a:gd name="T26" fmla="*/ 9 w 33"/>
                <a:gd name="T27" fmla="*/ 21 h 39"/>
                <a:gd name="T28" fmla="*/ 8 w 33"/>
                <a:gd name="T29" fmla="*/ 22 h 39"/>
                <a:gd name="T30" fmla="*/ 8 w 33"/>
                <a:gd name="T31" fmla="*/ 23 h 39"/>
                <a:gd name="T32" fmla="*/ 8 w 33"/>
                <a:gd name="T33" fmla="*/ 24 h 39"/>
                <a:gd name="T34" fmla="*/ 9 w 33"/>
                <a:gd name="T35" fmla="*/ 25 h 39"/>
                <a:gd name="T36" fmla="*/ 7 w 33"/>
                <a:gd name="T37" fmla="*/ 26 h 39"/>
                <a:gd name="T38" fmla="*/ 0 w 33"/>
                <a:gd name="T39" fmla="*/ 14 h 39"/>
                <a:gd name="T40" fmla="*/ 1 w 33"/>
                <a:gd name="T41" fmla="*/ 13 h 39"/>
                <a:gd name="T42" fmla="*/ 2 w 33"/>
                <a:gd name="T43" fmla="*/ 14 h 39"/>
                <a:gd name="T44" fmla="*/ 3 w 33"/>
                <a:gd name="T45" fmla="*/ 15 h 39"/>
                <a:gd name="T46" fmla="*/ 4 w 33"/>
                <a:gd name="T47" fmla="*/ 16 h 39"/>
                <a:gd name="T48" fmla="*/ 5 w 33"/>
                <a:gd name="T49" fmla="*/ 15 h 39"/>
                <a:gd name="T50" fmla="*/ 21 w 33"/>
                <a:gd name="T51" fmla="*/ 5 h 39"/>
                <a:gd name="T52" fmla="*/ 21 w 33"/>
                <a:gd name="T53" fmla="*/ 5 h 39"/>
                <a:gd name="T54" fmla="*/ 22 w 33"/>
                <a:gd name="T55" fmla="*/ 3 h 39"/>
                <a:gd name="T56" fmla="*/ 21 w 33"/>
                <a:gd name="T57" fmla="*/ 2 h 39"/>
                <a:gd name="T58" fmla="*/ 21 w 33"/>
                <a:gd name="T59" fmla="*/ 1 h 39"/>
                <a:gd name="T60" fmla="*/ 22 w 33"/>
                <a:gd name="T61" fmla="*/ 0 h 39"/>
                <a:gd name="T62" fmla="*/ 30 w 33"/>
                <a:gd name="T63" fmla="*/ 12 h 39"/>
                <a:gd name="T64" fmla="*/ 32 w 33"/>
                <a:gd name="T65" fmla="*/ 19 h 39"/>
                <a:gd name="T66" fmla="*/ 30 w 33"/>
                <a:gd name="T67" fmla="*/ 24 h 39"/>
                <a:gd name="T68" fmla="*/ 25 w 33"/>
                <a:gd name="T69" fmla="*/ 25 h 39"/>
                <a:gd name="T70" fmla="*/ 21 w 33"/>
                <a:gd name="T71" fmla="*/ 22 h 39"/>
                <a:gd name="T72" fmla="*/ 19 w 33"/>
                <a:gd name="T73" fmla="*/ 27 h 39"/>
                <a:gd name="T74" fmla="*/ 17 w 33"/>
                <a:gd name="T75" fmla="*/ 32 h 39"/>
                <a:gd name="T76" fmla="*/ 17 w 33"/>
                <a:gd name="T77" fmla="*/ 34 h 39"/>
                <a:gd name="T78" fmla="*/ 17 w 33"/>
                <a:gd name="T79" fmla="*/ 37 h 39"/>
                <a:gd name="T80" fmla="*/ 17 w 33"/>
                <a:gd name="T81" fmla="*/ 38 h 39"/>
                <a:gd name="T82" fmla="*/ 17 w 33"/>
                <a:gd name="T83" fmla="*/ 38 h 39"/>
                <a:gd name="T84" fmla="*/ 16 w 33"/>
                <a:gd name="T8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39">
                  <a:moveTo>
                    <a:pt x="26" y="18"/>
                  </a:moveTo>
                  <a:cubicBezTo>
                    <a:pt x="27" y="17"/>
                    <a:pt x="28" y="16"/>
                    <a:pt x="28" y="15"/>
                  </a:cubicBezTo>
                  <a:cubicBezTo>
                    <a:pt x="28" y="14"/>
                    <a:pt x="28" y="12"/>
                    <a:pt x="27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8"/>
                    <a:pt x="20" y="19"/>
                    <a:pt x="21" y="19"/>
                  </a:cubicBezTo>
                  <a:cubicBezTo>
                    <a:pt x="22" y="20"/>
                    <a:pt x="24" y="19"/>
                    <a:pt x="26" y="18"/>
                  </a:cubicBezTo>
                  <a:moveTo>
                    <a:pt x="16" y="39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12" y="28"/>
                    <a:pt x="13" y="26"/>
                    <a:pt x="14" y="24"/>
                  </a:cubicBezTo>
                  <a:cubicBezTo>
                    <a:pt x="14" y="22"/>
                    <a:pt x="15" y="20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2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4"/>
                    <a:pt x="9" y="25"/>
                    <a:pt x="9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2" y="15"/>
                    <a:pt x="3" y="15"/>
                    <a:pt x="3" y="15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4" y="16"/>
                    <a:pt x="5" y="16"/>
                    <a:pt x="5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1" y="3"/>
                    <a:pt x="21" y="2"/>
                    <a:pt x="21" y="2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2" y="15"/>
                    <a:pt x="32" y="17"/>
                    <a:pt x="32" y="19"/>
                  </a:cubicBezTo>
                  <a:cubicBezTo>
                    <a:pt x="33" y="21"/>
                    <a:pt x="32" y="23"/>
                    <a:pt x="30" y="24"/>
                  </a:cubicBezTo>
                  <a:cubicBezTo>
                    <a:pt x="28" y="25"/>
                    <a:pt x="27" y="25"/>
                    <a:pt x="25" y="25"/>
                  </a:cubicBezTo>
                  <a:cubicBezTo>
                    <a:pt x="24" y="25"/>
                    <a:pt x="22" y="24"/>
                    <a:pt x="21" y="22"/>
                  </a:cubicBezTo>
                  <a:cubicBezTo>
                    <a:pt x="20" y="24"/>
                    <a:pt x="20" y="25"/>
                    <a:pt x="19" y="27"/>
                  </a:cubicBezTo>
                  <a:cubicBezTo>
                    <a:pt x="18" y="29"/>
                    <a:pt x="18" y="30"/>
                    <a:pt x="17" y="32"/>
                  </a:cubicBezTo>
                  <a:cubicBezTo>
                    <a:pt x="17" y="33"/>
                    <a:pt x="17" y="34"/>
                    <a:pt x="17" y="34"/>
                  </a:cubicBezTo>
                  <a:cubicBezTo>
                    <a:pt x="16" y="35"/>
                    <a:pt x="16" y="36"/>
                    <a:pt x="17" y="37"/>
                  </a:cubicBezTo>
                  <a:cubicBezTo>
                    <a:pt x="17" y="37"/>
                    <a:pt x="17" y="37"/>
                    <a:pt x="17" y="38"/>
                  </a:cubicBezTo>
                  <a:cubicBezTo>
                    <a:pt x="17" y="38"/>
                    <a:pt x="17" y="38"/>
                    <a:pt x="17" y="38"/>
                  </a:cubicBez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7" name="Freeform 85">
              <a:extLst>
                <a:ext uri="{FF2B5EF4-FFF2-40B4-BE49-F238E27FC236}">
                  <a16:creationId xmlns:a16="http://schemas.microsoft.com/office/drawing/2014/main" xmlns="" id="{5D3FEA7A-C9A5-3B36-9BC8-5FDEAFD0F893}"/>
                </a:ext>
              </a:extLst>
            </p:cNvPr>
            <p:cNvSpPr/>
            <p:nvPr/>
          </p:nvSpPr>
          <p:spPr bwMode="auto">
            <a:xfrm>
              <a:off x="4090" y="174"/>
              <a:ext cx="28" cy="22"/>
            </a:xfrm>
            <a:custGeom>
              <a:avLst/>
              <a:gdLst>
                <a:gd name="T0" fmla="*/ 2 w 31"/>
                <a:gd name="T1" fmla="*/ 17 h 25"/>
                <a:gd name="T2" fmla="*/ 2 w 31"/>
                <a:gd name="T3" fmla="*/ 12 h 25"/>
                <a:gd name="T4" fmla="*/ 2 w 31"/>
                <a:gd name="T5" fmla="*/ 8 h 25"/>
                <a:gd name="T6" fmla="*/ 0 w 31"/>
                <a:gd name="T7" fmla="*/ 8 h 25"/>
                <a:gd name="T8" fmla="*/ 0 w 31"/>
                <a:gd name="T9" fmla="*/ 6 h 25"/>
                <a:gd name="T10" fmla="*/ 9 w 31"/>
                <a:gd name="T11" fmla="*/ 3 h 25"/>
                <a:gd name="T12" fmla="*/ 9 w 31"/>
                <a:gd name="T13" fmla="*/ 5 h 25"/>
                <a:gd name="T14" fmla="*/ 7 w 31"/>
                <a:gd name="T15" fmla="*/ 7 h 25"/>
                <a:gd name="T16" fmla="*/ 5 w 31"/>
                <a:gd name="T17" fmla="*/ 9 h 25"/>
                <a:gd name="T18" fmla="*/ 4 w 31"/>
                <a:gd name="T19" fmla="*/ 12 h 25"/>
                <a:gd name="T20" fmla="*/ 4 w 31"/>
                <a:gd name="T21" fmla="*/ 16 h 25"/>
                <a:gd name="T22" fmla="*/ 6 w 31"/>
                <a:gd name="T23" fmla="*/ 19 h 25"/>
                <a:gd name="T24" fmla="*/ 10 w 31"/>
                <a:gd name="T25" fmla="*/ 19 h 25"/>
                <a:gd name="T26" fmla="*/ 12 w 31"/>
                <a:gd name="T27" fmla="*/ 17 h 25"/>
                <a:gd name="T28" fmla="*/ 12 w 31"/>
                <a:gd name="T29" fmla="*/ 13 h 25"/>
                <a:gd name="T30" fmla="*/ 12 w 31"/>
                <a:gd name="T31" fmla="*/ 10 h 25"/>
                <a:gd name="T32" fmla="*/ 12 w 31"/>
                <a:gd name="T33" fmla="*/ 8 h 25"/>
                <a:gd name="T34" fmla="*/ 14 w 31"/>
                <a:gd name="T35" fmla="*/ 3 h 25"/>
                <a:gd name="T36" fmla="*/ 18 w 31"/>
                <a:gd name="T37" fmla="*/ 1 h 25"/>
                <a:gd name="T38" fmla="*/ 21 w 31"/>
                <a:gd name="T39" fmla="*/ 0 h 25"/>
                <a:gd name="T40" fmla="*/ 24 w 31"/>
                <a:gd name="T41" fmla="*/ 1 h 25"/>
                <a:gd name="T42" fmla="*/ 26 w 31"/>
                <a:gd name="T43" fmla="*/ 4 h 25"/>
                <a:gd name="T44" fmla="*/ 28 w 31"/>
                <a:gd name="T45" fmla="*/ 7 h 25"/>
                <a:gd name="T46" fmla="*/ 29 w 31"/>
                <a:gd name="T47" fmla="*/ 12 h 25"/>
                <a:gd name="T48" fmla="*/ 29 w 31"/>
                <a:gd name="T49" fmla="*/ 15 h 25"/>
                <a:gd name="T50" fmla="*/ 30 w 31"/>
                <a:gd name="T51" fmla="*/ 15 h 25"/>
                <a:gd name="T52" fmla="*/ 31 w 31"/>
                <a:gd name="T53" fmla="*/ 17 h 25"/>
                <a:gd name="T54" fmla="*/ 22 w 31"/>
                <a:gd name="T55" fmla="*/ 20 h 25"/>
                <a:gd name="T56" fmla="*/ 22 w 31"/>
                <a:gd name="T57" fmla="*/ 18 h 25"/>
                <a:gd name="T58" fmla="*/ 24 w 31"/>
                <a:gd name="T59" fmla="*/ 16 h 25"/>
                <a:gd name="T60" fmla="*/ 26 w 31"/>
                <a:gd name="T61" fmla="*/ 14 h 25"/>
                <a:gd name="T62" fmla="*/ 27 w 31"/>
                <a:gd name="T63" fmla="*/ 11 h 25"/>
                <a:gd name="T64" fmla="*/ 27 w 31"/>
                <a:gd name="T65" fmla="*/ 9 h 25"/>
                <a:gd name="T66" fmla="*/ 25 w 31"/>
                <a:gd name="T67" fmla="*/ 6 h 25"/>
                <a:gd name="T68" fmla="*/ 22 w 31"/>
                <a:gd name="T69" fmla="*/ 6 h 25"/>
                <a:gd name="T70" fmla="*/ 20 w 31"/>
                <a:gd name="T71" fmla="*/ 7 h 25"/>
                <a:gd name="T72" fmla="*/ 19 w 31"/>
                <a:gd name="T73" fmla="*/ 11 h 25"/>
                <a:gd name="T74" fmla="*/ 19 w 31"/>
                <a:gd name="T75" fmla="*/ 14 h 25"/>
                <a:gd name="T76" fmla="*/ 19 w 31"/>
                <a:gd name="T77" fmla="*/ 17 h 25"/>
                <a:gd name="T78" fmla="*/ 18 w 31"/>
                <a:gd name="T79" fmla="*/ 22 h 25"/>
                <a:gd name="T80" fmla="*/ 14 w 31"/>
                <a:gd name="T81" fmla="*/ 24 h 25"/>
                <a:gd name="T82" fmla="*/ 10 w 31"/>
                <a:gd name="T83" fmla="*/ 25 h 25"/>
                <a:gd name="T84" fmla="*/ 7 w 31"/>
                <a:gd name="T85" fmla="*/ 23 h 25"/>
                <a:gd name="T86" fmla="*/ 4 w 31"/>
                <a:gd name="T87" fmla="*/ 21 h 25"/>
                <a:gd name="T88" fmla="*/ 2 w 31"/>
                <a:gd name="T89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" h="25">
                  <a:moveTo>
                    <a:pt x="2" y="17"/>
                  </a:moveTo>
                  <a:cubicBezTo>
                    <a:pt x="2" y="15"/>
                    <a:pt x="2" y="14"/>
                    <a:pt x="2" y="12"/>
                  </a:cubicBezTo>
                  <a:cubicBezTo>
                    <a:pt x="1" y="11"/>
                    <a:pt x="2" y="10"/>
                    <a:pt x="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6"/>
                    <a:pt x="7" y="7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10"/>
                    <a:pt x="4" y="11"/>
                    <a:pt x="4" y="12"/>
                  </a:cubicBezTo>
                  <a:cubicBezTo>
                    <a:pt x="4" y="13"/>
                    <a:pt x="4" y="15"/>
                    <a:pt x="4" y="16"/>
                  </a:cubicBezTo>
                  <a:cubicBezTo>
                    <a:pt x="5" y="17"/>
                    <a:pt x="5" y="18"/>
                    <a:pt x="6" y="19"/>
                  </a:cubicBezTo>
                  <a:cubicBezTo>
                    <a:pt x="7" y="20"/>
                    <a:pt x="9" y="20"/>
                    <a:pt x="10" y="19"/>
                  </a:cubicBezTo>
                  <a:cubicBezTo>
                    <a:pt x="11" y="19"/>
                    <a:pt x="11" y="18"/>
                    <a:pt x="12" y="17"/>
                  </a:cubicBezTo>
                  <a:cubicBezTo>
                    <a:pt x="12" y="16"/>
                    <a:pt x="12" y="15"/>
                    <a:pt x="12" y="13"/>
                  </a:cubicBezTo>
                  <a:cubicBezTo>
                    <a:pt x="12" y="12"/>
                    <a:pt x="12" y="11"/>
                    <a:pt x="12" y="10"/>
                  </a:cubicBezTo>
                  <a:cubicBezTo>
                    <a:pt x="12" y="10"/>
                    <a:pt x="12" y="9"/>
                    <a:pt x="12" y="8"/>
                  </a:cubicBezTo>
                  <a:cubicBezTo>
                    <a:pt x="13" y="6"/>
                    <a:pt x="13" y="4"/>
                    <a:pt x="14" y="3"/>
                  </a:cubicBezTo>
                  <a:cubicBezTo>
                    <a:pt x="15" y="2"/>
                    <a:pt x="16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2" y="0"/>
                    <a:pt x="23" y="1"/>
                    <a:pt x="24" y="1"/>
                  </a:cubicBezTo>
                  <a:cubicBezTo>
                    <a:pt x="25" y="2"/>
                    <a:pt x="26" y="3"/>
                    <a:pt x="26" y="4"/>
                  </a:cubicBezTo>
                  <a:cubicBezTo>
                    <a:pt x="27" y="5"/>
                    <a:pt x="28" y="6"/>
                    <a:pt x="28" y="7"/>
                  </a:cubicBezTo>
                  <a:cubicBezTo>
                    <a:pt x="29" y="9"/>
                    <a:pt x="29" y="10"/>
                    <a:pt x="29" y="12"/>
                  </a:cubicBezTo>
                  <a:cubicBezTo>
                    <a:pt x="29" y="13"/>
                    <a:pt x="29" y="14"/>
                    <a:pt x="29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8"/>
                    <a:pt x="23" y="17"/>
                    <a:pt x="24" y="16"/>
                  </a:cubicBezTo>
                  <a:cubicBezTo>
                    <a:pt x="25" y="15"/>
                    <a:pt x="26" y="15"/>
                    <a:pt x="26" y="14"/>
                  </a:cubicBezTo>
                  <a:cubicBezTo>
                    <a:pt x="27" y="13"/>
                    <a:pt x="27" y="12"/>
                    <a:pt x="27" y="11"/>
                  </a:cubicBezTo>
                  <a:cubicBezTo>
                    <a:pt x="27" y="11"/>
                    <a:pt x="27" y="10"/>
                    <a:pt x="27" y="9"/>
                  </a:cubicBezTo>
                  <a:cubicBezTo>
                    <a:pt x="26" y="7"/>
                    <a:pt x="26" y="6"/>
                    <a:pt x="25" y="6"/>
                  </a:cubicBezTo>
                  <a:cubicBezTo>
                    <a:pt x="24" y="5"/>
                    <a:pt x="23" y="5"/>
                    <a:pt x="22" y="6"/>
                  </a:cubicBezTo>
                  <a:cubicBezTo>
                    <a:pt x="21" y="6"/>
                    <a:pt x="20" y="7"/>
                    <a:pt x="20" y="7"/>
                  </a:cubicBezTo>
                  <a:cubicBezTo>
                    <a:pt x="19" y="8"/>
                    <a:pt x="19" y="10"/>
                    <a:pt x="19" y="11"/>
                  </a:cubicBezTo>
                  <a:cubicBezTo>
                    <a:pt x="19" y="12"/>
                    <a:pt x="19" y="13"/>
                    <a:pt x="19" y="14"/>
                  </a:cubicBezTo>
                  <a:cubicBezTo>
                    <a:pt x="19" y="15"/>
                    <a:pt x="19" y="16"/>
                    <a:pt x="19" y="17"/>
                  </a:cubicBezTo>
                  <a:cubicBezTo>
                    <a:pt x="19" y="19"/>
                    <a:pt x="18" y="20"/>
                    <a:pt x="18" y="22"/>
                  </a:cubicBezTo>
                  <a:cubicBezTo>
                    <a:pt x="17" y="23"/>
                    <a:pt x="15" y="24"/>
                    <a:pt x="14" y="24"/>
                  </a:cubicBezTo>
                  <a:cubicBezTo>
                    <a:pt x="13" y="25"/>
                    <a:pt x="12" y="25"/>
                    <a:pt x="10" y="25"/>
                  </a:cubicBezTo>
                  <a:cubicBezTo>
                    <a:pt x="9" y="24"/>
                    <a:pt x="8" y="24"/>
                    <a:pt x="7" y="23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4" y="20"/>
                    <a:pt x="3" y="18"/>
                    <a:pt x="2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8" name="Freeform 86">
              <a:extLst>
                <a:ext uri="{FF2B5EF4-FFF2-40B4-BE49-F238E27FC236}">
                  <a16:creationId xmlns:a16="http://schemas.microsoft.com/office/drawing/2014/main" xmlns="" id="{E0D4C684-FE02-1908-B2C2-B6E3010DE411}"/>
                </a:ext>
              </a:extLst>
            </p:cNvPr>
            <p:cNvSpPr/>
            <p:nvPr/>
          </p:nvSpPr>
          <p:spPr bwMode="auto">
            <a:xfrm>
              <a:off x="4098" y="210"/>
              <a:ext cx="26" cy="15"/>
            </a:xfrm>
            <a:custGeom>
              <a:avLst/>
              <a:gdLst>
                <a:gd name="T0" fmla="*/ 2 w 28"/>
                <a:gd name="T1" fmla="*/ 17 h 17"/>
                <a:gd name="T2" fmla="*/ 0 w 28"/>
                <a:gd name="T3" fmla="*/ 2 h 17"/>
                <a:gd name="T4" fmla="*/ 2 w 28"/>
                <a:gd name="T5" fmla="*/ 2 h 17"/>
                <a:gd name="T6" fmla="*/ 2 w 28"/>
                <a:gd name="T7" fmla="*/ 4 h 17"/>
                <a:gd name="T8" fmla="*/ 3 w 28"/>
                <a:gd name="T9" fmla="*/ 5 h 17"/>
                <a:gd name="T10" fmla="*/ 3 w 28"/>
                <a:gd name="T11" fmla="*/ 6 h 17"/>
                <a:gd name="T12" fmla="*/ 4 w 28"/>
                <a:gd name="T13" fmla="*/ 6 h 17"/>
                <a:gd name="T14" fmla="*/ 23 w 28"/>
                <a:gd name="T15" fmla="*/ 4 h 17"/>
                <a:gd name="T16" fmla="*/ 24 w 28"/>
                <a:gd name="T17" fmla="*/ 4 h 17"/>
                <a:gd name="T18" fmla="*/ 25 w 28"/>
                <a:gd name="T19" fmla="*/ 3 h 17"/>
                <a:gd name="T20" fmla="*/ 25 w 28"/>
                <a:gd name="T21" fmla="*/ 1 h 17"/>
                <a:gd name="T22" fmla="*/ 25 w 28"/>
                <a:gd name="T23" fmla="*/ 0 h 17"/>
                <a:gd name="T24" fmla="*/ 26 w 28"/>
                <a:gd name="T25" fmla="*/ 0 h 17"/>
                <a:gd name="T26" fmla="*/ 28 w 28"/>
                <a:gd name="T27" fmla="*/ 14 h 17"/>
                <a:gd name="T28" fmla="*/ 26 w 28"/>
                <a:gd name="T29" fmla="*/ 14 h 17"/>
                <a:gd name="T30" fmla="*/ 26 w 28"/>
                <a:gd name="T31" fmla="*/ 13 h 17"/>
                <a:gd name="T32" fmla="*/ 26 w 28"/>
                <a:gd name="T33" fmla="*/ 12 h 17"/>
                <a:gd name="T34" fmla="*/ 25 w 28"/>
                <a:gd name="T35" fmla="*/ 11 h 17"/>
                <a:gd name="T36" fmla="*/ 24 w 28"/>
                <a:gd name="T37" fmla="*/ 11 h 17"/>
                <a:gd name="T38" fmla="*/ 5 w 28"/>
                <a:gd name="T39" fmla="*/ 12 h 17"/>
                <a:gd name="T40" fmla="*/ 4 w 28"/>
                <a:gd name="T41" fmla="*/ 13 h 17"/>
                <a:gd name="T42" fmla="*/ 4 w 28"/>
                <a:gd name="T43" fmla="*/ 14 h 17"/>
                <a:gd name="T44" fmla="*/ 3 w 28"/>
                <a:gd name="T45" fmla="*/ 15 h 17"/>
                <a:gd name="T46" fmla="*/ 3 w 28"/>
                <a:gd name="T47" fmla="*/ 17 h 17"/>
                <a:gd name="T48" fmla="*/ 2 w 28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17">
                  <a:moveTo>
                    <a:pt x="2" y="17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4" y="4"/>
                    <a:pt x="24" y="4"/>
                  </a:cubicBezTo>
                  <a:cubicBezTo>
                    <a:pt x="24" y="3"/>
                    <a:pt x="25" y="3"/>
                    <a:pt x="25" y="3"/>
                  </a:cubicBezTo>
                  <a:cubicBezTo>
                    <a:pt x="25" y="2"/>
                    <a:pt x="25" y="2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3"/>
                    <a:pt x="26" y="13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1"/>
                    <a:pt x="25" y="11"/>
                    <a:pt x="25" y="11"/>
                  </a:cubicBezTo>
                  <a:cubicBezTo>
                    <a:pt x="25" y="11"/>
                    <a:pt x="24" y="10"/>
                    <a:pt x="24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3"/>
                    <a:pt x="4" y="13"/>
                  </a:cubicBezTo>
                  <a:cubicBezTo>
                    <a:pt x="4" y="13"/>
                    <a:pt x="4" y="13"/>
                    <a:pt x="4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3" y="16"/>
                    <a:pt x="3" y="16"/>
                    <a:pt x="3" y="17"/>
                  </a:cubicBezTo>
                  <a:lnTo>
                    <a:pt x="2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29" name="Freeform 87">
              <a:extLst>
                <a:ext uri="{FF2B5EF4-FFF2-40B4-BE49-F238E27FC236}">
                  <a16:creationId xmlns:a16="http://schemas.microsoft.com/office/drawing/2014/main" xmlns="" id="{D3C29AC2-22A5-68BA-B499-0CDCDCB9C23D}"/>
                </a:ext>
              </a:extLst>
            </p:cNvPr>
            <p:cNvSpPr/>
            <p:nvPr/>
          </p:nvSpPr>
          <p:spPr bwMode="auto">
            <a:xfrm>
              <a:off x="4098" y="241"/>
              <a:ext cx="26" cy="23"/>
            </a:xfrm>
            <a:custGeom>
              <a:avLst/>
              <a:gdLst>
                <a:gd name="T0" fmla="*/ 18 w 28"/>
                <a:gd name="T1" fmla="*/ 25 h 26"/>
                <a:gd name="T2" fmla="*/ 18 w 28"/>
                <a:gd name="T3" fmla="*/ 23 h 26"/>
                <a:gd name="T4" fmla="*/ 22 w 28"/>
                <a:gd name="T5" fmla="*/ 22 h 26"/>
                <a:gd name="T6" fmla="*/ 24 w 28"/>
                <a:gd name="T7" fmla="*/ 20 h 26"/>
                <a:gd name="T8" fmla="*/ 24 w 28"/>
                <a:gd name="T9" fmla="*/ 19 h 26"/>
                <a:gd name="T10" fmla="*/ 25 w 28"/>
                <a:gd name="T11" fmla="*/ 17 h 26"/>
                <a:gd name="T12" fmla="*/ 25 w 28"/>
                <a:gd name="T13" fmla="*/ 16 h 26"/>
                <a:gd name="T14" fmla="*/ 5 w 28"/>
                <a:gd name="T15" fmla="*/ 14 h 26"/>
                <a:gd name="T16" fmla="*/ 3 w 28"/>
                <a:gd name="T17" fmla="*/ 14 h 26"/>
                <a:gd name="T18" fmla="*/ 2 w 28"/>
                <a:gd name="T19" fmla="*/ 15 h 26"/>
                <a:gd name="T20" fmla="*/ 2 w 28"/>
                <a:gd name="T21" fmla="*/ 16 h 26"/>
                <a:gd name="T22" fmla="*/ 2 w 28"/>
                <a:gd name="T23" fmla="*/ 18 h 26"/>
                <a:gd name="T24" fmla="*/ 0 w 28"/>
                <a:gd name="T25" fmla="*/ 17 h 26"/>
                <a:gd name="T26" fmla="*/ 2 w 28"/>
                <a:gd name="T27" fmla="*/ 3 h 26"/>
                <a:gd name="T28" fmla="*/ 3 w 28"/>
                <a:gd name="T29" fmla="*/ 3 h 26"/>
                <a:gd name="T30" fmla="*/ 3 w 28"/>
                <a:gd name="T31" fmla="*/ 5 h 26"/>
                <a:gd name="T32" fmla="*/ 3 w 28"/>
                <a:gd name="T33" fmla="*/ 6 h 26"/>
                <a:gd name="T34" fmla="*/ 4 w 28"/>
                <a:gd name="T35" fmla="*/ 7 h 26"/>
                <a:gd name="T36" fmla="*/ 5 w 28"/>
                <a:gd name="T37" fmla="*/ 7 h 26"/>
                <a:gd name="T38" fmla="*/ 26 w 28"/>
                <a:gd name="T39" fmla="*/ 10 h 26"/>
                <a:gd name="T40" fmla="*/ 26 w 28"/>
                <a:gd name="T41" fmla="*/ 9 h 26"/>
                <a:gd name="T42" fmla="*/ 26 w 28"/>
                <a:gd name="T43" fmla="*/ 7 h 26"/>
                <a:gd name="T44" fmla="*/ 26 w 28"/>
                <a:gd name="T45" fmla="*/ 6 h 26"/>
                <a:gd name="T46" fmla="*/ 24 w 28"/>
                <a:gd name="T47" fmla="*/ 3 h 26"/>
                <a:gd name="T48" fmla="*/ 21 w 28"/>
                <a:gd name="T49" fmla="*/ 1 h 26"/>
                <a:gd name="T50" fmla="*/ 21 w 28"/>
                <a:gd name="T51" fmla="*/ 0 h 26"/>
                <a:gd name="T52" fmla="*/ 28 w 28"/>
                <a:gd name="T53" fmla="*/ 1 h 26"/>
                <a:gd name="T54" fmla="*/ 25 w 28"/>
                <a:gd name="T55" fmla="*/ 26 h 26"/>
                <a:gd name="T56" fmla="*/ 18 w 28"/>
                <a:gd name="T5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26">
                  <a:moveTo>
                    <a:pt x="18" y="25"/>
                  </a:moveTo>
                  <a:cubicBezTo>
                    <a:pt x="18" y="23"/>
                    <a:pt x="18" y="23"/>
                    <a:pt x="18" y="23"/>
                  </a:cubicBezTo>
                  <a:cubicBezTo>
                    <a:pt x="19" y="23"/>
                    <a:pt x="21" y="23"/>
                    <a:pt x="22" y="22"/>
                  </a:cubicBezTo>
                  <a:cubicBezTo>
                    <a:pt x="23" y="21"/>
                    <a:pt x="24" y="21"/>
                    <a:pt x="24" y="20"/>
                  </a:cubicBezTo>
                  <a:cubicBezTo>
                    <a:pt x="24" y="20"/>
                    <a:pt x="24" y="19"/>
                    <a:pt x="24" y="19"/>
                  </a:cubicBezTo>
                  <a:cubicBezTo>
                    <a:pt x="25" y="18"/>
                    <a:pt x="25" y="18"/>
                    <a:pt x="25" y="17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4" y="14"/>
                    <a:pt x="3" y="14"/>
                  </a:cubicBezTo>
                  <a:cubicBezTo>
                    <a:pt x="3" y="14"/>
                    <a:pt x="3" y="14"/>
                    <a:pt x="2" y="15"/>
                  </a:cubicBezTo>
                  <a:cubicBezTo>
                    <a:pt x="2" y="15"/>
                    <a:pt x="2" y="16"/>
                    <a:pt x="2" y="16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4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8"/>
                    <a:pt x="26" y="7"/>
                  </a:cubicBezTo>
                  <a:cubicBezTo>
                    <a:pt x="26" y="7"/>
                    <a:pt x="26" y="6"/>
                    <a:pt x="26" y="6"/>
                  </a:cubicBezTo>
                  <a:cubicBezTo>
                    <a:pt x="26" y="5"/>
                    <a:pt x="25" y="4"/>
                    <a:pt x="24" y="3"/>
                  </a:cubicBezTo>
                  <a:cubicBezTo>
                    <a:pt x="23" y="2"/>
                    <a:pt x="22" y="2"/>
                    <a:pt x="21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5" y="26"/>
                    <a:pt x="25" y="26"/>
                    <a:pt x="25" y="26"/>
                  </a:cubicBezTo>
                  <a:lnTo>
                    <a:pt x="18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0" name="Freeform 88">
              <a:extLst>
                <a:ext uri="{FF2B5EF4-FFF2-40B4-BE49-F238E27FC236}">
                  <a16:creationId xmlns:a16="http://schemas.microsoft.com/office/drawing/2014/main" xmlns="" id="{446FF275-EE7B-C674-DD9A-2A2D6FF8DDF9}"/>
                </a:ext>
              </a:extLst>
            </p:cNvPr>
            <p:cNvSpPr/>
            <p:nvPr/>
          </p:nvSpPr>
          <p:spPr bwMode="auto">
            <a:xfrm>
              <a:off x="4088" y="277"/>
              <a:ext cx="29" cy="28"/>
            </a:xfrm>
            <a:custGeom>
              <a:avLst/>
              <a:gdLst>
                <a:gd name="T0" fmla="*/ 20 w 32"/>
                <a:gd name="T1" fmla="*/ 30 h 31"/>
                <a:gd name="T2" fmla="*/ 21 w 32"/>
                <a:gd name="T3" fmla="*/ 29 h 31"/>
                <a:gd name="T4" fmla="*/ 21 w 32"/>
                <a:gd name="T5" fmla="*/ 28 h 31"/>
                <a:gd name="T6" fmla="*/ 20 w 32"/>
                <a:gd name="T7" fmla="*/ 26 h 31"/>
                <a:gd name="T8" fmla="*/ 19 w 32"/>
                <a:gd name="T9" fmla="*/ 24 h 31"/>
                <a:gd name="T10" fmla="*/ 16 w 32"/>
                <a:gd name="T11" fmla="*/ 21 h 31"/>
                <a:gd name="T12" fmla="*/ 13 w 32"/>
                <a:gd name="T13" fmla="*/ 16 h 31"/>
                <a:gd name="T14" fmla="*/ 11 w 32"/>
                <a:gd name="T15" fmla="*/ 14 h 31"/>
                <a:gd name="T16" fmla="*/ 9 w 32"/>
                <a:gd name="T17" fmla="*/ 13 h 31"/>
                <a:gd name="T18" fmla="*/ 5 w 32"/>
                <a:gd name="T19" fmla="*/ 12 h 31"/>
                <a:gd name="T20" fmla="*/ 4 w 32"/>
                <a:gd name="T21" fmla="*/ 12 h 31"/>
                <a:gd name="T22" fmla="*/ 3 w 32"/>
                <a:gd name="T23" fmla="*/ 12 h 31"/>
                <a:gd name="T24" fmla="*/ 2 w 32"/>
                <a:gd name="T25" fmla="*/ 13 h 31"/>
                <a:gd name="T26" fmla="*/ 2 w 32"/>
                <a:gd name="T27" fmla="*/ 15 h 31"/>
                <a:gd name="T28" fmla="*/ 0 w 32"/>
                <a:gd name="T29" fmla="*/ 14 h 31"/>
                <a:gd name="T30" fmla="*/ 5 w 32"/>
                <a:gd name="T31" fmla="*/ 0 h 31"/>
                <a:gd name="T32" fmla="*/ 7 w 32"/>
                <a:gd name="T33" fmla="*/ 1 h 31"/>
                <a:gd name="T34" fmla="*/ 6 w 32"/>
                <a:gd name="T35" fmla="*/ 2 h 31"/>
                <a:gd name="T36" fmla="*/ 6 w 32"/>
                <a:gd name="T37" fmla="*/ 4 h 31"/>
                <a:gd name="T38" fmla="*/ 6 w 32"/>
                <a:gd name="T39" fmla="*/ 5 h 31"/>
                <a:gd name="T40" fmla="*/ 8 w 32"/>
                <a:gd name="T41" fmla="*/ 6 h 31"/>
                <a:gd name="T42" fmla="*/ 12 w 32"/>
                <a:gd name="T43" fmla="*/ 7 h 31"/>
                <a:gd name="T44" fmla="*/ 13 w 32"/>
                <a:gd name="T45" fmla="*/ 8 h 31"/>
                <a:gd name="T46" fmla="*/ 14 w 32"/>
                <a:gd name="T47" fmla="*/ 8 h 31"/>
                <a:gd name="T48" fmla="*/ 15 w 32"/>
                <a:gd name="T49" fmla="*/ 8 h 31"/>
                <a:gd name="T50" fmla="*/ 16 w 32"/>
                <a:gd name="T51" fmla="*/ 7 h 31"/>
                <a:gd name="T52" fmla="*/ 22 w 32"/>
                <a:gd name="T53" fmla="*/ 7 h 31"/>
                <a:gd name="T54" fmla="*/ 26 w 32"/>
                <a:gd name="T55" fmla="*/ 6 h 31"/>
                <a:gd name="T56" fmla="*/ 28 w 32"/>
                <a:gd name="T57" fmla="*/ 5 h 31"/>
                <a:gd name="T58" fmla="*/ 30 w 32"/>
                <a:gd name="T59" fmla="*/ 4 h 31"/>
                <a:gd name="T60" fmla="*/ 31 w 32"/>
                <a:gd name="T61" fmla="*/ 3 h 31"/>
                <a:gd name="T62" fmla="*/ 31 w 32"/>
                <a:gd name="T63" fmla="*/ 2 h 31"/>
                <a:gd name="T64" fmla="*/ 32 w 32"/>
                <a:gd name="T65" fmla="*/ 3 h 31"/>
                <a:gd name="T66" fmla="*/ 27 w 32"/>
                <a:gd name="T67" fmla="*/ 17 h 31"/>
                <a:gd name="T68" fmla="*/ 26 w 32"/>
                <a:gd name="T69" fmla="*/ 16 h 31"/>
                <a:gd name="T70" fmla="*/ 27 w 32"/>
                <a:gd name="T71" fmla="*/ 13 h 31"/>
                <a:gd name="T72" fmla="*/ 26 w 32"/>
                <a:gd name="T73" fmla="*/ 13 h 31"/>
                <a:gd name="T74" fmla="*/ 25 w 32"/>
                <a:gd name="T75" fmla="*/ 12 h 31"/>
                <a:gd name="T76" fmla="*/ 23 w 32"/>
                <a:gd name="T77" fmla="*/ 13 h 31"/>
                <a:gd name="T78" fmla="*/ 20 w 32"/>
                <a:gd name="T79" fmla="*/ 13 h 31"/>
                <a:gd name="T80" fmla="*/ 14 w 32"/>
                <a:gd name="T81" fmla="*/ 14 h 31"/>
                <a:gd name="T82" fmla="*/ 19 w 32"/>
                <a:gd name="T83" fmla="*/ 21 h 31"/>
                <a:gd name="T84" fmla="*/ 21 w 32"/>
                <a:gd name="T85" fmla="*/ 24 h 31"/>
                <a:gd name="T86" fmla="*/ 23 w 32"/>
                <a:gd name="T87" fmla="*/ 23 h 31"/>
                <a:gd name="T88" fmla="*/ 24 w 32"/>
                <a:gd name="T89" fmla="*/ 21 h 31"/>
                <a:gd name="T90" fmla="*/ 25 w 32"/>
                <a:gd name="T91" fmla="*/ 22 h 31"/>
                <a:gd name="T92" fmla="*/ 22 w 32"/>
                <a:gd name="T93" fmla="*/ 31 h 31"/>
                <a:gd name="T94" fmla="*/ 20 w 32"/>
                <a:gd name="T9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" h="31">
                  <a:moveTo>
                    <a:pt x="20" y="30"/>
                  </a:moveTo>
                  <a:cubicBezTo>
                    <a:pt x="21" y="30"/>
                    <a:pt x="21" y="29"/>
                    <a:pt x="21" y="2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0" y="27"/>
                    <a:pt x="20" y="26"/>
                  </a:cubicBezTo>
                  <a:cubicBezTo>
                    <a:pt x="20" y="25"/>
                    <a:pt x="19" y="25"/>
                    <a:pt x="19" y="24"/>
                  </a:cubicBezTo>
                  <a:cubicBezTo>
                    <a:pt x="18" y="23"/>
                    <a:pt x="17" y="22"/>
                    <a:pt x="16" y="21"/>
                  </a:cubicBezTo>
                  <a:cubicBezTo>
                    <a:pt x="15" y="19"/>
                    <a:pt x="14" y="18"/>
                    <a:pt x="13" y="16"/>
                  </a:cubicBezTo>
                  <a:cubicBezTo>
                    <a:pt x="12" y="15"/>
                    <a:pt x="12" y="15"/>
                    <a:pt x="11" y="14"/>
                  </a:cubicBezTo>
                  <a:cubicBezTo>
                    <a:pt x="11" y="14"/>
                    <a:pt x="10" y="14"/>
                    <a:pt x="9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3" y="12"/>
                    <a:pt x="3" y="13"/>
                    <a:pt x="2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6" y="2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7" y="5"/>
                    <a:pt x="7" y="5"/>
                    <a:pt x="8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7"/>
                    <a:pt x="13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6" y="8"/>
                    <a:pt x="16" y="7"/>
                  </a:cubicBezTo>
                  <a:cubicBezTo>
                    <a:pt x="18" y="7"/>
                    <a:pt x="20" y="7"/>
                    <a:pt x="22" y="7"/>
                  </a:cubicBezTo>
                  <a:cubicBezTo>
                    <a:pt x="23" y="6"/>
                    <a:pt x="25" y="6"/>
                    <a:pt x="26" y="6"/>
                  </a:cubicBezTo>
                  <a:cubicBezTo>
                    <a:pt x="27" y="6"/>
                    <a:pt x="28" y="5"/>
                    <a:pt x="28" y="5"/>
                  </a:cubicBezTo>
                  <a:cubicBezTo>
                    <a:pt x="29" y="5"/>
                    <a:pt x="29" y="5"/>
                    <a:pt x="30" y="4"/>
                  </a:cubicBezTo>
                  <a:cubicBezTo>
                    <a:pt x="30" y="4"/>
                    <a:pt x="30" y="4"/>
                    <a:pt x="31" y="3"/>
                  </a:cubicBezTo>
                  <a:cubicBezTo>
                    <a:pt x="31" y="3"/>
                    <a:pt x="31" y="3"/>
                    <a:pt x="31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5"/>
                    <a:pt x="26" y="14"/>
                    <a:pt x="27" y="13"/>
                  </a:cubicBezTo>
                  <a:cubicBezTo>
                    <a:pt x="27" y="13"/>
                    <a:pt x="26" y="13"/>
                    <a:pt x="26" y="13"/>
                  </a:cubicBezTo>
                  <a:cubicBezTo>
                    <a:pt x="26" y="12"/>
                    <a:pt x="26" y="12"/>
                    <a:pt x="25" y="12"/>
                  </a:cubicBezTo>
                  <a:cubicBezTo>
                    <a:pt x="25" y="12"/>
                    <a:pt x="24" y="13"/>
                    <a:pt x="23" y="13"/>
                  </a:cubicBezTo>
                  <a:cubicBezTo>
                    <a:pt x="22" y="13"/>
                    <a:pt x="21" y="13"/>
                    <a:pt x="20" y="13"/>
                  </a:cubicBezTo>
                  <a:cubicBezTo>
                    <a:pt x="18" y="13"/>
                    <a:pt x="16" y="14"/>
                    <a:pt x="14" y="14"/>
                  </a:cubicBezTo>
                  <a:cubicBezTo>
                    <a:pt x="17" y="18"/>
                    <a:pt x="18" y="20"/>
                    <a:pt x="19" y="21"/>
                  </a:cubicBezTo>
                  <a:cubicBezTo>
                    <a:pt x="20" y="23"/>
                    <a:pt x="21" y="23"/>
                    <a:pt x="21" y="24"/>
                  </a:cubicBezTo>
                  <a:cubicBezTo>
                    <a:pt x="22" y="24"/>
                    <a:pt x="22" y="24"/>
                    <a:pt x="23" y="23"/>
                  </a:cubicBezTo>
                  <a:cubicBezTo>
                    <a:pt x="23" y="23"/>
                    <a:pt x="23" y="22"/>
                    <a:pt x="24" y="21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1" name="Freeform 89">
              <a:extLst>
                <a:ext uri="{FF2B5EF4-FFF2-40B4-BE49-F238E27FC236}">
                  <a16:creationId xmlns:a16="http://schemas.microsoft.com/office/drawing/2014/main" xmlns="" id="{9F40D046-9288-4777-6FDB-4100526A9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9" y="111"/>
              <a:ext cx="242" cy="244"/>
            </a:xfrm>
            <a:custGeom>
              <a:avLst/>
              <a:gdLst>
                <a:gd name="T0" fmla="*/ 203 w 269"/>
                <a:gd name="T1" fmla="*/ 175 h 269"/>
                <a:gd name="T2" fmla="*/ 162 w 269"/>
                <a:gd name="T3" fmla="*/ 135 h 269"/>
                <a:gd name="T4" fmla="*/ 145 w 269"/>
                <a:gd name="T5" fmla="*/ 124 h 269"/>
                <a:gd name="T6" fmla="*/ 124 w 269"/>
                <a:gd name="T7" fmla="*/ 124 h 269"/>
                <a:gd name="T8" fmla="*/ 108 w 269"/>
                <a:gd name="T9" fmla="*/ 135 h 269"/>
                <a:gd name="T10" fmla="*/ 66 w 269"/>
                <a:gd name="T11" fmla="*/ 175 h 269"/>
                <a:gd name="T12" fmla="*/ 57 w 269"/>
                <a:gd name="T13" fmla="*/ 217 h 269"/>
                <a:gd name="T14" fmla="*/ 99 w 269"/>
                <a:gd name="T15" fmla="*/ 166 h 269"/>
                <a:gd name="T16" fmla="*/ 124 w 269"/>
                <a:gd name="T17" fmla="*/ 168 h 269"/>
                <a:gd name="T18" fmla="*/ 115 w 269"/>
                <a:gd name="T19" fmla="*/ 179 h 269"/>
                <a:gd name="T20" fmla="*/ 86 w 269"/>
                <a:gd name="T21" fmla="*/ 228 h 269"/>
                <a:gd name="T22" fmla="*/ 106 w 269"/>
                <a:gd name="T23" fmla="*/ 233 h 269"/>
                <a:gd name="T24" fmla="*/ 135 w 269"/>
                <a:gd name="T25" fmla="*/ 193 h 269"/>
                <a:gd name="T26" fmla="*/ 164 w 269"/>
                <a:gd name="T27" fmla="*/ 233 h 269"/>
                <a:gd name="T28" fmla="*/ 184 w 269"/>
                <a:gd name="T29" fmla="*/ 228 h 269"/>
                <a:gd name="T30" fmla="*/ 154 w 269"/>
                <a:gd name="T31" fmla="*/ 179 h 269"/>
                <a:gd name="T32" fmla="*/ 145 w 269"/>
                <a:gd name="T33" fmla="*/ 168 h 269"/>
                <a:gd name="T34" fmla="*/ 170 w 269"/>
                <a:gd name="T35" fmla="*/ 166 h 269"/>
                <a:gd name="T36" fmla="*/ 213 w 269"/>
                <a:gd name="T37" fmla="*/ 217 h 269"/>
                <a:gd name="T38" fmla="*/ 144 w 269"/>
                <a:gd name="T39" fmla="*/ 33 h 269"/>
                <a:gd name="T40" fmla="*/ 144 w 269"/>
                <a:gd name="T41" fmla="*/ 94 h 269"/>
                <a:gd name="T42" fmla="*/ 152 w 269"/>
                <a:gd name="T43" fmla="*/ 109 h 269"/>
                <a:gd name="T44" fmla="*/ 226 w 269"/>
                <a:gd name="T45" fmla="*/ 169 h 269"/>
                <a:gd name="T46" fmla="*/ 245 w 269"/>
                <a:gd name="T47" fmla="*/ 164 h 269"/>
                <a:gd name="T48" fmla="*/ 204 w 269"/>
                <a:gd name="T49" fmla="*/ 113 h 269"/>
                <a:gd name="T50" fmla="*/ 165 w 269"/>
                <a:gd name="T51" fmla="*/ 68 h 269"/>
                <a:gd name="T52" fmla="*/ 236 w 269"/>
                <a:gd name="T53" fmla="*/ 97 h 269"/>
                <a:gd name="T54" fmla="*/ 199 w 269"/>
                <a:gd name="T55" fmla="*/ 59 h 269"/>
                <a:gd name="T56" fmla="*/ 165 w 269"/>
                <a:gd name="T57" fmla="*/ 33 h 269"/>
                <a:gd name="T58" fmla="*/ 144 w 269"/>
                <a:gd name="T59" fmla="*/ 33 h 269"/>
                <a:gd name="T60" fmla="*/ 104 w 269"/>
                <a:gd name="T61" fmla="*/ 33 h 269"/>
                <a:gd name="T62" fmla="*/ 71 w 269"/>
                <a:gd name="T63" fmla="*/ 59 h 269"/>
                <a:gd name="T64" fmla="*/ 33 w 269"/>
                <a:gd name="T65" fmla="*/ 97 h 269"/>
                <a:gd name="T66" fmla="*/ 104 w 269"/>
                <a:gd name="T67" fmla="*/ 68 h 269"/>
                <a:gd name="T68" fmla="*/ 65 w 269"/>
                <a:gd name="T69" fmla="*/ 113 h 269"/>
                <a:gd name="T70" fmla="*/ 25 w 269"/>
                <a:gd name="T71" fmla="*/ 164 h 269"/>
                <a:gd name="T72" fmla="*/ 44 w 269"/>
                <a:gd name="T73" fmla="*/ 169 h 269"/>
                <a:gd name="T74" fmla="*/ 118 w 269"/>
                <a:gd name="T75" fmla="*/ 109 h 269"/>
                <a:gd name="T76" fmla="*/ 126 w 269"/>
                <a:gd name="T77" fmla="*/ 94 h 269"/>
                <a:gd name="T78" fmla="*/ 126 w 269"/>
                <a:gd name="T79" fmla="*/ 33 h 269"/>
                <a:gd name="T80" fmla="*/ 269 w 269"/>
                <a:gd name="T81" fmla="*/ 135 h 269"/>
                <a:gd name="T82" fmla="*/ 0 w 269"/>
                <a:gd name="T83" fmla="*/ 135 h 269"/>
                <a:gd name="T84" fmla="*/ 269 w 269"/>
                <a:gd name="T85" fmla="*/ 135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9" h="269">
                  <a:moveTo>
                    <a:pt x="218" y="203"/>
                  </a:moveTo>
                  <a:cubicBezTo>
                    <a:pt x="214" y="193"/>
                    <a:pt x="209" y="183"/>
                    <a:pt x="203" y="175"/>
                  </a:cubicBezTo>
                  <a:cubicBezTo>
                    <a:pt x="198" y="166"/>
                    <a:pt x="191" y="158"/>
                    <a:pt x="184" y="151"/>
                  </a:cubicBezTo>
                  <a:cubicBezTo>
                    <a:pt x="177" y="144"/>
                    <a:pt x="170" y="139"/>
                    <a:pt x="162" y="135"/>
                  </a:cubicBezTo>
                  <a:cubicBezTo>
                    <a:pt x="156" y="133"/>
                    <a:pt x="151" y="131"/>
                    <a:pt x="145" y="130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5" y="118"/>
                    <a:pt x="141" y="114"/>
                    <a:pt x="135" y="114"/>
                  </a:cubicBezTo>
                  <a:cubicBezTo>
                    <a:pt x="129" y="114"/>
                    <a:pt x="124" y="118"/>
                    <a:pt x="124" y="124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19" y="131"/>
                    <a:pt x="113" y="133"/>
                    <a:pt x="108" y="135"/>
                  </a:cubicBezTo>
                  <a:cubicBezTo>
                    <a:pt x="100" y="139"/>
                    <a:pt x="92" y="144"/>
                    <a:pt x="85" y="151"/>
                  </a:cubicBezTo>
                  <a:cubicBezTo>
                    <a:pt x="78" y="158"/>
                    <a:pt x="72" y="166"/>
                    <a:pt x="66" y="175"/>
                  </a:cubicBezTo>
                  <a:cubicBezTo>
                    <a:pt x="61" y="183"/>
                    <a:pt x="56" y="193"/>
                    <a:pt x="51" y="203"/>
                  </a:cubicBezTo>
                  <a:cubicBezTo>
                    <a:pt x="49" y="208"/>
                    <a:pt x="51" y="214"/>
                    <a:pt x="57" y="217"/>
                  </a:cubicBezTo>
                  <a:cubicBezTo>
                    <a:pt x="62" y="219"/>
                    <a:pt x="68" y="216"/>
                    <a:pt x="70" y="211"/>
                  </a:cubicBezTo>
                  <a:cubicBezTo>
                    <a:pt x="78" y="192"/>
                    <a:pt x="88" y="177"/>
                    <a:pt x="99" y="166"/>
                  </a:cubicBezTo>
                  <a:cubicBezTo>
                    <a:pt x="107" y="159"/>
                    <a:pt x="116" y="154"/>
                    <a:pt x="124" y="151"/>
                  </a:cubicBezTo>
                  <a:cubicBezTo>
                    <a:pt x="124" y="168"/>
                    <a:pt x="124" y="168"/>
                    <a:pt x="124" y="168"/>
                  </a:cubicBezTo>
                  <a:cubicBezTo>
                    <a:pt x="124" y="174"/>
                    <a:pt x="120" y="176"/>
                    <a:pt x="118" y="177"/>
                  </a:cubicBezTo>
                  <a:cubicBezTo>
                    <a:pt x="117" y="178"/>
                    <a:pt x="116" y="179"/>
                    <a:pt x="115" y="179"/>
                  </a:cubicBezTo>
                  <a:cubicBezTo>
                    <a:pt x="111" y="181"/>
                    <a:pt x="107" y="185"/>
                    <a:pt x="103" y="191"/>
                  </a:cubicBezTo>
                  <a:cubicBezTo>
                    <a:pt x="95" y="201"/>
                    <a:pt x="89" y="214"/>
                    <a:pt x="86" y="228"/>
                  </a:cubicBezTo>
                  <a:cubicBezTo>
                    <a:pt x="85" y="234"/>
                    <a:pt x="88" y="240"/>
                    <a:pt x="94" y="241"/>
                  </a:cubicBezTo>
                  <a:cubicBezTo>
                    <a:pt x="99" y="242"/>
                    <a:pt x="105" y="238"/>
                    <a:pt x="106" y="233"/>
                  </a:cubicBezTo>
                  <a:cubicBezTo>
                    <a:pt x="109" y="221"/>
                    <a:pt x="113" y="211"/>
                    <a:pt x="119" y="203"/>
                  </a:cubicBezTo>
                  <a:cubicBezTo>
                    <a:pt x="122" y="200"/>
                    <a:pt x="128" y="193"/>
                    <a:pt x="135" y="193"/>
                  </a:cubicBezTo>
                  <a:cubicBezTo>
                    <a:pt x="142" y="193"/>
                    <a:pt x="148" y="200"/>
                    <a:pt x="151" y="203"/>
                  </a:cubicBezTo>
                  <a:cubicBezTo>
                    <a:pt x="157" y="211"/>
                    <a:pt x="161" y="221"/>
                    <a:pt x="164" y="233"/>
                  </a:cubicBezTo>
                  <a:cubicBezTo>
                    <a:pt x="165" y="238"/>
                    <a:pt x="170" y="242"/>
                    <a:pt x="176" y="241"/>
                  </a:cubicBezTo>
                  <a:cubicBezTo>
                    <a:pt x="181" y="240"/>
                    <a:pt x="185" y="234"/>
                    <a:pt x="184" y="228"/>
                  </a:cubicBezTo>
                  <a:cubicBezTo>
                    <a:pt x="181" y="214"/>
                    <a:pt x="175" y="201"/>
                    <a:pt x="167" y="191"/>
                  </a:cubicBezTo>
                  <a:cubicBezTo>
                    <a:pt x="163" y="185"/>
                    <a:pt x="158" y="181"/>
                    <a:pt x="154" y="179"/>
                  </a:cubicBezTo>
                  <a:cubicBezTo>
                    <a:pt x="154" y="179"/>
                    <a:pt x="152" y="178"/>
                    <a:pt x="152" y="177"/>
                  </a:cubicBezTo>
                  <a:cubicBezTo>
                    <a:pt x="150" y="176"/>
                    <a:pt x="145" y="174"/>
                    <a:pt x="145" y="168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4" y="154"/>
                    <a:pt x="162" y="159"/>
                    <a:pt x="170" y="166"/>
                  </a:cubicBezTo>
                  <a:cubicBezTo>
                    <a:pt x="181" y="177"/>
                    <a:pt x="191" y="192"/>
                    <a:pt x="200" y="211"/>
                  </a:cubicBezTo>
                  <a:cubicBezTo>
                    <a:pt x="202" y="216"/>
                    <a:pt x="208" y="219"/>
                    <a:pt x="213" y="217"/>
                  </a:cubicBezTo>
                  <a:cubicBezTo>
                    <a:pt x="218" y="214"/>
                    <a:pt x="221" y="208"/>
                    <a:pt x="218" y="203"/>
                  </a:cubicBezTo>
                  <a:moveTo>
                    <a:pt x="144" y="33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144" y="99"/>
                    <a:pt x="144" y="99"/>
                    <a:pt x="144" y="99"/>
                  </a:cubicBezTo>
                  <a:cubicBezTo>
                    <a:pt x="144" y="103"/>
                    <a:pt x="146" y="108"/>
                    <a:pt x="152" y="109"/>
                  </a:cubicBezTo>
                  <a:cubicBezTo>
                    <a:pt x="164" y="111"/>
                    <a:pt x="178" y="119"/>
                    <a:pt x="191" y="129"/>
                  </a:cubicBezTo>
                  <a:cubicBezTo>
                    <a:pt x="204" y="139"/>
                    <a:pt x="215" y="153"/>
                    <a:pt x="226" y="169"/>
                  </a:cubicBezTo>
                  <a:cubicBezTo>
                    <a:pt x="229" y="174"/>
                    <a:pt x="235" y="175"/>
                    <a:pt x="240" y="172"/>
                  </a:cubicBezTo>
                  <a:cubicBezTo>
                    <a:pt x="243" y="170"/>
                    <a:pt x="245" y="167"/>
                    <a:pt x="245" y="164"/>
                  </a:cubicBezTo>
                  <a:cubicBezTo>
                    <a:pt x="245" y="162"/>
                    <a:pt x="244" y="160"/>
                    <a:pt x="243" y="158"/>
                  </a:cubicBezTo>
                  <a:cubicBezTo>
                    <a:pt x="231" y="140"/>
                    <a:pt x="218" y="125"/>
                    <a:pt x="204" y="113"/>
                  </a:cubicBezTo>
                  <a:cubicBezTo>
                    <a:pt x="192" y="103"/>
                    <a:pt x="179" y="95"/>
                    <a:pt x="165" y="91"/>
                  </a:cubicBezTo>
                  <a:cubicBezTo>
                    <a:pt x="165" y="68"/>
                    <a:pt x="165" y="68"/>
                    <a:pt x="165" y="68"/>
                  </a:cubicBezTo>
                  <a:cubicBezTo>
                    <a:pt x="184" y="73"/>
                    <a:pt x="205" y="84"/>
                    <a:pt x="222" y="99"/>
                  </a:cubicBezTo>
                  <a:cubicBezTo>
                    <a:pt x="226" y="102"/>
                    <a:pt x="233" y="102"/>
                    <a:pt x="236" y="97"/>
                  </a:cubicBezTo>
                  <a:cubicBezTo>
                    <a:pt x="240" y="93"/>
                    <a:pt x="240" y="87"/>
                    <a:pt x="235" y="83"/>
                  </a:cubicBezTo>
                  <a:cubicBezTo>
                    <a:pt x="224" y="74"/>
                    <a:pt x="212" y="65"/>
                    <a:pt x="199" y="59"/>
                  </a:cubicBezTo>
                  <a:cubicBezTo>
                    <a:pt x="188" y="53"/>
                    <a:pt x="176" y="49"/>
                    <a:pt x="165" y="46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7"/>
                    <a:pt x="160" y="22"/>
                    <a:pt x="155" y="22"/>
                  </a:cubicBezTo>
                  <a:cubicBezTo>
                    <a:pt x="149" y="22"/>
                    <a:pt x="144" y="27"/>
                    <a:pt x="144" y="33"/>
                  </a:cubicBezTo>
                  <a:moveTo>
                    <a:pt x="115" y="22"/>
                  </a:moveTo>
                  <a:cubicBezTo>
                    <a:pt x="109" y="22"/>
                    <a:pt x="104" y="27"/>
                    <a:pt x="104" y="33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93" y="49"/>
                    <a:pt x="82" y="53"/>
                    <a:pt x="71" y="59"/>
                  </a:cubicBezTo>
                  <a:cubicBezTo>
                    <a:pt x="58" y="65"/>
                    <a:pt x="45" y="74"/>
                    <a:pt x="34" y="83"/>
                  </a:cubicBezTo>
                  <a:cubicBezTo>
                    <a:pt x="30" y="87"/>
                    <a:pt x="30" y="93"/>
                    <a:pt x="33" y="97"/>
                  </a:cubicBezTo>
                  <a:cubicBezTo>
                    <a:pt x="37" y="102"/>
                    <a:pt x="43" y="102"/>
                    <a:pt x="48" y="99"/>
                  </a:cubicBezTo>
                  <a:cubicBezTo>
                    <a:pt x="65" y="84"/>
                    <a:pt x="85" y="73"/>
                    <a:pt x="104" y="68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91" y="95"/>
                    <a:pt x="78" y="103"/>
                    <a:pt x="65" y="113"/>
                  </a:cubicBezTo>
                  <a:cubicBezTo>
                    <a:pt x="51" y="125"/>
                    <a:pt x="38" y="140"/>
                    <a:pt x="26" y="158"/>
                  </a:cubicBezTo>
                  <a:cubicBezTo>
                    <a:pt x="25" y="160"/>
                    <a:pt x="25" y="162"/>
                    <a:pt x="25" y="164"/>
                  </a:cubicBezTo>
                  <a:cubicBezTo>
                    <a:pt x="25" y="167"/>
                    <a:pt x="26" y="170"/>
                    <a:pt x="29" y="172"/>
                  </a:cubicBezTo>
                  <a:cubicBezTo>
                    <a:pt x="34" y="175"/>
                    <a:pt x="41" y="174"/>
                    <a:pt x="44" y="169"/>
                  </a:cubicBezTo>
                  <a:cubicBezTo>
                    <a:pt x="54" y="153"/>
                    <a:pt x="66" y="139"/>
                    <a:pt x="79" y="129"/>
                  </a:cubicBezTo>
                  <a:cubicBezTo>
                    <a:pt x="91" y="119"/>
                    <a:pt x="105" y="111"/>
                    <a:pt x="118" y="109"/>
                  </a:cubicBezTo>
                  <a:cubicBezTo>
                    <a:pt x="123" y="108"/>
                    <a:pt x="126" y="103"/>
                    <a:pt x="126" y="9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27"/>
                    <a:pt x="121" y="22"/>
                    <a:pt x="115" y="22"/>
                  </a:cubicBezTo>
                  <a:moveTo>
                    <a:pt x="269" y="135"/>
                  </a:moveTo>
                  <a:cubicBezTo>
                    <a:pt x="269" y="209"/>
                    <a:pt x="209" y="269"/>
                    <a:pt x="135" y="269"/>
                  </a:cubicBezTo>
                  <a:cubicBezTo>
                    <a:pt x="61" y="269"/>
                    <a:pt x="0" y="209"/>
                    <a:pt x="0" y="135"/>
                  </a:cubicBezTo>
                  <a:cubicBezTo>
                    <a:pt x="0" y="60"/>
                    <a:pt x="61" y="0"/>
                    <a:pt x="135" y="0"/>
                  </a:cubicBezTo>
                  <a:cubicBezTo>
                    <a:pt x="209" y="0"/>
                    <a:pt x="269" y="60"/>
                    <a:pt x="269" y="1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2" name="Freeform 90">
              <a:extLst>
                <a:ext uri="{FF2B5EF4-FFF2-40B4-BE49-F238E27FC236}">
                  <a16:creationId xmlns:a16="http://schemas.microsoft.com/office/drawing/2014/main" xmlns="" id="{B6BEC792-F89B-AEB3-9F77-804B130D6A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6" y="327"/>
              <a:ext cx="33" cy="43"/>
            </a:xfrm>
            <a:custGeom>
              <a:avLst/>
              <a:gdLst>
                <a:gd name="T0" fmla="*/ 26 w 36"/>
                <a:gd name="T1" fmla="*/ 20 h 48"/>
                <a:gd name="T2" fmla="*/ 28 w 36"/>
                <a:gd name="T3" fmla="*/ 16 h 48"/>
                <a:gd name="T4" fmla="*/ 28 w 36"/>
                <a:gd name="T5" fmla="*/ 13 h 48"/>
                <a:gd name="T6" fmla="*/ 28 w 36"/>
                <a:gd name="T7" fmla="*/ 9 h 48"/>
                <a:gd name="T8" fmla="*/ 26 w 36"/>
                <a:gd name="T9" fmla="*/ 6 h 48"/>
                <a:gd name="T10" fmla="*/ 23 w 36"/>
                <a:gd name="T11" fmla="*/ 3 h 48"/>
                <a:gd name="T12" fmla="*/ 18 w 36"/>
                <a:gd name="T13" fmla="*/ 2 h 48"/>
                <a:gd name="T14" fmla="*/ 13 w 36"/>
                <a:gd name="T15" fmla="*/ 2 h 48"/>
                <a:gd name="T16" fmla="*/ 13 w 36"/>
                <a:gd name="T17" fmla="*/ 24 h 48"/>
                <a:gd name="T18" fmla="*/ 17 w 36"/>
                <a:gd name="T19" fmla="*/ 24 h 48"/>
                <a:gd name="T20" fmla="*/ 23 w 36"/>
                <a:gd name="T21" fmla="*/ 22 h 48"/>
                <a:gd name="T22" fmla="*/ 26 w 36"/>
                <a:gd name="T23" fmla="*/ 20 h 48"/>
                <a:gd name="T24" fmla="*/ 36 w 36"/>
                <a:gd name="T25" fmla="*/ 12 h 48"/>
                <a:gd name="T26" fmla="*/ 35 w 36"/>
                <a:gd name="T27" fmla="*/ 18 h 48"/>
                <a:gd name="T28" fmla="*/ 31 w 36"/>
                <a:gd name="T29" fmla="*/ 23 h 48"/>
                <a:gd name="T30" fmla="*/ 25 w 36"/>
                <a:gd name="T31" fmla="*/ 26 h 48"/>
                <a:gd name="T32" fmla="*/ 19 w 36"/>
                <a:gd name="T33" fmla="*/ 27 h 48"/>
                <a:gd name="T34" fmla="*/ 13 w 36"/>
                <a:gd name="T35" fmla="*/ 27 h 48"/>
                <a:gd name="T36" fmla="*/ 13 w 36"/>
                <a:gd name="T37" fmla="*/ 41 h 48"/>
                <a:gd name="T38" fmla="*/ 14 w 36"/>
                <a:gd name="T39" fmla="*/ 43 h 48"/>
                <a:gd name="T40" fmla="*/ 15 w 36"/>
                <a:gd name="T41" fmla="*/ 45 h 48"/>
                <a:gd name="T42" fmla="*/ 18 w 36"/>
                <a:gd name="T43" fmla="*/ 45 h 48"/>
                <a:gd name="T44" fmla="*/ 20 w 36"/>
                <a:gd name="T45" fmla="*/ 45 h 48"/>
                <a:gd name="T46" fmla="*/ 20 w 36"/>
                <a:gd name="T47" fmla="*/ 48 h 48"/>
                <a:gd name="T48" fmla="*/ 0 w 36"/>
                <a:gd name="T49" fmla="*/ 48 h 48"/>
                <a:gd name="T50" fmla="*/ 0 w 36"/>
                <a:gd name="T51" fmla="*/ 45 h 48"/>
                <a:gd name="T52" fmla="*/ 2 w 36"/>
                <a:gd name="T53" fmla="*/ 45 h 48"/>
                <a:gd name="T54" fmla="*/ 4 w 36"/>
                <a:gd name="T55" fmla="*/ 45 h 48"/>
                <a:gd name="T56" fmla="*/ 6 w 36"/>
                <a:gd name="T57" fmla="*/ 43 h 48"/>
                <a:gd name="T58" fmla="*/ 6 w 36"/>
                <a:gd name="T59" fmla="*/ 41 h 48"/>
                <a:gd name="T60" fmla="*/ 6 w 36"/>
                <a:gd name="T61" fmla="*/ 7 h 48"/>
                <a:gd name="T62" fmla="*/ 6 w 36"/>
                <a:gd name="T63" fmla="*/ 4 h 48"/>
                <a:gd name="T64" fmla="*/ 4 w 36"/>
                <a:gd name="T65" fmla="*/ 3 h 48"/>
                <a:gd name="T66" fmla="*/ 2 w 36"/>
                <a:gd name="T67" fmla="*/ 2 h 48"/>
                <a:gd name="T68" fmla="*/ 0 w 36"/>
                <a:gd name="T69" fmla="*/ 2 h 48"/>
                <a:gd name="T70" fmla="*/ 0 w 36"/>
                <a:gd name="T71" fmla="*/ 0 h 48"/>
                <a:gd name="T72" fmla="*/ 21 w 36"/>
                <a:gd name="T73" fmla="*/ 0 h 48"/>
                <a:gd name="T74" fmla="*/ 32 w 36"/>
                <a:gd name="T75" fmla="*/ 3 h 48"/>
                <a:gd name="T76" fmla="*/ 36 w 36"/>
                <a:gd name="T77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6" h="48">
                  <a:moveTo>
                    <a:pt x="26" y="20"/>
                  </a:moveTo>
                  <a:cubicBezTo>
                    <a:pt x="27" y="19"/>
                    <a:pt x="27" y="17"/>
                    <a:pt x="28" y="16"/>
                  </a:cubicBezTo>
                  <a:cubicBezTo>
                    <a:pt x="28" y="15"/>
                    <a:pt x="28" y="14"/>
                    <a:pt x="28" y="13"/>
                  </a:cubicBezTo>
                  <a:cubicBezTo>
                    <a:pt x="28" y="12"/>
                    <a:pt x="28" y="11"/>
                    <a:pt x="28" y="9"/>
                  </a:cubicBezTo>
                  <a:cubicBezTo>
                    <a:pt x="27" y="8"/>
                    <a:pt x="27" y="7"/>
                    <a:pt x="26" y="6"/>
                  </a:cubicBezTo>
                  <a:cubicBezTo>
                    <a:pt x="25" y="5"/>
                    <a:pt x="24" y="4"/>
                    <a:pt x="23" y="3"/>
                  </a:cubicBezTo>
                  <a:cubicBezTo>
                    <a:pt x="22" y="3"/>
                    <a:pt x="20" y="2"/>
                    <a:pt x="18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9" y="24"/>
                    <a:pt x="21" y="23"/>
                    <a:pt x="23" y="22"/>
                  </a:cubicBezTo>
                  <a:cubicBezTo>
                    <a:pt x="24" y="22"/>
                    <a:pt x="25" y="21"/>
                    <a:pt x="26" y="20"/>
                  </a:cubicBezTo>
                  <a:moveTo>
                    <a:pt x="36" y="12"/>
                  </a:moveTo>
                  <a:cubicBezTo>
                    <a:pt x="36" y="14"/>
                    <a:pt x="36" y="16"/>
                    <a:pt x="35" y="18"/>
                  </a:cubicBezTo>
                  <a:cubicBezTo>
                    <a:pt x="34" y="20"/>
                    <a:pt x="33" y="22"/>
                    <a:pt x="31" y="23"/>
                  </a:cubicBezTo>
                  <a:cubicBezTo>
                    <a:pt x="29" y="24"/>
                    <a:pt x="27" y="25"/>
                    <a:pt x="25" y="26"/>
                  </a:cubicBezTo>
                  <a:cubicBezTo>
                    <a:pt x="23" y="26"/>
                    <a:pt x="21" y="27"/>
                    <a:pt x="19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2"/>
                    <a:pt x="14" y="43"/>
                    <a:pt x="14" y="43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5"/>
                    <a:pt x="17" y="45"/>
                    <a:pt x="18" y="45"/>
                  </a:cubicBezTo>
                  <a:cubicBezTo>
                    <a:pt x="19" y="45"/>
                    <a:pt x="20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3" y="45"/>
                    <a:pt x="4" y="45"/>
                    <a:pt x="4" y="45"/>
                  </a:cubicBezTo>
                  <a:cubicBezTo>
                    <a:pt x="5" y="44"/>
                    <a:pt x="5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6" y="4"/>
                    <a:pt x="5" y="3"/>
                    <a:pt x="4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6" y="0"/>
                    <a:pt x="30" y="1"/>
                    <a:pt x="32" y="3"/>
                  </a:cubicBezTo>
                  <a:cubicBezTo>
                    <a:pt x="35" y="5"/>
                    <a:pt x="36" y="8"/>
                    <a:pt x="36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3" name="Freeform 91">
              <a:extLst>
                <a:ext uri="{FF2B5EF4-FFF2-40B4-BE49-F238E27FC236}">
                  <a16:creationId xmlns:a16="http://schemas.microsoft.com/office/drawing/2014/main" xmlns="" id="{1103AAB4-E539-D412-47E6-F3BAD199FA51}"/>
                </a:ext>
              </a:extLst>
            </p:cNvPr>
            <p:cNvSpPr/>
            <p:nvPr/>
          </p:nvSpPr>
          <p:spPr bwMode="auto">
            <a:xfrm>
              <a:off x="4244" y="327"/>
              <a:ext cx="36" cy="43"/>
            </a:xfrm>
            <a:custGeom>
              <a:avLst/>
              <a:gdLst>
                <a:gd name="T0" fmla="*/ 40 w 40"/>
                <a:gd name="T1" fmla="*/ 33 h 48"/>
                <a:gd name="T2" fmla="*/ 39 w 40"/>
                <a:gd name="T3" fmla="*/ 48 h 48"/>
                <a:gd name="T4" fmla="*/ 0 w 40"/>
                <a:gd name="T5" fmla="*/ 48 h 48"/>
                <a:gd name="T6" fmla="*/ 0 w 40"/>
                <a:gd name="T7" fmla="*/ 45 h 48"/>
                <a:gd name="T8" fmla="*/ 2 w 40"/>
                <a:gd name="T9" fmla="*/ 45 h 48"/>
                <a:gd name="T10" fmla="*/ 4 w 40"/>
                <a:gd name="T11" fmla="*/ 44 h 48"/>
                <a:gd name="T12" fmla="*/ 6 w 40"/>
                <a:gd name="T13" fmla="*/ 43 h 48"/>
                <a:gd name="T14" fmla="*/ 6 w 40"/>
                <a:gd name="T15" fmla="*/ 41 h 48"/>
                <a:gd name="T16" fmla="*/ 6 w 40"/>
                <a:gd name="T17" fmla="*/ 7 h 48"/>
                <a:gd name="T18" fmla="*/ 6 w 40"/>
                <a:gd name="T19" fmla="*/ 5 h 48"/>
                <a:gd name="T20" fmla="*/ 4 w 40"/>
                <a:gd name="T21" fmla="*/ 3 h 48"/>
                <a:gd name="T22" fmla="*/ 2 w 40"/>
                <a:gd name="T23" fmla="*/ 2 h 48"/>
                <a:gd name="T24" fmla="*/ 0 w 40"/>
                <a:gd name="T25" fmla="*/ 2 h 48"/>
                <a:gd name="T26" fmla="*/ 0 w 40"/>
                <a:gd name="T27" fmla="*/ 0 h 48"/>
                <a:gd name="T28" fmla="*/ 37 w 40"/>
                <a:gd name="T29" fmla="*/ 0 h 48"/>
                <a:gd name="T30" fmla="*/ 37 w 40"/>
                <a:gd name="T31" fmla="*/ 11 h 48"/>
                <a:gd name="T32" fmla="*/ 34 w 40"/>
                <a:gd name="T33" fmla="*/ 11 h 48"/>
                <a:gd name="T34" fmla="*/ 31 w 40"/>
                <a:gd name="T35" fmla="*/ 6 h 48"/>
                <a:gd name="T36" fmla="*/ 27 w 40"/>
                <a:gd name="T37" fmla="*/ 3 h 48"/>
                <a:gd name="T38" fmla="*/ 24 w 40"/>
                <a:gd name="T39" fmla="*/ 3 h 48"/>
                <a:gd name="T40" fmla="*/ 21 w 40"/>
                <a:gd name="T41" fmla="*/ 2 h 48"/>
                <a:gd name="T42" fmla="*/ 14 w 40"/>
                <a:gd name="T43" fmla="*/ 2 h 48"/>
                <a:gd name="T44" fmla="*/ 14 w 40"/>
                <a:gd name="T45" fmla="*/ 21 h 48"/>
                <a:gd name="T46" fmla="*/ 19 w 40"/>
                <a:gd name="T47" fmla="*/ 21 h 48"/>
                <a:gd name="T48" fmla="*/ 23 w 40"/>
                <a:gd name="T49" fmla="*/ 21 h 48"/>
                <a:gd name="T50" fmla="*/ 25 w 40"/>
                <a:gd name="T51" fmla="*/ 19 h 48"/>
                <a:gd name="T52" fmla="*/ 26 w 40"/>
                <a:gd name="T53" fmla="*/ 17 h 48"/>
                <a:gd name="T54" fmla="*/ 27 w 40"/>
                <a:gd name="T55" fmla="*/ 14 h 48"/>
                <a:gd name="T56" fmla="*/ 29 w 40"/>
                <a:gd name="T57" fmla="*/ 14 h 48"/>
                <a:gd name="T58" fmla="*/ 29 w 40"/>
                <a:gd name="T59" fmla="*/ 32 h 48"/>
                <a:gd name="T60" fmla="*/ 27 w 40"/>
                <a:gd name="T61" fmla="*/ 32 h 48"/>
                <a:gd name="T62" fmla="*/ 26 w 40"/>
                <a:gd name="T63" fmla="*/ 29 h 48"/>
                <a:gd name="T64" fmla="*/ 25 w 40"/>
                <a:gd name="T65" fmla="*/ 26 h 48"/>
                <a:gd name="T66" fmla="*/ 22 w 40"/>
                <a:gd name="T67" fmla="*/ 25 h 48"/>
                <a:gd name="T68" fmla="*/ 19 w 40"/>
                <a:gd name="T69" fmla="*/ 24 h 48"/>
                <a:gd name="T70" fmla="*/ 14 w 40"/>
                <a:gd name="T71" fmla="*/ 24 h 48"/>
                <a:gd name="T72" fmla="*/ 14 w 40"/>
                <a:gd name="T73" fmla="*/ 39 h 48"/>
                <a:gd name="T74" fmla="*/ 14 w 40"/>
                <a:gd name="T75" fmla="*/ 42 h 48"/>
                <a:gd name="T76" fmla="*/ 15 w 40"/>
                <a:gd name="T77" fmla="*/ 44 h 48"/>
                <a:gd name="T78" fmla="*/ 17 w 40"/>
                <a:gd name="T79" fmla="*/ 45 h 48"/>
                <a:gd name="T80" fmla="*/ 22 w 40"/>
                <a:gd name="T81" fmla="*/ 45 h 48"/>
                <a:gd name="T82" fmla="*/ 25 w 40"/>
                <a:gd name="T83" fmla="*/ 45 h 48"/>
                <a:gd name="T84" fmla="*/ 28 w 40"/>
                <a:gd name="T85" fmla="*/ 45 h 48"/>
                <a:gd name="T86" fmla="*/ 30 w 40"/>
                <a:gd name="T87" fmla="*/ 44 h 48"/>
                <a:gd name="T88" fmla="*/ 32 w 40"/>
                <a:gd name="T89" fmla="*/ 43 h 48"/>
                <a:gd name="T90" fmla="*/ 36 w 40"/>
                <a:gd name="T91" fmla="*/ 38 h 48"/>
                <a:gd name="T92" fmla="*/ 38 w 40"/>
                <a:gd name="T93" fmla="*/ 33 h 48"/>
                <a:gd name="T94" fmla="*/ 40 w 40"/>
                <a:gd name="T95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0" h="48">
                  <a:moveTo>
                    <a:pt x="40" y="33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3" y="45"/>
                    <a:pt x="4" y="45"/>
                    <a:pt x="4" y="44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3" y="8"/>
                    <a:pt x="31" y="6"/>
                  </a:cubicBezTo>
                  <a:cubicBezTo>
                    <a:pt x="30" y="4"/>
                    <a:pt x="28" y="3"/>
                    <a:pt x="27" y="3"/>
                  </a:cubicBezTo>
                  <a:cubicBezTo>
                    <a:pt x="26" y="3"/>
                    <a:pt x="25" y="3"/>
                    <a:pt x="24" y="3"/>
                  </a:cubicBezTo>
                  <a:cubicBezTo>
                    <a:pt x="23" y="3"/>
                    <a:pt x="22" y="2"/>
                    <a:pt x="21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1" y="21"/>
                    <a:pt x="22" y="21"/>
                    <a:pt x="23" y="21"/>
                  </a:cubicBezTo>
                  <a:cubicBezTo>
                    <a:pt x="24" y="21"/>
                    <a:pt x="24" y="20"/>
                    <a:pt x="25" y="19"/>
                  </a:cubicBezTo>
                  <a:cubicBezTo>
                    <a:pt x="25" y="19"/>
                    <a:pt x="26" y="18"/>
                    <a:pt x="26" y="17"/>
                  </a:cubicBezTo>
                  <a:cubicBezTo>
                    <a:pt x="26" y="16"/>
                    <a:pt x="27" y="15"/>
                    <a:pt x="27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0"/>
                    <a:pt x="26" y="29"/>
                  </a:cubicBezTo>
                  <a:cubicBezTo>
                    <a:pt x="26" y="28"/>
                    <a:pt x="25" y="27"/>
                    <a:pt x="25" y="26"/>
                  </a:cubicBezTo>
                  <a:cubicBezTo>
                    <a:pt x="24" y="25"/>
                    <a:pt x="23" y="25"/>
                    <a:pt x="22" y="25"/>
                  </a:cubicBezTo>
                  <a:cubicBezTo>
                    <a:pt x="22" y="24"/>
                    <a:pt x="20" y="24"/>
                    <a:pt x="19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4" y="43"/>
                    <a:pt x="14" y="43"/>
                    <a:pt x="15" y="44"/>
                  </a:cubicBezTo>
                  <a:cubicBezTo>
                    <a:pt x="16" y="44"/>
                    <a:pt x="16" y="44"/>
                    <a:pt x="17" y="45"/>
                  </a:cubicBezTo>
                  <a:cubicBezTo>
                    <a:pt x="18" y="45"/>
                    <a:pt x="20" y="45"/>
                    <a:pt x="22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7" y="45"/>
                    <a:pt x="28" y="45"/>
                  </a:cubicBezTo>
                  <a:cubicBezTo>
                    <a:pt x="29" y="45"/>
                    <a:pt x="29" y="44"/>
                    <a:pt x="30" y="44"/>
                  </a:cubicBezTo>
                  <a:cubicBezTo>
                    <a:pt x="31" y="44"/>
                    <a:pt x="32" y="44"/>
                    <a:pt x="32" y="43"/>
                  </a:cubicBezTo>
                  <a:cubicBezTo>
                    <a:pt x="33" y="42"/>
                    <a:pt x="34" y="41"/>
                    <a:pt x="36" y="38"/>
                  </a:cubicBezTo>
                  <a:cubicBezTo>
                    <a:pt x="37" y="36"/>
                    <a:pt x="37" y="35"/>
                    <a:pt x="38" y="33"/>
                  </a:cubicBezTo>
                  <a:lnTo>
                    <a:pt x="4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4" name="Freeform 92">
              <a:extLst>
                <a:ext uri="{FF2B5EF4-FFF2-40B4-BE49-F238E27FC236}">
                  <a16:creationId xmlns:a16="http://schemas.microsoft.com/office/drawing/2014/main" xmlns="" id="{599791E8-4D47-0E01-D108-5CD44023F25E}"/>
                </a:ext>
              </a:extLst>
            </p:cNvPr>
            <p:cNvSpPr/>
            <p:nvPr/>
          </p:nvSpPr>
          <p:spPr bwMode="auto">
            <a:xfrm>
              <a:off x="4283" y="327"/>
              <a:ext cx="42" cy="43"/>
            </a:xfrm>
            <a:custGeom>
              <a:avLst/>
              <a:gdLst>
                <a:gd name="T0" fmla="*/ 47 w 47"/>
                <a:gd name="T1" fmla="*/ 48 h 48"/>
                <a:gd name="T2" fmla="*/ 33 w 47"/>
                <a:gd name="T3" fmla="*/ 48 h 48"/>
                <a:gd name="T4" fmla="*/ 24 w 47"/>
                <a:gd name="T5" fmla="*/ 36 h 48"/>
                <a:gd name="T6" fmla="*/ 15 w 47"/>
                <a:gd name="T7" fmla="*/ 24 h 48"/>
                <a:gd name="T8" fmla="*/ 14 w 47"/>
                <a:gd name="T9" fmla="*/ 24 h 48"/>
                <a:gd name="T10" fmla="*/ 14 w 47"/>
                <a:gd name="T11" fmla="*/ 41 h 48"/>
                <a:gd name="T12" fmla="*/ 14 w 47"/>
                <a:gd name="T13" fmla="*/ 43 h 48"/>
                <a:gd name="T14" fmla="*/ 16 w 47"/>
                <a:gd name="T15" fmla="*/ 44 h 48"/>
                <a:gd name="T16" fmla="*/ 18 w 47"/>
                <a:gd name="T17" fmla="*/ 45 h 48"/>
                <a:gd name="T18" fmla="*/ 20 w 47"/>
                <a:gd name="T19" fmla="*/ 45 h 48"/>
                <a:gd name="T20" fmla="*/ 20 w 47"/>
                <a:gd name="T21" fmla="*/ 48 h 48"/>
                <a:gd name="T22" fmla="*/ 0 w 47"/>
                <a:gd name="T23" fmla="*/ 48 h 48"/>
                <a:gd name="T24" fmla="*/ 0 w 47"/>
                <a:gd name="T25" fmla="*/ 45 h 48"/>
                <a:gd name="T26" fmla="*/ 2 w 47"/>
                <a:gd name="T27" fmla="*/ 45 h 48"/>
                <a:gd name="T28" fmla="*/ 4 w 47"/>
                <a:gd name="T29" fmla="*/ 45 h 48"/>
                <a:gd name="T30" fmla="*/ 6 w 47"/>
                <a:gd name="T31" fmla="*/ 43 h 48"/>
                <a:gd name="T32" fmla="*/ 6 w 47"/>
                <a:gd name="T33" fmla="*/ 41 h 48"/>
                <a:gd name="T34" fmla="*/ 6 w 47"/>
                <a:gd name="T35" fmla="*/ 7 h 48"/>
                <a:gd name="T36" fmla="*/ 6 w 47"/>
                <a:gd name="T37" fmla="*/ 5 h 48"/>
                <a:gd name="T38" fmla="*/ 4 w 47"/>
                <a:gd name="T39" fmla="*/ 3 h 48"/>
                <a:gd name="T40" fmla="*/ 2 w 47"/>
                <a:gd name="T41" fmla="*/ 2 h 48"/>
                <a:gd name="T42" fmla="*/ 0 w 47"/>
                <a:gd name="T43" fmla="*/ 2 h 48"/>
                <a:gd name="T44" fmla="*/ 0 w 47"/>
                <a:gd name="T45" fmla="*/ 0 h 48"/>
                <a:gd name="T46" fmla="*/ 20 w 47"/>
                <a:gd name="T47" fmla="*/ 0 h 48"/>
                <a:gd name="T48" fmla="*/ 20 w 47"/>
                <a:gd name="T49" fmla="*/ 2 h 48"/>
                <a:gd name="T50" fmla="*/ 18 w 47"/>
                <a:gd name="T51" fmla="*/ 2 h 48"/>
                <a:gd name="T52" fmla="*/ 16 w 47"/>
                <a:gd name="T53" fmla="*/ 3 h 48"/>
                <a:gd name="T54" fmla="*/ 14 w 47"/>
                <a:gd name="T55" fmla="*/ 4 h 48"/>
                <a:gd name="T56" fmla="*/ 14 w 47"/>
                <a:gd name="T57" fmla="*/ 6 h 48"/>
                <a:gd name="T58" fmla="*/ 14 w 47"/>
                <a:gd name="T59" fmla="*/ 23 h 48"/>
                <a:gd name="T60" fmla="*/ 14 w 47"/>
                <a:gd name="T61" fmla="*/ 23 h 48"/>
                <a:gd name="T62" fmla="*/ 20 w 47"/>
                <a:gd name="T63" fmla="*/ 18 h 48"/>
                <a:gd name="T64" fmla="*/ 26 w 47"/>
                <a:gd name="T65" fmla="*/ 12 h 48"/>
                <a:gd name="T66" fmla="*/ 30 w 47"/>
                <a:gd name="T67" fmla="*/ 7 h 48"/>
                <a:gd name="T68" fmla="*/ 31 w 47"/>
                <a:gd name="T69" fmla="*/ 4 h 48"/>
                <a:gd name="T70" fmla="*/ 30 w 47"/>
                <a:gd name="T71" fmla="*/ 3 h 48"/>
                <a:gd name="T72" fmla="*/ 29 w 47"/>
                <a:gd name="T73" fmla="*/ 2 h 48"/>
                <a:gd name="T74" fmla="*/ 27 w 47"/>
                <a:gd name="T75" fmla="*/ 2 h 48"/>
                <a:gd name="T76" fmla="*/ 26 w 47"/>
                <a:gd name="T77" fmla="*/ 2 h 48"/>
                <a:gd name="T78" fmla="*/ 26 w 47"/>
                <a:gd name="T79" fmla="*/ 0 h 48"/>
                <a:gd name="T80" fmla="*/ 44 w 47"/>
                <a:gd name="T81" fmla="*/ 0 h 48"/>
                <a:gd name="T82" fmla="*/ 44 w 47"/>
                <a:gd name="T83" fmla="*/ 2 h 48"/>
                <a:gd name="T84" fmla="*/ 43 w 47"/>
                <a:gd name="T85" fmla="*/ 2 h 48"/>
                <a:gd name="T86" fmla="*/ 43 w 47"/>
                <a:gd name="T87" fmla="*/ 2 h 48"/>
                <a:gd name="T88" fmla="*/ 42 w 47"/>
                <a:gd name="T89" fmla="*/ 2 h 48"/>
                <a:gd name="T90" fmla="*/ 40 w 47"/>
                <a:gd name="T91" fmla="*/ 3 h 48"/>
                <a:gd name="T92" fmla="*/ 38 w 47"/>
                <a:gd name="T93" fmla="*/ 3 h 48"/>
                <a:gd name="T94" fmla="*/ 36 w 47"/>
                <a:gd name="T95" fmla="*/ 5 h 48"/>
                <a:gd name="T96" fmla="*/ 29 w 47"/>
                <a:gd name="T97" fmla="*/ 13 h 48"/>
                <a:gd name="T98" fmla="*/ 21 w 47"/>
                <a:gd name="T99" fmla="*/ 21 h 48"/>
                <a:gd name="T100" fmla="*/ 30 w 47"/>
                <a:gd name="T101" fmla="*/ 31 h 48"/>
                <a:gd name="T102" fmla="*/ 37 w 47"/>
                <a:gd name="T103" fmla="*/ 40 h 48"/>
                <a:gd name="T104" fmla="*/ 40 w 47"/>
                <a:gd name="T105" fmla="*/ 43 h 48"/>
                <a:gd name="T106" fmla="*/ 42 w 47"/>
                <a:gd name="T107" fmla="*/ 44 h 48"/>
                <a:gd name="T108" fmla="*/ 44 w 47"/>
                <a:gd name="T109" fmla="*/ 45 h 48"/>
                <a:gd name="T110" fmla="*/ 47 w 47"/>
                <a:gd name="T111" fmla="*/ 45 h 48"/>
                <a:gd name="T112" fmla="*/ 47 w 47"/>
                <a:gd name="T1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7" h="48">
                  <a:moveTo>
                    <a:pt x="47" y="48"/>
                  </a:moveTo>
                  <a:cubicBezTo>
                    <a:pt x="33" y="48"/>
                    <a:pt x="33" y="48"/>
                    <a:pt x="33" y="48"/>
                  </a:cubicBezTo>
                  <a:cubicBezTo>
                    <a:pt x="30" y="44"/>
                    <a:pt x="28" y="40"/>
                    <a:pt x="24" y="36"/>
                  </a:cubicBezTo>
                  <a:cubicBezTo>
                    <a:pt x="21" y="32"/>
                    <a:pt x="18" y="28"/>
                    <a:pt x="15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3"/>
                  </a:cubicBezTo>
                  <a:cubicBezTo>
                    <a:pt x="14" y="43"/>
                    <a:pt x="15" y="44"/>
                    <a:pt x="16" y="44"/>
                  </a:cubicBezTo>
                  <a:cubicBezTo>
                    <a:pt x="16" y="44"/>
                    <a:pt x="17" y="45"/>
                    <a:pt x="18" y="45"/>
                  </a:cubicBezTo>
                  <a:cubicBezTo>
                    <a:pt x="18" y="45"/>
                    <a:pt x="19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2" y="45"/>
                  </a:cubicBezTo>
                  <a:cubicBezTo>
                    <a:pt x="3" y="45"/>
                    <a:pt x="4" y="45"/>
                    <a:pt x="4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6" y="42"/>
                    <a:pt x="6" y="4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2"/>
                    <a:pt x="18" y="2"/>
                  </a:cubicBezTo>
                  <a:cubicBezTo>
                    <a:pt x="17" y="3"/>
                    <a:pt x="16" y="3"/>
                    <a:pt x="16" y="3"/>
                  </a:cubicBezTo>
                  <a:cubicBezTo>
                    <a:pt x="15" y="3"/>
                    <a:pt x="14" y="4"/>
                    <a:pt x="14" y="4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6" y="21"/>
                    <a:pt x="18" y="19"/>
                    <a:pt x="20" y="18"/>
                  </a:cubicBezTo>
                  <a:cubicBezTo>
                    <a:pt x="22" y="16"/>
                    <a:pt x="24" y="14"/>
                    <a:pt x="26" y="12"/>
                  </a:cubicBezTo>
                  <a:cubicBezTo>
                    <a:pt x="27" y="10"/>
                    <a:pt x="29" y="8"/>
                    <a:pt x="30" y="7"/>
                  </a:cubicBezTo>
                  <a:cubicBezTo>
                    <a:pt x="30" y="6"/>
                    <a:pt x="31" y="5"/>
                    <a:pt x="31" y="4"/>
                  </a:cubicBezTo>
                  <a:cubicBezTo>
                    <a:pt x="31" y="3"/>
                    <a:pt x="31" y="3"/>
                    <a:pt x="30" y="3"/>
                  </a:cubicBezTo>
                  <a:cubicBezTo>
                    <a:pt x="30" y="3"/>
                    <a:pt x="29" y="3"/>
                    <a:pt x="29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7" y="2"/>
                    <a:pt x="26" y="2"/>
                    <a:pt x="26" y="2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1" y="2"/>
                    <a:pt x="41" y="2"/>
                    <a:pt x="40" y="3"/>
                  </a:cubicBezTo>
                  <a:cubicBezTo>
                    <a:pt x="40" y="3"/>
                    <a:pt x="39" y="3"/>
                    <a:pt x="38" y="3"/>
                  </a:cubicBezTo>
                  <a:cubicBezTo>
                    <a:pt x="37" y="4"/>
                    <a:pt x="36" y="4"/>
                    <a:pt x="36" y="5"/>
                  </a:cubicBezTo>
                  <a:cubicBezTo>
                    <a:pt x="34" y="8"/>
                    <a:pt x="31" y="10"/>
                    <a:pt x="29" y="13"/>
                  </a:cubicBezTo>
                  <a:cubicBezTo>
                    <a:pt x="26" y="16"/>
                    <a:pt x="24" y="18"/>
                    <a:pt x="21" y="21"/>
                  </a:cubicBezTo>
                  <a:cubicBezTo>
                    <a:pt x="25" y="25"/>
                    <a:pt x="27" y="28"/>
                    <a:pt x="30" y="31"/>
                  </a:cubicBezTo>
                  <a:cubicBezTo>
                    <a:pt x="32" y="34"/>
                    <a:pt x="34" y="37"/>
                    <a:pt x="37" y="40"/>
                  </a:cubicBezTo>
                  <a:cubicBezTo>
                    <a:pt x="38" y="41"/>
                    <a:pt x="39" y="42"/>
                    <a:pt x="40" y="43"/>
                  </a:cubicBezTo>
                  <a:cubicBezTo>
                    <a:pt x="41" y="43"/>
                    <a:pt x="41" y="44"/>
                    <a:pt x="42" y="44"/>
                  </a:cubicBezTo>
                  <a:cubicBezTo>
                    <a:pt x="43" y="45"/>
                    <a:pt x="43" y="45"/>
                    <a:pt x="44" y="45"/>
                  </a:cubicBezTo>
                  <a:cubicBezTo>
                    <a:pt x="45" y="45"/>
                    <a:pt x="46" y="45"/>
                    <a:pt x="47" y="45"/>
                  </a:cubicBezTo>
                  <a:lnTo>
                    <a:pt x="47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5" name="Freeform 93">
              <a:extLst>
                <a:ext uri="{FF2B5EF4-FFF2-40B4-BE49-F238E27FC236}">
                  <a16:creationId xmlns:a16="http://schemas.microsoft.com/office/drawing/2014/main" xmlns="" id="{25BEF6FA-CDC5-F642-52D1-5FCCDD74C314}"/>
                </a:ext>
              </a:extLst>
            </p:cNvPr>
            <p:cNvSpPr/>
            <p:nvPr/>
          </p:nvSpPr>
          <p:spPr bwMode="auto">
            <a:xfrm>
              <a:off x="4327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2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6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6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3" y="45"/>
                  </a:cubicBezTo>
                  <a:cubicBezTo>
                    <a:pt x="4" y="45"/>
                    <a:pt x="5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6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5" y="43"/>
                  </a:cubicBezTo>
                  <a:cubicBezTo>
                    <a:pt x="15" y="43"/>
                    <a:pt x="16" y="44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6" name="Freeform 94">
              <a:extLst>
                <a:ext uri="{FF2B5EF4-FFF2-40B4-BE49-F238E27FC236}">
                  <a16:creationId xmlns:a16="http://schemas.microsoft.com/office/drawing/2014/main" xmlns="" id="{2EB7252A-97FE-3C8B-7A91-EEDB60FDE429}"/>
                </a:ext>
              </a:extLst>
            </p:cNvPr>
            <p:cNvSpPr/>
            <p:nvPr/>
          </p:nvSpPr>
          <p:spPr bwMode="auto">
            <a:xfrm>
              <a:off x="4348" y="327"/>
              <a:ext cx="47" cy="43"/>
            </a:xfrm>
            <a:custGeom>
              <a:avLst/>
              <a:gdLst>
                <a:gd name="T0" fmla="*/ 52 w 52"/>
                <a:gd name="T1" fmla="*/ 2 h 48"/>
                <a:gd name="T2" fmla="*/ 49 w 52"/>
                <a:gd name="T3" fmla="*/ 3 h 48"/>
                <a:gd name="T4" fmla="*/ 46 w 52"/>
                <a:gd name="T5" fmla="*/ 4 h 48"/>
                <a:gd name="T6" fmla="*/ 45 w 52"/>
                <a:gd name="T7" fmla="*/ 7 h 48"/>
                <a:gd name="T8" fmla="*/ 44 w 52"/>
                <a:gd name="T9" fmla="*/ 13 h 48"/>
                <a:gd name="T10" fmla="*/ 44 w 52"/>
                <a:gd name="T11" fmla="*/ 48 h 48"/>
                <a:gd name="T12" fmla="*/ 41 w 52"/>
                <a:gd name="T13" fmla="*/ 48 h 48"/>
                <a:gd name="T14" fmla="*/ 12 w 52"/>
                <a:gd name="T15" fmla="*/ 9 h 48"/>
                <a:gd name="T16" fmla="*/ 12 w 52"/>
                <a:gd name="T17" fmla="*/ 34 h 48"/>
                <a:gd name="T18" fmla="*/ 13 w 52"/>
                <a:gd name="T19" fmla="*/ 40 h 48"/>
                <a:gd name="T20" fmla="*/ 14 w 52"/>
                <a:gd name="T21" fmla="*/ 43 h 48"/>
                <a:gd name="T22" fmla="*/ 18 w 52"/>
                <a:gd name="T23" fmla="*/ 45 h 48"/>
                <a:gd name="T24" fmla="*/ 21 w 52"/>
                <a:gd name="T25" fmla="*/ 45 h 48"/>
                <a:gd name="T26" fmla="*/ 21 w 52"/>
                <a:gd name="T27" fmla="*/ 48 h 48"/>
                <a:gd name="T28" fmla="*/ 1 w 52"/>
                <a:gd name="T29" fmla="*/ 48 h 48"/>
                <a:gd name="T30" fmla="*/ 1 w 52"/>
                <a:gd name="T31" fmla="*/ 45 h 48"/>
                <a:gd name="T32" fmla="*/ 4 w 52"/>
                <a:gd name="T33" fmla="*/ 45 h 48"/>
                <a:gd name="T34" fmla="*/ 7 w 52"/>
                <a:gd name="T35" fmla="*/ 43 h 48"/>
                <a:gd name="T36" fmla="*/ 9 w 52"/>
                <a:gd name="T37" fmla="*/ 41 h 48"/>
                <a:gd name="T38" fmla="*/ 9 w 52"/>
                <a:gd name="T39" fmla="*/ 34 h 48"/>
                <a:gd name="T40" fmla="*/ 9 w 52"/>
                <a:gd name="T41" fmla="*/ 10 h 48"/>
                <a:gd name="T42" fmla="*/ 9 w 52"/>
                <a:gd name="T43" fmla="*/ 7 h 48"/>
                <a:gd name="T44" fmla="*/ 7 w 52"/>
                <a:gd name="T45" fmla="*/ 5 h 48"/>
                <a:gd name="T46" fmla="*/ 4 w 52"/>
                <a:gd name="T47" fmla="*/ 3 h 48"/>
                <a:gd name="T48" fmla="*/ 0 w 52"/>
                <a:gd name="T49" fmla="*/ 2 h 48"/>
                <a:gd name="T50" fmla="*/ 0 w 52"/>
                <a:gd name="T51" fmla="*/ 0 h 48"/>
                <a:gd name="T52" fmla="*/ 14 w 52"/>
                <a:gd name="T53" fmla="*/ 0 h 48"/>
                <a:gd name="T54" fmla="*/ 41 w 52"/>
                <a:gd name="T55" fmla="*/ 36 h 48"/>
                <a:gd name="T56" fmla="*/ 41 w 52"/>
                <a:gd name="T57" fmla="*/ 13 h 48"/>
                <a:gd name="T58" fmla="*/ 41 w 52"/>
                <a:gd name="T59" fmla="*/ 7 h 48"/>
                <a:gd name="T60" fmla="*/ 39 w 52"/>
                <a:gd name="T61" fmla="*/ 4 h 48"/>
                <a:gd name="T62" fmla="*/ 36 w 52"/>
                <a:gd name="T63" fmla="*/ 3 h 48"/>
                <a:gd name="T64" fmla="*/ 33 w 52"/>
                <a:gd name="T65" fmla="*/ 2 h 48"/>
                <a:gd name="T66" fmla="*/ 33 w 52"/>
                <a:gd name="T67" fmla="*/ 0 h 48"/>
                <a:gd name="T68" fmla="*/ 52 w 52"/>
                <a:gd name="T69" fmla="*/ 0 h 48"/>
                <a:gd name="T70" fmla="*/ 52 w 52"/>
                <a:gd name="T71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2" h="48">
                  <a:moveTo>
                    <a:pt x="52" y="2"/>
                  </a:moveTo>
                  <a:cubicBezTo>
                    <a:pt x="52" y="2"/>
                    <a:pt x="51" y="2"/>
                    <a:pt x="49" y="3"/>
                  </a:cubicBezTo>
                  <a:cubicBezTo>
                    <a:pt x="48" y="3"/>
                    <a:pt x="47" y="3"/>
                    <a:pt x="46" y="4"/>
                  </a:cubicBezTo>
                  <a:cubicBezTo>
                    <a:pt x="46" y="4"/>
                    <a:pt x="45" y="5"/>
                    <a:pt x="45" y="7"/>
                  </a:cubicBezTo>
                  <a:cubicBezTo>
                    <a:pt x="45" y="9"/>
                    <a:pt x="44" y="11"/>
                    <a:pt x="44" y="13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6"/>
                    <a:pt x="13" y="38"/>
                    <a:pt x="13" y="40"/>
                  </a:cubicBezTo>
                  <a:cubicBezTo>
                    <a:pt x="13" y="41"/>
                    <a:pt x="14" y="43"/>
                    <a:pt x="14" y="43"/>
                  </a:cubicBezTo>
                  <a:cubicBezTo>
                    <a:pt x="15" y="44"/>
                    <a:pt x="16" y="44"/>
                    <a:pt x="18" y="45"/>
                  </a:cubicBezTo>
                  <a:cubicBezTo>
                    <a:pt x="19" y="45"/>
                    <a:pt x="20" y="45"/>
                    <a:pt x="21" y="45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2" y="45"/>
                    <a:pt x="3" y="45"/>
                    <a:pt x="4" y="45"/>
                  </a:cubicBezTo>
                  <a:cubicBezTo>
                    <a:pt x="6" y="44"/>
                    <a:pt x="7" y="44"/>
                    <a:pt x="7" y="43"/>
                  </a:cubicBezTo>
                  <a:cubicBezTo>
                    <a:pt x="8" y="43"/>
                    <a:pt x="8" y="42"/>
                    <a:pt x="9" y="41"/>
                  </a:cubicBezTo>
                  <a:cubicBezTo>
                    <a:pt x="9" y="39"/>
                    <a:pt x="9" y="37"/>
                    <a:pt x="9" y="34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9" y="7"/>
                  </a:cubicBezTo>
                  <a:cubicBezTo>
                    <a:pt x="8" y="6"/>
                    <a:pt x="8" y="5"/>
                    <a:pt x="7" y="5"/>
                  </a:cubicBezTo>
                  <a:cubicBezTo>
                    <a:pt x="6" y="4"/>
                    <a:pt x="5" y="3"/>
                    <a:pt x="4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1"/>
                    <a:pt x="41" y="9"/>
                    <a:pt x="41" y="7"/>
                  </a:cubicBezTo>
                  <a:cubicBezTo>
                    <a:pt x="40" y="5"/>
                    <a:pt x="40" y="5"/>
                    <a:pt x="39" y="4"/>
                  </a:cubicBezTo>
                  <a:cubicBezTo>
                    <a:pt x="38" y="4"/>
                    <a:pt x="37" y="3"/>
                    <a:pt x="36" y="3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2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7" name="Freeform 95">
              <a:extLst>
                <a:ext uri="{FF2B5EF4-FFF2-40B4-BE49-F238E27FC236}">
                  <a16:creationId xmlns:a16="http://schemas.microsoft.com/office/drawing/2014/main" xmlns="" id="{16CA5B4E-D098-E560-922B-10043A150D74}"/>
                </a:ext>
              </a:extLst>
            </p:cNvPr>
            <p:cNvSpPr/>
            <p:nvPr/>
          </p:nvSpPr>
          <p:spPr bwMode="auto">
            <a:xfrm>
              <a:off x="4398" y="326"/>
              <a:ext cx="42" cy="45"/>
            </a:xfrm>
            <a:custGeom>
              <a:avLst/>
              <a:gdLst>
                <a:gd name="T0" fmla="*/ 47 w 47"/>
                <a:gd name="T1" fmla="*/ 29 h 50"/>
                <a:gd name="T2" fmla="*/ 45 w 47"/>
                <a:gd name="T3" fmla="*/ 30 h 50"/>
                <a:gd name="T4" fmla="*/ 43 w 47"/>
                <a:gd name="T5" fmla="*/ 30 h 50"/>
                <a:gd name="T6" fmla="*/ 42 w 47"/>
                <a:gd name="T7" fmla="*/ 32 h 50"/>
                <a:gd name="T8" fmla="*/ 41 w 47"/>
                <a:gd name="T9" fmla="*/ 34 h 50"/>
                <a:gd name="T10" fmla="*/ 41 w 47"/>
                <a:gd name="T11" fmla="*/ 38 h 50"/>
                <a:gd name="T12" fmla="*/ 41 w 47"/>
                <a:gd name="T13" fmla="*/ 43 h 50"/>
                <a:gd name="T14" fmla="*/ 41 w 47"/>
                <a:gd name="T15" fmla="*/ 45 h 50"/>
                <a:gd name="T16" fmla="*/ 32 w 47"/>
                <a:gd name="T17" fmla="*/ 49 h 50"/>
                <a:gd name="T18" fmla="*/ 24 w 47"/>
                <a:gd name="T19" fmla="*/ 50 h 50"/>
                <a:gd name="T20" fmla="*/ 15 w 47"/>
                <a:gd name="T21" fmla="*/ 48 h 50"/>
                <a:gd name="T22" fmla="*/ 7 w 47"/>
                <a:gd name="T23" fmla="*/ 43 h 50"/>
                <a:gd name="T24" fmla="*/ 2 w 47"/>
                <a:gd name="T25" fmla="*/ 35 h 50"/>
                <a:gd name="T26" fmla="*/ 0 w 47"/>
                <a:gd name="T27" fmla="*/ 25 h 50"/>
                <a:gd name="T28" fmla="*/ 2 w 47"/>
                <a:gd name="T29" fmla="*/ 15 h 50"/>
                <a:gd name="T30" fmla="*/ 7 w 47"/>
                <a:gd name="T31" fmla="*/ 7 h 50"/>
                <a:gd name="T32" fmla="*/ 15 w 47"/>
                <a:gd name="T33" fmla="*/ 1 h 50"/>
                <a:gd name="T34" fmla="*/ 24 w 47"/>
                <a:gd name="T35" fmla="*/ 0 h 50"/>
                <a:gd name="T36" fmla="*/ 31 w 47"/>
                <a:gd name="T37" fmla="*/ 1 h 50"/>
                <a:gd name="T38" fmla="*/ 37 w 47"/>
                <a:gd name="T39" fmla="*/ 3 h 50"/>
                <a:gd name="T40" fmla="*/ 38 w 47"/>
                <a:gd name="T41" fmla="*/ 1 h 50"/>
                <a:gd name="T42" fmla="*/ 41 w 47"/>
                <a:gd name="T43" fmla="*/ 1 h 50"/>
                <a:gd name="T44" fmla="*/ 41 w 47"/>
                <a:gd name="T45" fmla="*/ 17 h 50"/>
                <a:gd name="T46" fmla="*/ 38 w 47"/>
                <a:gd name="T47" fmla="*/ 17 h 50"/>
                <a:gd name="T48" fmla="*/ 37 w 47"/>
                <a:gd name="T49" fmla="*/ 12 h 50"/>
                <a:gd name="T50" fmla="*/ 34 w 47"/>
                <a:gd name="T51" fmla="*/ 7 h 50"/>
                <a:gd name="T52" fmla="*/ 30 w 47"/>
                <a:gd name="T53" fmla="*/ 4 h 50"/>
                <a:gd name="T54" fmla="*/ 24 w 47"/>
                <a:gd name="T55" fmla="*/ 2 h 50"/>
                <a:gd name="T56" fmla="*/ 18 w 47"/>
                <a:gd name="T57" fmla="*/ 4 h 50"/>
                <a:gd name="T58" fmla="*/ 13 w 47"/>
                <a:gd name="T59" fmla="*/ 8 h 50"/>
                <a:gd name="T60" fmla="*/ 10 w 47"/>
                <a:gd name="T61" fmla="*/ 15 h 50"/>
                <a:gd name="T62" fmla="*/ 9 w 47"/>
                <a:gd name="T63" fmla="*/ 25 h 50"/>
                <a:gd name="T64" fmla="*/ 10 w 47"/>
                <a:gd name="T65" fmla="*/ 33 h 50"/>
                <a:gd name="T66" fmla="*/ 13 w 47"/>
                <a:gd name="T67" fmla="*/ 40 h 50"/>
                <a:gd name="T68" fmla="*/ 18 w 47"/>
                <a:gd name="T69" fmla="*/ 45 h 50"/>
                <a:gd name="T70" fmla="*/ 25 w 47"/>
                <a:gd name="T71" fmla="*/ 47 h 50"/>
                <a:gd name="T72" fmla="*/ 31 w 47"/>
                <a:gd name="T73" fmla="*/ 46 h 50"/>
                <a:gd name="T74" fmla="*/ 34 w 47"/>
                <a:gd name="T75" fmla="*/ 44 h 50"/>
                <a:gd name="T76" fmla="*/ 34 w 47"/>
                <a:gd name="T77" fmla="*/ 40 h 50"/>
                <a:gd name="T78" fmla="*/ 34 w 47"/>
                <a:gd name="T79" fmla="*/ 37 h 50"/>
                <a:gd name="T80" fmla="*/ 34 w 47"/>
                <a:gd name="T81" fmla="*/ 35 h 50"/>
                <a:gd name="T82" fmla="*/ 34 w 47"/>
                <a:gd name="T83" fmla="*/ 32 h 50"/>
                <a:gd name="T84" fmla="*/ 32 w 47"/>
                <a:gd name="T85" fmla="*/ 30 h 50"/>
                <a:gd name="T86" fmla="*/ 29 w 47"/>
                <a:gd name="T87" fmla="*/ 30 h 50"/>
                <a:gd name="T88" fmla="*/ 26 w 47"/>
                <a:gd name="T89" fmla="*/ 29 h 50"/>
                <a:gd name="T90" fmla="*/ 26 w 47"/>
                <a:gd name="T91" fmla="*/ 27 h 50"/>
                <a:gd name="T92" fmla="*/ 47 w 47"/>
                <a:gd name="T93" fmla="*/ 27 h 50"/>
                <a:gd name="T94" fmla="*/ 47 w 47"/>
                <a:gd name="T95" fmla="*/ 2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" h="50">
                  <a:moveTo>
                    <a:pt x="47" y="29"/>
                  </a:moveTo>
                  <a:cubicBezTo>
                    <a:pt x="47" y="29"/>
                    <a:pt x="46" y="30"/>
                    <a:pt x="45" y="30"/>
                  </a:cubicBezTo>
                  <a:cubicBezTo>
                    <a:pt x="44" y="30"/>
                    <a:pt x="44" y="30"/>
                    <a:pt x="43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1" y="32"/>
                    <a:pt x="41" y="33"/>
                    <a:pt x="41" y="34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1" y="40"/>
                    <a:pt x="41" y="42"/>
                    <a:pt x="41" y="43"/>
                  </a:cubicBezTo>
                  <a:cubicBezTo>
                    <a:pt x="41" y="44"/>
                    <a:pt x="41" y="45"/>
                    <a:pt x="41" y="45"/>
                  </a:cubicBezTo>
                  <a:cubicBezTo>
                    <a:pt x="38" y="47"/>
                    <a:pt x="35" y="48"/>
                    <a:pt x="32" y="49"/>
                  </a:cubicBezTo>
                  <a:cubicBezTo>
                    <a:pt x="29" y="49"/>
                    <a:pt x="26" y="50"/>
                    <a:pt x="24" y="50"/>
                  </a:cubicBezTo>
                  <a:cubicBezTo>
                    <a:pt x="21" y="50"/>
                    <a:pt x="18" y="49"/>
                    <a:pt x="15" y="48"/>
                  </a:cubicBezTo>
                  <a:cubicBezTo>
                    <a:pt x="12" y="47"/>
                    <a:pt x="9" y="45"/>
                    <a:pt x="7" y="43"/>
                  </a:cubicBezTo>
                  <a:cubicBezTo>
                    <a:pt x="5" y="41"/>
                    <a:pt x="4" y="38"/>
                    <a:pt x="2" y="35"/>
                  </a:cubicBezTo>
                  <a:cubicBezTo>
                    <a:pt x="1" y="32"/>
                    <a:pt x="0" y="29"/>
                    <a:pt x="0" y="25"/>
                  </a:cubicBezTo>
                  <a:cubicBezTo>
                    <a:pt x="0" y="21"/>
                    <a:pt x="1" y="18"/>
                    <a:pt x="2" y="15"/>
                  </a:cubicBezTo>
                  <a:cubicBezTo>
                    <a:pt x="3" y="12"/>
                    <a:pt x="5" y="9"/>
                    <a:pt x="7" y="7"/>
                  </a:cubicBezTo>
                  <a:cubicBezTo>
                    <a:pt x="9" y="4"/>
                    <a:pt x="12" y="3"/>
                    <a:pt x="15" y="1"/>
                  </a:cubicBezTo>
                  <a:cubicBezTo>
                    <a:pt x="18" y="0"/>
                    <a:pt x="21" y="0"/>
                    <a:pt x="24" y="0"/>
                  </a:cubicBezTo>
                  <a:cubicBezTo>
                    <a:pt x="27" y="0"/>
                    <a:pt x="29" y="0"/>
                    <a:pt x="31" y="1"/>
                  </a:cubicBezTo>
                  <a:cubicBezTo>
                    <a:pt x="33" y="1"/>
                    <a:pt x="35" y="2"/>
                    <a:pt x="37" y="3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6"/>
                    <a:pt x="37" y="14"/>
                    <a:pt x="37" y="12"/>
                  </a:cubicBezTo>
                  <a:cubicBezTo>
                    <a:pt x="36" y="10"/>
                    <a:pt x="35" y="9"/>
                    <a:pt x="34" y="7"/>
                  </a:cubicBezTo>
                  <a:cubicBezTo>
                    <a:pt x="33" y="6"/>
                    <a:pt x="31" y="5"/>
                    <a:pt x="30" y="4"/>
                  </a:cubicBezTo>
                  <a:cubicBezTo>
                    <a:pt x="28" y="3"/>
                    <a:pt x="26" y="2"/>
                    <a:pt x="24" y="2"/>
                  </a:cubicBezTo>
                  <a:cubicBezTo>
                    <a:pt x="22" y="2"/>
                    <a:pt x="20" y="3"/>
                    <a:pt x="18" y="4"/>
                  </a:cubicBezTo>
                  <a:cubicBezTo>
                    <a:pt x="16" y="5"/>
                    <a:pt x="14" y="6"/>
                    <a:pt x="13" y="8"/>
                  </a:cubicBezTo>
                  <a:cubicBezTo>
                    <a:pt x="11" y="10"/>
                    <a:pt x="10" y="12"/>
                    <a:pt x="10" y="15"/>
                  </a:cubicBezTo>
                  <a:cubicBezTo>
                    <a:pt x="9" y="18"/>
                    <a:pt x="9" y="21"/>
                    <a:pt x="9" y="25"/>
                  </a:cubicBezTo>
                  <a:cubicBezTo>
                    <a:pt x="9" y="28"/>
                    <a:pt x="9" y="31"/>
                    <a:pt x="10" y="33"/>
                  </a:cubicBezTo>
                  <a:cubicBezTo>
                    <a:pt x="10" y="36"/>
                    <a:pt x="11" y="38"/>
                    <a:pt x="13" y="40"/>
                  </a:cubicBezTo>
                  <a:cubicBezTo>
                    <a:pt x="14" y="42"/>
                    <a:pt x="16" y="44"/>
                    <a:pt x="18" y="45"/>
                  </a:cubicBezTo>
                  <a:cubicBezTo>
                    <a:pt x="20" y="46"/>
                    <a:pt x="23" y="47"/>
                    <a:pt x="25" y="47"/>
                  </a:cubicBezTo>
                  <a:cubicBezTo>
                    <a:pt x="27" y="47"/>
                    <a:pt x="29" y="46"/>
                    <a:pt x="31" y="46"/>
                  </a:cubicBezTo>
                  <a:cubicBezTo>
                    <a:pt x="32" y="45"/>
                    <a:pt x="33" y="45"/>
                    <a:pt x="34" y="44"/>
                  </a:cubicBezTo>
                  <a:cubicBezTo>
                    <a:pt x="34" y="43"/>
                    <a:pt x="34" y="41"/>
                    <a:pt x="34" y="40"/>
                  </a:cubicBezTo>
                  <a:cubicBezTo>
                    <a:pt x="34" y="39"/>
                    <a:pt x="34" y="38"/>
                    <a:pt x="34" y="37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3"/>
                    <a:pt x="34" y="32"/>
                  </a:cubicBezTo>
                  <a:cubicBezTo>
                    <a:pt x="34" y="31"/>
                    <a:pt x="33" y="31"/>
                    <a:pt x="32" y="30"/>
                  </a:cubicBezTo>
                  <a:cubicBezTo>
                    <a:pt x="32" y="30"/>
                    <a:pt x="31" y="30"/>
                    <a:pt x="29" y="30"/>
                  </a:cubicBezTo>
                  <a:cubicBezTo>
                    <a:pt x="28" y="30"/>
                    <a:pt x="27" y="29"/>
                    <a:pt x="26" y="29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47" y="27"/>
                    <a:pt x="47" y="27"/>
                    <a:pt x="47" y="27"/>
                  </a:cubicBezTo>
                  <a:lnTo>
                    <a:pt x="47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8" name="Freeform 96">
              <a:extLst>
                <a:ext uri="{FF2B5EF4-FFF2-40B4-BE49-F238E27FC236}">
                  <a16:creationId xmlns:a16="http://schemas.microsoft.com/office/drawing/2014/main" xmlns="" id="{378DAE72-BE97-38C7-AAEE-2346CC003F9F}"/>
                </a:ext>
              </a:extLst>
            </p:cNvPr>
            <p:cNvSpPr/>
            <p:nvPr/>
          </p:nvSpPr>
          <p:spPr bwMode="auto">
            <a:xfrm>
              <a:off x="4458" y="327"/>
              <a:ext cx="44" cy="44"/>
            </a:xfrm>
            <a:custGeom>
              <a:avLst/>
              <a:gdLst>
                <a:gd name="T0" fmla="*/ 49 w 49"/>
                <a:gd name="T1" fmla="*/ 2 h 49"/>
                <a:gd name="T2" fmla="*/ 47 w 49"/>
                <a:gd name="T3" fmla="*/ 2 h 49"/>
                <a:gd name="T4" fmla="*/ 44 w 49"/>
                <a:gd name="T5" fmla="*/ 4 h 49"/>
                <a:gd name="T6" fmla="*/ 42 w 49"/>
                <a:gd name="T7" fmla="*/ 7 h 49"/>
                <a:gd name="T8" fmla="*/ 42 w 49"/>
                <a:gd name="T9" fmla="*/ 13 h 49"/>
                <a:gd name="T10" fmla="*/ 42 w 49"/>
                <a:gd name="T11" fmla="*/ 34 h 49"/>
                <a:gd name="T12" fmla="*/ 40 w 49"/>
                <a:gd name="T13" fmla="*/ 40 h 49"/>
                <a:gd name="T14" fmla="*/ 35 w 49"/>
                <a:gd name="T15" fmla="*/ 45 h 49"/>
                <a:gd name="T16" fmla="*/ 30 w 49"/>
                <a:gd name="T17" fmla="*/ 48 h 49"/>
                <a:gd name="T18" fmla="*/ 24 w 49"/>
                <a:gd name="T19" fmla="*/ 49 h 49"/>
                <a:gd name="T20" fmla="*/ 17 w 49"/>
                <a:gd name="T21" fmla="*/ 48 h 49"/>
                <a:gd name="T22" fmla="*/ 11 w 49"/>
                <a:gd name="T23" fmla="*/ 45 h 49"/>
                <a:gd name="T24" fmla="*/ 7 w 49"/>
                <a:gd name="T25" fmla="*/ 40 h 49"/>
                <a:gd name="T26" fmla="*/ 6 w 49"/>
                <a:gd name="T27" fmla="*/ 35 h 49"/>
                <a:gd name="T28" fmla="*/ 6 w 49"/>
                <a:gd name="T29" fmla="*/ 7 h 49"/>
                <a:gd name="T30" fmla="*/ 6 w 49"/>
                <a:gd name="T31" fmla="*/ 5 h 49"/>
                <a:gd name="T32" fmla="*/ 4 w 49"/>
                <a:gd name="T33" fmla="*/ 3 h 49"/>
                <a:gd name="T34" fmla="*/ 2 w 49"/>
                <a:gd name="T35" fmla="*/ 2 h 49"/>
                <a:gd name="T36" fmla="*/ 0 w 49"/>
                <a:gd name="T37" fmla="*/ 2 h 49"/>
                <a:gd name="T38" fmla="*/ 0 w 49"/>
                <a:gd name="T39" fmla="*/ 0 h 49"/>
                <a:gd name="T40" fmla="*/ 20 w 49"/>
                <a:gd name="T41" fmla="*/ 0 h 49"/>
                <a:gd name="T42" fmla="*/ 20 w 49"/>
                <a:gd name="T43" fmla="*/ 2 h 49"/>
                <a:gd name="T44" fmla="*/ 17 w 49"/>
                <a:gd name="T45" fmla="*/ 2 h 49"/>
                <a:gd name="T46" fmla="*/ 15 w 49"/>
                <a:gd name="T47" fmla="*/ 3 h 49"/>
                <a:gd name="T48" fmla="*/ 14 w 49"/>
                <a:gd name="T49" fmla="*/ 4 h 49"/>
                <a:gd name="T50" fmla="*/ 13 w 49"/>
                <a:gd name="T51" fmla="*/ 6 h 49"/>
                <a:gd name="T52" fmla="*/ 13 w 49"/>
                <a:gd name="T53" fmla="*/ 33 h 49"/>
                <a:gd name="T54" fmla="*/ 14 w 49"/>
                <a:gd name="T55" fmla="*/ 37 h 49"/>
                <a:gd name="T56" fmla="*/ 16 w 49"/>
                <a:gd name="T57" fmla="*/ 41 h 49"/>
                <a:gd name="T58" fmla="*/ 19 w 49"/>
                <a:gd name="T59" fmla="*/ 44 h 49"/>
                <a:gd name="T60" fmla="*/ 25 w 49"/>
                <a:gd name="T61" fmla="*/ 45 h 49"/>
                <a:gd name="T62" fmla="*/ 32 w 49"/>
                <a:gd name="T63" fmla="*/ 44 h 49"/>
                <a:gd name="T64" fmla="*/ 36 w 49"/>
                <a:gd name="T65" fmla="*/ 41 h 49"/>
                <a:gd name="T66" fmla="*/ 38 w 49"/>
                <a:gd name="T67" fmla="*/ 37 h 49"/>
                <a:gd name="T68" fmla="*/ 38 w 49"/>
                <a:gd name="T69" fmla="*/ 33 h 49"/>
                <a:gd name="T70" fmla="*/ 38 w 49"/>
                <a:gd name="T71" fmla="*/ 13 h 49"/>
                <a:gd name="T72" fmla="*/ 38 w 49"/>
                <a:gd name="T73" fmla="*/ 7 h 49"/>
                <a:gd name="T74" fmla="*/ 36 w 49"/>
                <a:gd name="T75" fmla="*/ 4 h 49"/>
                <a:gd name="T76" fmla="*/ 33 w 49"/>
                <a:gd name="T77" fmla="*/ 3 h 49"/>
                <a:gd name="T78" fmla="*/ 30 w 49"/>
                <a:gd name="T79" fmla="*/ 2 h 49"/>
                <a:gd name="T80" fmla="*/ 30 w 49"/>
                <a:gd name="T81" fmla="*/ 0 h 49"/>
                <a:gd name="T82" fmla="*/ 49 w 49"/>
                <a:gd name="T83" fmla="*/ 0 h 49"/>
                <a:gd name="T84" fmla="*/ 49 w 49"/>
                <a:gd name="T85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" h="49">
                  <a:moveTo>
                    <a:pt x="49" y="2"/>
                  </a:moveTo>
                  <a:cubicBezTo>
                    <a:pt x="49" y="2"/>
                    <a:pt x="48" y="2"/>
                    <a:pt x="47" y="2"/>
                  </a:cubicBezTo>
                  <a:cubicBezTo>
                    <a:pt x="45" y="3"/>
                    <a:pt x="44" y="3"/>
                    <a:pt x="44" y="4"/>
                  </a:cubicBezTo>
                  <a:cubicBezTo>
                    <a:pt x="43" y="4"/>
                    <a:pt x="42" y="5"/>
                    <a:pt x="42" y="7"/>
                  </a:cubicBezTo>
                  <a:cubicBezTo>
                    <a:pt x="42" y="8"/>
                    <a:pt x="42" y="10"/>
                    <a:pt x="42" y="13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6"/>
                    <a:pt x="41" y="39"/>
                    <a:pt x="40" y="40"/>
                  </a:cubicBezTo>
                  <a:cubicBezTo>
                    <a:pt x="39" y="42"/>
                    <a:pt x="37" y="44"/>
                    <a:pt x="35" y="45"/>
                  </a:cubicBezTo>
                  <a:cubicBezTo>
                    <a:pt x="34" y="47"/>
                    <a:pt x="32" y="47"/>
                    <a:pt x="30" y="48"/>
                  </a:cubicBezTo>
                  <a:cubicBezTo>
                    <a:pt x="28" y="48"/>
                    <a:pt x="26" y="49"/>
                    <a:pt x="24" y="49"/>
                  </a:cubicBezTo>
                  <a:cubicBezTo>
                    <a:pt x="21" y="49"/>
                    <a:pt x="19" y="48"/>
                    <a:pt x="17" y="48"/>
                  </a:cubicBezTo>
                  <a:cubicBezTo>
                    <a:pt x="14" y="47"/>
                    <a:pt x="12" y="46"/>
                    <a:pt x="11" y="45"/>
                  </a:cubicBezTo>
                  <a:cubicBezTo>
                    <a:pt x="9" y="43"/>
                    <a:pt x="8" y="42"/>
                    <a:pt x="7" y="40"/>
                  </a:cubicBezTo>
                  <a:cubicBezTo>
                    <a:pt x="7" y="38"/>
                    <a:pt x="6" y="37"/>
                    <a:pt x="6" y="35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4"/>
                    <a:pt x="5" y="4"/>
                    <a:pt x="4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5" y="3"/>
                    <a:pt x="14" y="4"/>
                    <a:pt x="14" y="4"/>
                  </a:cubicBezTo>
                  <a:cubicBezTo>
                    <a:pt x="14" y="5"/>
                    <a:pt x="13" y="6"/>
                    <a:pt x="13" y="6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5"/>
                    <a:pt x="14" y="37"/>
                  </a:cubicBezTo>
                  <a:cubicBezTo>
                    <a:pt x="14" y="38"/>
                    <a:pt x="15" y="39"/>
                    <a:pt x="16" y="41"/>
                  </a:cubicBezTo>
                  <a:cubicBezTo>
                    <a:pt x="16" y="42"/>
                    <a:pt x="18" y="43"/>
                    <a:pt x="19" y="44"/>
                  </a:cubicBezTo>
                  <a:cubicBezTo>
                    <a:pt x="21" y="45"/>
                    <a:pt x="23" y="45"/>
                    <a:pt x="25" y="45"/>
                  </a:cubicBezTo>
                  <a:cubicBezTo>
                    <a:pt x="28" y="45"/>
                    <a:pt x="30" y="45"/>
                    <a:pt x="32" y="44"/>
                  </a:cubicBezTo>
                  <a:cubicBezTo>
                    <a:pt x="33" y="43"/>
                    <a:pt x="35" y="42"/>
                    <a:pt x="36" y="41"/>
                  </a:cubicBezTo>
                  <a:cubicBezTo>
                    <a:pt x="37" y="39"/>
                    <a:pt x="37" y="38"/>
                    <a:pt x="38" y="37"/>
                  </a:cubicBezTo>
                  <a:cubicBezTo>
                    <a:pt x="38" y="35"/>
                    <a:pt x="38" y="34"/>
                    <a:pt x="38" y="3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1"/>
                    <a:pt x="38" y="9"/>
                    <a:pt x="38" y="7"/>
                  </a:cubicBezTo>
                  <a:cubicBezTo>
                    <a:pt x="37" y="5"/>
                    <a:pt x="37" y="4"/>
                    <a:pt x="36" y="4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39" name="Freeform 97">
              <a:extLst>
                <a:ext uri="{FF2B5EF4-FFF2-40B4-BE49-F238E27FC236}">
                  <a16:creationId xmlns:a16="http://schemas.microsoft.com/office/drawing/2014/main" xmlns="" id="{571CD022-2BBD-E4EB-C5F0-7520FFB552C2}"/>
                </a:ext>
              </a:extLst>
            </p:cNvPr>
            <p:cNvSpPr/>
            <p:nvPr/>
          </p:nvSpPr>
          <p:spPr bwMode="auto">
            <a:xfrm>
              <a:off x="4505" y="327"/>
              <a:ext cx="46" cy="43"/>
            </a:xfrm>
            <a:custGeom>
              <a:avLst/>
              <a:gdLst>
                <a:gd name="T0" fmla="*/ 51 w 51"/>
                <a:gd name="T1" fmla="*/ 2 h 48"/>
                <a:gd name="T2" fmla="*/ 48 w 51"/>
                <a:gd name="T3" fmla="*/ 3 h 48"/>
                <a:gd name="T4" fmla="*/ 46 w 51"/>
                <a:gd name="T5" fmla="*/ 4 h 48"/>
                <a:gd name="T6" fmla="*/ 44 w 51"/>
                <a:gd name="T7" fmla="*/ 7 h 48"/>
                <a:gd name="T8" fmla="*/ 43 w 51"/>
                <a:gd name="T9" fmla="*/ 13 h 48"/>
                <a:gd name="T10" fmla="*/ 43 w 51"/>
                <a:gd name="T11" fmla="*/ 48 h 48"/>
                <a:gd name="T12" fmla="*/ 40 w 51"/>
                <a:gd name="T13" fmla="*/ 48 h 48"/>
                <a:gd name="T14" fmla="*/ 11 w 51"/>
                <a:gd name="T15" fmla="*/ 9 h 48"/>
                <a:gd name="T16" fmla="*/ 11 w 51"/>
                <a:gd name="T17" fmla="*/ 34 h 48"/>
                <a:gd name="T18" fmla="*/ 12 w 51"/>
                <a:gd name="T19" fmla="*/ 40 h 48"/>
                <a:gd name="T20" fmla="*/ 14 w 51"/>
                <a:gd name="T21" fmla="*/ 43 h 48"/>
                <a:gd name="T22" fmla="*/ 17 w 51"/>
                <a:gd name="T23" fmla="*/ 45 h 48"/>
                <a:gd name="T24" fmla="*/ 20 w 51"/>
                <a:gd name="T25" fmla="*/ 45 h 48"/>
                <a:gd name="T26" fmla="*/ 20 w 51"/>
                <a:gd name="T27" fmla="*/ 48 h 48"/>
                <a:gd name="T28" fmla="*/ 0 w 51"/>
                <a:gd name="T29" fmla="*/ 48 h 48"/>
                <a:gd name="T30" fmla="*/ 0 w 51"/>
                <a:gd name="T31" fmla="*/ 45 h 48"/>
                <a:gd name="T32" fmla="*/ 3 w 51"/>
                <a:gd name="T33" fmla="*/ 45 h 48"/>
                <a:gd name="T34" fmla="*/ 6 w 51"/>
                <a:gd name="T35" fmla="*/ 43 h 48"/>
                <a:gd name="T36" fmla="*/ 8 w 51"/>
                <a:gd name="T37" fmla="*/ 41 h 48"/>
                <a:gd name="T38" fmla="*/ 8 w 51"/>
                <a:gd name="T39" fmla="*/ 34 h 48"/>
                <a:gd name="T40" fmla="*/ 8 w 51"/>
                <a:gd name="T41" fmla="*/ 10 h 48"/>
                <a:gd name="T42" fmla="*/ 8 w 51"/>
                <a:gd name="T43" fmla="*/ 7 h 48"/>
                <a:gd name="T44" fmla="*/ 6 w 51"/>
                <a:gd name="T45" fmla="*/ 5 h 48"/>
                <a:gd name="T46" fmla="*/ 3 w 51"/>
                <a:gd name="T47" fmla="*/ 3 h 48"/>
                <a:gd name="T48" fmla="*/ 0 w 51"/>
                <a:gd name="T49" fmla="*/ 2 h 48"/>
                <a:gd name="T50" fmla="*/ 0 w 51"/>
                <a:gd name="T51" fmla="*/ 0 h 48"/>
                <a:gd name="T52" fmla="*/ 13 w 51"/>
                <a:gd name="T53" fmla="*/ 0 h 48"/>
                <a:gd name="T54" fmla="*/ 40 w 51"/>
                <a:gd name="T55" fmla="*/ 36 h 48"/>
                <a:gd name="T56" fmla="*/ 40 w 51"/>
                <a:gd name="T57" fmla="*/ 13 h 48"/>
                <a:gd name="T58" fmla="*/ 40 w 51"/>
                <a:gd name="T59" fmla="*/ 7 h 48"/>
                <a:gd name="T60" fmla="*/ 38 w 51"/>
                <a:gd name="T61" fmla="*/ 4 h 48"/>
                <a:gd name="T62" fmla="*/ 35 w 51"/>
                <a:gd name="T63" fmla="*/ 3 h 48"/>
                <a:gd name="T64" fmla="*/ 32 w 51"/>
                <a:gd name="T65" fmla="*/ 2 h 48"/>
                <a:gd name="T66" fmla="*/ 32 w 51"/>
                <a:gd name="T67" fmla="*/ 0 h 48"/>
                <a:gd name="T68" fmla="*/ 51 w 51"/>
                <a:gd name="T69" fmla="*/ 0 h 48"/>
                <a:gd name="T70" fmla="*/ 51 w 51"/>
                <a:gd name="T71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1" h="48">
                  <a:moveTo>
                    <a:pt x="51" y="2"/>
                  </a:moveTo>
                  <a:cubicBezTo>
                    <a:pt x="51" y="2"/>
                    <a:pt x="50" y="2"/>
                    <a:pt x="48" y="3"/>
                  </a:cubicBezTo>
                  <a:cubicBezTo>
                    <a:pt x="47" y="3"/>
                    <a:pt x="46" y="3"/>
                    <a:pt x="46" y="4"/>
                  </a:cubicBezTo>
                  <a:cubicBezTo>
                    <a:pt x="45" y="4"/>
                    <a:pt x="44" y="5"/>
                    <a:pt x="44" y="7"/>
                  </a:cubicBezTo>
                  <a:cubicBezTo>
                    <a:pt x="44" y="9"/>
                    <a:pt x="43" y="11"/>
                    <a:pt x="43" y="13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6"/>
                    <a:pt x="12" y="38"/>
                    <a:pt x="12" y="40"/>
                  </a:cubicBezTo>
                  <a:cubicBezTo>
                    <a:pt x="12" y="41"/>
                    <a:pt x="13" y="43"/>
                    <a:pt x="14" y="43"/>
                  </a:cubicBezTo>
                  <a:cubicBezTo>
                    <a:pt x="14" y="44"/>
                    <a:pt x="15" y="44"/>
                    <a:pt x="17" y="45"/>
                  </a:cubicBezTo>
                  <a:cubicBezTo>
                    <a:pt x="18" y="45"/>
                    <a:pt x="19" y="45"/>
                    <a:pt x="20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7" y="43"/>
                    <a:pt x="7" y="42"/>
                    <a:pt x="8" y="41"/>
                  </a:cubicBezTo>
                  <a:cubicBezTo>
                    <a:pt x="8" y="39"/>
                    <a:pt x="8" y="37"/>
                    <a:pt x="8" y="3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7" y="6"/>
                    <a:pt x="7" y="5"/>
                    <a:pt x="6" y="5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0" y="9"/>
                    <a:pt x="40" y="7"/>
                  </a:cubicBezTo>
                  <a:cubicBezTo>
                    <a:pt x="39" y="5"/>
                    <a:pt x="39" y="5"/>
                    <a:pt x="38" y="4"/>
                  </a:cubicBezTo>
                  <a:cubicBezTo>
                    <a:pt x="37" y="4"/>
                    <a:pt x="36" y="3"/>
                    <a:pt x="35" y="3"/>
                  </a:cubicBezTo>
                  <a:cubicBezTo>
                    <a:pt x="34" y="2"/>
                    <a:pt x="32" y="2"/>
                    <a:pt x="32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51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0" name="Freeform 98">
              <a:extLst>
                <a:ext uri="{FF2B5EF4-FFF2-40B4-BE49-F238E27FC236}">
                  <a16:creationId xmlns:a16="http://schemas.microsoft.com/office/drawing/2014/main" xmlns="" id="{8E83BA7A-9FD1-074C-B5CA-AEDCD0619BC8}"/>
                </a:ext>
              </a:extLst>
            </p:cNvPr>
            <p:cNvSpPr/>
            <p:nvPr/>
          </p:nvSpPr>
          <p:spPr bwMode="auto">
            <a:xfrm>
              <a:off x="4552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3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7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7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4" y="45"/>
                    <a:pt x="5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5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5" y="42"/>
                    <a:pt x="15" y="43"/>
                  </a:cubicBezTo>
                  <a:cubicBezTo>
                    <a:pt x="15" y="43"/>
                    <a:pt x="16" y="44"/>
                    <a:pt x="17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1" name="Freeform 99">
              <a:extLst>
                <a:ext uri="{FF2B5EF4-FFF2-40B4-BE49-F238E27FC236}">
                  <a16:creationId xmlns:a16="http://schemas.microsoft.com/office/drawing/2014/main" xmlns="" id="{96E46D22-DE75-931B-2279-B021064077A3}"/>
                </a:ext>
              </a:extLst>
            </p:cNvPr>
            <p:cNvSpPr/>
            <p:nvPr/>
          </p:nvSpPr>
          <p:spPr bwMode="auto">
            <a:xfrm>
              <a:off x="4573" y="327"/>
              <a:ext cx="44" cy="43"/>
            </a:xfrm>
            <a:custGeom>
              <a:avLst/>
              <a:gdLst>
                <a:gd name="T0" fmla="*/ 49 w 49"/>
                <a:gd name="T1" fmla="*/ 2 h 48"/>
                <a:gd name="T2" fmla="*/ 47 w 49"/>
                <a:gd name="T3" fmla="*/ 2 h 48"/>
                <a:gd name="T4" fmla="*/ 45 w 49"/>
                <a:gd name="T5" fmla="*/ 3 h 48"/>
                <a:gd name="T6" fmla="*/ 43 w 49"/>
                <a:gd name="T7" fmla="*/ 5 h 48"/>
                <a:gd name="T8" fmla="*/ 42 w 49"/>
                <a:gd name="T9" fmla="*/ 8 h 48"/>
                <a:gd name="T10" fmla="*/ 35 w 49"/>
                <a:gd name="T11" fmla="*/ 25 h 48"/>
                <a:gd name="T12" fmla="*/ 26 w 49"/>
                <a:gd name="T13" fmla="*/ 48 h 48"/>
                <a:gd name="T14" fmla="*/ 23 w 49"/>
                <a:gd name="T15" fmla="*/ 48 h 48"/>
                <a:gd name="T16" fmla="*/ 14 w 49"/>
                <a:gd name="T17" fmla="*/ 23 h 48"/>
                <a:gd name="T18" fmla="*/ 7 w 49"/>
                <a:gd name="T19" fmla="*/ 7 h 48"/>
                <a:gd name="T20" fmla="*/ 6 w 49"/>
                <a:gd name="T21" fmla="*/ 5 h 48"/>
                <a:gd name="T22" fmla="*/ 5 w 49"/>
                <a:gd name="T23" fmla="*/ 3 h 48"/>
                <a:gd name="T24" fmla="*/ 3 w 49"/>
                <a:gd name="T25" fmla="*/ 2 h 48"/>
                <a:gd name="T26" fmla="*/ 0 w 49"/>
                <a:gd name="T27" fmla="*/ 2 h 48"/>
                <a:gd name="T28" fmla="*/ 0 w 49"/>
                <a:gd name="T29" fmla="*/ 0 h 48"/>
                <a:gd name="T30" fmla="*/ 20 w 49"/>
                <a:gd name="T31" fmla="*/ 0 h 48"/>
                <a:gd name="T32" fmla="*/ 20 w 49"/>
                <a:gd name="T33" fmla="*/ 2 h 48"/>
                <a:gd name="T34" fmla="*/ 16 w 49"/>
                <a:gd name="T35" fmla="*/ 3 h 48"/>
                <a:gd name="T36" fmla="*/ 14 w 49"/>
                <a:gd name="T37" fmla="*/ 4 h 48"/>
                <a:gd name="T38" fmla="*/ 14 w 49"/>
                <a:gd name="T39" fmla="*/ 5 h 48"/>
                <a:gd name="T40" fmla="*/ 15 w 49"/>
                <a:gd name="T41" fmla="*/ 6 h 48"/>
                <a:gd name="T42" fmla="*/ 19 w 49"/>
                <a:gd name="T43" fmla="*/ 16 h 48"/>
                <a:gd name="T44" fmla="*/ 27 w 49"/>
                <a:gd name="T45" fmla="*/ 38 h 48"/>
                <a:gd name="T46" fmla="*/ 33 w 49"/>
                <a:gd name="T47" fmla="*/ 23 h 48"/>
                <a:gd name="T48" fmla="*/ 37 w 49"/>
                <a:gd name="T49" fmla="*/ 11 h 48"/>
                <a:gd name="T50" fmla="*/ 38 w 49"/>
                <a:gd name="T51" fmla="*/ 7 h 48"/>
                <a:gd name="T52" fmla="*/ 39 w 49"/>
                <a:gd name="T53" fmla="*/ 5 h 48"/>
                <a:gd name="T54" fmla="*/ 38 w 49"/>
                <a:gd name="T55" fmla="*/ 4 h 48"/>
                <a:gd name="T56" fmla="*/ 36 w 49"/>
                <a:gd name="T57" fmla="*/ 3 h 48"/>
                <a:gd name="T58" fmla="*/ 34 w 49"/>
                <a:gd name="T59" fmla="*/ 2 h 48"/>
                <a:gd name="T60" fmla="*/ 31 w 49"/>
                <a:gd name="T61" fmla="*/ 2 h 48"/>
                <a:gd name="T62" fmla="*/ 31 w 49"/>
                <a:gd name="T63" fmla="*/ 0 h 48"/>
                <a:gd name="T64" fmla="*/ 49 w 49"/>
                <a:gd name="T65" fmla="*/ 0 h 48"/>
                <a:gd name="T66" fmla="*/ 49 w 49"/>
                <a:gd name="T6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9" h="48">
                  <a:moveTo>
                    <a:pt x="49" y="2"/>
                  </a:moveTo>
                  <a:cubicBezTo>
                    <a:pt x="49" y="2"/>
                    <a:pt x="48" y="2"/>
                    <a:pt x="47" y="2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4" y="4"/>
                    <a:pt x="44" y="4"/>
                    <a:pt x="43" y="5"/>
                  </a:cubicBezTo>
                  <a:cubicBezTo>
                    <a:pt x="43" y="6"/>
                    <a:pt x="42" y="7"/>
                    <a:pt x="42" y="8"/>
                  </a:cubicBezTo>
                  <a:cubicBezTo>
                    <a:pt x="40" y="11"/>
                    <a:pt x="38" y="17"/>
                    <a:pt x="35" y="25"/>
                  </a:cubicBezTo>
                  <a:cubicBezTo>
                    <a:pt x="32" y="32"/>
                    <a:pt x="29" y="40"/>
                    <a:pt x="26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0" y="39"/>
                    <a:pt x="17" y="31"/>
                    <a:pt x="14" y="23"/>
                  </a:cubicBezTo>
                  <a:cubicBezTo>
                    <a:pt x="11" y="15"/>
                    <a:pt x="9" y="9"/>
                    <a:pt x="7" y="7"/>
                  </a:cubicBezTo>
                  <a:cubicBezTo>
                    <a:pt x="7" y="6"/>
                    <a:pt x="7" y="5"/>
                    <a:pt x="6" y="5"/>
                  </a:cubicBezTo>
                  <a:cubicBezTo>
                    <a:pt x="6" y="4"/>
                    <a:pt x="5" y="4"/>
                    <a:pt x="5" y="3"/>
                  </a:cubicBezTo>
                  <a:cubicBezTo>
                    <a:pt x="4" y="3"/>
                    <a:pt x="3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7" y="2"/>
                    <a:pt x="16" y="3"/>
                  </a:cubicBezTo>
                  <a:cubicBezTo>
                    <a:pt x="15" y="3"/>
                    <a:pt x="14" y="3"/>
                    <a:pt x="14" y="4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5" y="5"/>
                    <a:pt x="15" y="6"/>
                  </a:cubicBezTo>
                  <a:cubicBezTo>
                    <a:pt x="15" y="8"/>
                    <a:pt x="17" y="11"/>
                    <a:pt x="19" y="16"/>
                  </a:cubicBezTo>
                  <a:cubicBezTo>
                    <a:pt x="21" y="21"/>
                    <a:pt x="23" y="28"/>
                    <a:pt x="27" y="38"/>
                  </a:cubicBezTo>
                  <a:cubicBezTo>
                    <a:pt x="28" y="34"/>
                    <a:pt x="30" y="29"/>
                    <a:pt x="33" y="23"/>
                  </a:cubicBezTo>
                  <a:cubicBezTo>
                    <a:pt x="35" y="17"/>
                    <a:pt x="36" y="13"/>
                    <a:pt x="37" y="11"/>
                  </a:cubicBezTo>
                  <a:cubicBezTo>
                    <a:pt x="38" y="9"/>
                    <a:pt x="38" y="8"/>
                    <a:pt x="38" y="7"/>
                  </a:cubicBezTo>
                  <a:cubicBezTo>
                    <a:pt x="38" y="6"/>
                    <a:pt x="39" y="6"/>
                    <a:pt x="39" y="5"/>
                  </a:cubicBezTo>
                  <a:cubicBezTo>
                    <a:pt x="39" y="5"/>
                    <a:pt x="38" y="4"/>
                    <a:pt x="38" y="4"/>
                  </a:cubicBezTo>
                  <a:cubicBezTo>
                    <a:pt x="37" y="3"/>
                    <a:pt x="37" y="3"/>
                    <a:pt x="36" y="3"/>
                  </a:cubicBezTo>
                  <a:cubicBezTo>
                    <a:pt x="35" y="3"/>
                    <a:pt x="35" y="2"/>
                    <a:pt x="34" y="2"/>
                  </a:cubicBezTo>
                  <a:cubicBezTo>
                    <a:pt x="33" y="2"/>
                    <a:pt x="32" y="2"/>
                    <a:pt x="31" y="2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2" name="Freeform 100">
              <a:extLst>
                <a:ext uri="{FF2B5EF4-FFF2-40B4-BE49-F238E27FC236}">
                  <a16:creationId xmlns:a16="http://schemas.microsoft.com/office/drawing/2014/main" xmlns="" id="{12B65A3C-7D5A-E734-3E7A-0A3FBD351C8E}"/>
                </a:ext>
              </a:extLst>
            </p:cNvPr>
            <p:cNvSpPr/>
            <p:nvPr/>
          </p:nvSpPr>
          <p:spPr bwMode="auto">
            <a:xfrm>
              <a:off x="4619" y="327"/>
              <a:ext cx="36" cy="43"/>
            </a:xfrm>
            <a:custGeom>
              <a:avLst/>
              <a:gdLst>
                <a:gd name="T0" fmla="*/ 40 w 40"/>
                <a:gd name="T1" fmla="*/ 33 h 48"/>
                <a:gd name="T2" fmla="*/ 39 w 40"/>
                <a:gd name="T3" fmla="*/ 48 h 48"/>
                <a:gd name="T4" fmla="*/ 0 w 40"/>
                <a:gd name="T5" fmla="*/ 48 h 48"/>
                <a:gd name="T6" fmla="*/ 0 w 40"/>
                <a:gd name="T7" fmla="*/ 45 h 48"/>
                <a:gd name="T8" fmla="*/ 2 w 40"/>
                <a:gd name="T9" fmla="*/ 45 h 48"/>
                <a:gd name="T10" fmla="*/ 5 w 40"/>
                <a:gd name="T11" fmla="*/ 44 h 48"/>
                <a:gd name="T12" fmla="*/ 6 w 40"/>
                <a:gd name="T13" fmla="*/ 43 h 48"/>
                <a:gd name="T14" fmla="*/ 7 w 40"/>
                <a:gd name="T15" fmla="*/ 41 h 48"/>
                <a:gd name="T16" fmla="*/ 7 w 40"/>
                <a:gd name="T17" fmla="*/ 7 h 48"/>
                <a:gd name="T18" fmla="*/ 6 w 40"/>
                <a:gd name="T19" fmla="*/ 5 h 48"/>
                <a:gd name="T20" fmla="*/ 5 w 40"/>
                <a:gd name="T21" fmla="*/ 3 h 48"/>
                <a:gd name="T22" fmla="*/ 2 w 40"/>
                <a:gd name="T23" fmla="*/ 2 h 48"/>
                <a:gd name="T24" fmla="*/ 0 w 40"/>
                <a:gd name="T25" fmla="*/ 2 h 48"/>
                <a:gd name="T26" fmla="*/ 0 w 40"/>
                <a:gd name="T27" fmla="*/ 0 h 48"/>
                <a:gd name="T28" fmla="*/ 37 w 40"/>
                <a:gd name="T29" fmla="*/ 0 h 48"/>
                <a:gd name="T30" fmla="*/ 37 w 40"/>
                <a:gd name="T31" fmla="*/ 11 h 48"/>
                <a:gd name="T32" fmla="*/ 34 w 40"/>
                <a:gd name="T33" fmla="*/ 11 h 48"/>
                <a:gd name="T34" fmla="*/ 31 w 40"/>
                <a:gd name="T35" fmla="*/ 6 h 48"/>
                <a:gd name="T36" fmla="*/ 27 w 40"/>
                <a:gd name="T37" fmla="*/ 3 h 48"/>
                <a:gd name="T38" fmla="*/ 25 w 40"/>
                <a:gd name="T39" fmla="*/ 3 h 48"/>
                <a:gd name="T40" fmla="*/ 21 w 40"/>
                <a:gd name="T41" fmla="*/ 2 h 48"/>
                <a:gd name="T42" fmla="*/ 14 w 40"/>
                <a:gd name="T43" fmla="*/ 2 h 48"/>
                <a:gd name="T44" fmla="*/ 14 w 40"/>
                <a:gd name="T45" fmla="*/ 21 h 48"/>
                <a:gd name="T46" fmla="*/ 19 w 40"/>
                <a:gd name="T47" fmla="*/ 21 h 48"/>
                <a:gd name="T48" fmla="*/ 23 w 40"/>
                <a:gd name="T49" fmla="*/ 21 h 48"/>
                <a:gd name="T50" fmla="*/ 25 w 40"/>
                <a:gd name="T51" fmla="*/ 19 h 48"/>
                <a:gd name="T52" fmla="*/ 26 w 40"/>
                <a:gd name="T53" fmla="*/ 17 h 48"/>
                <a:gd name="T54" fmla="*/ 27 w 40"/>
                <a:gd name="T55" fmla="*/ 14 h 48"/>
                <a:gd name="T56" fmla="*/ 29 w 40"/>
                <a:gd name="T57" fmla="*/ 14 h 48"/>
                <a:gd name="T58" fmla="*/ 29 w 40"/>
                <a:gd name="T59" fmla="*/ 32 h 48"/>
                <a:gd name="T60" fmla="*/ 27 w 40"/>
                <a:gd name="T61" fmla="*/ 32 h 48"/>
                <a:gd name="T62" fmla="*/ 26 w 40"/>
                <a:gd name="T63" fmla="*/ 29 h 48"/>
                <a:gd name="T64" fmla="*/ 25 w 40"/>
                <a:gd name="T65" fmla="*/ 26 h 48"/>
                <a:gd name="T66" fmla="*/ 23 w 40"/>
                <a:gd name="T67" fmla="*/ 25 h 48"/>
                <a:gd name="T68" fmla="*/ 19 w 40"/>
                <a:gd name="T69" fmla="*/ 24 h 48"/>
                <a:gd name="T70" fmla="*/ 14 w 40"/>
                <a:gd name="T71" fmla="*/ 24 h 48"/>
                <a:gd name="T72" fmla="*/ 14 w 40"/>
                <a:gd name="T73" fmla="*/ 39 h 48"/>
                <a:gd name="T74" fmla="*/ 14 w 40"/>
                <a:gd name="T75" fmla="*/ 42 h 48"/>
                <a:gd name="T76" fmla="*/ 15 w 40"/>
                <a:gd name="T77" fmla="*/ 44 h 48"/>
                <a:gd name="T78" fmla="*/ 18 w 40"/>
                <a:gd name="T79" fmla="*/ 45 h 48"/>
                <a:gd name="T80" fmla="*/ 22 w 40"/>
                <a:gd name="T81" fmla="*/ 45 h 48"/>
                <a:gd name="T82" fmla="*/ 25 w 40"/>
                <a:gd name="T83" fmla="*/ 45 h 48"/>
                <a:gd name="T84" fmla="*/ 28 w 40"/>
                <a:gd name="T85" fmla="*/ 45 h 48"/>
                <a:gd name="T86" fmla="*/ 31 w 40"/>
                <a:gd name="T87" fmla="*/ 44 h 48"/>
                <a:gd name="T88" fmla="*/ 32 w 40"/>
                <a:gd name="T89" fmla="*/ 43 h 48"/>
                <a:gd name="T90" fmla="*/ 36 w 40"/>
                <a:gd name="T91" fmla="*/ 38 h 48"/>
                <a:gd name="T92" fmla="*/ 38 w 40"/>
                <a:gd name="T93" fmla="*/ 33 h 48"/>
                <a:gd name="T94" fmla="*/ 40 w 40"/>
                <a:gd name="T95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0" h="48">
                  <a:moveTo>
                    <a:pt x="40" y="33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2" y="45"/>
                  </a:cubicBezTo>
                  <a:cubicBezTo>
                    <a:pt x="4" y="45"/>
                    <a:pt x="4" y="45"/>
                    <a:pt x="5" y="44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6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6" y="5"/>
                    <a:pt x="6" y="5"/>
                  </a:cubicBezTo>
                  <a:cubicBezTo>
                    <a:pt x="6" y="4"/>
                    <a:pt x="5" y="4"/>
                    <a:pt x="5" y="3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3" y="8"/>
                    <a:pt x="31" y="6"/>
                  </a:cubicBezTo>
                  <a:cubicBezTo>
                    <a:pt x="30" y="4"/>
                    <a:pt x="28" y="3"/>
                    <a:pt x="27" y="3"/>
                  </a:cubicBezTo>
                  <a:cubicBezTo>
                    <a:pt x="26" y="3"/>
                    <a:pt x="26" y="3"/>
                    <a:pt x="25" y="3"/>
                  </a:cubicBezTo>
                  <a:cubicBezTo>
                    <a:pt x="24" y="3"/>
                    <a:pt x="22" y="2"/>
                    <a:pt x="21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1" y="21"/>
                    <a:pt x="22" y="21"/>
                    <a:pt x="23" y="21"/>
                  </a:cubicBezTo>
                  <a:cubicBezTo>
                    <a:pt x="24" y="21"/>
                    <a:pt x="24" y="20"/>
                    <a:pt x="25" y="19"/>
                  </a:cubicBezTo>
                  <a:cubicBezTo>
                    <a:pt x="25" y="19"/>
                    <a:pt x="26" y="18"/>
                    <a:pt x="26" y="17"/>
                  </a:cubicBezTo>
                  <a:cubicBezTo>
                    <a:pt x="27" y="16"/>
                    <a:pt x="27" y="15"/>
                    <a:pt x="27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7" y="30"/>
                    <a:pt x="26" y="29"/>
                  </a:cubicBezTo>
                  <a:cubicBezTo>
                    <a:pt x="26" y="28"/>
                    <a:pt x="25" y="27"/>
                    <a:pt x="25" y="26"/>
                  </a:cubicBezTo>
                  <a:cubicBezTo>
                    <a:pt x="24" y="25"/>
                    <a:pt x="24" y="25"/>
                    <a:pt x="23" y="25"/>
                  </a:cubicBezTo>
                  <a:cubicBezTo>
                    <a:pt x="22" y="24"/>
                    <a:pt x="21" y="24"/>
                    <a:pt x="19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4" y="43"/>
                    <a:pt x="15" y="43"/>
                    <a:pt x="15" y="44"/>
                  </a:cubicBezTo>
                  <a:cubicBezTo>
                    <a:pt x="16" y="44"/>
                    <a:pt x="17" y="44"/>
                    <a:pt x="18" y="45"/>
                  </a:cubicBezTo>
                  <a:cubicBezTo>
                    <a:pt x="19" y="45"/>
                    <a:pt x="20" y="45"/>
                    <a:pt x="22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7" y="45"/>
                    <a:pt x="28" y="45"/>
                  </a:cubicBezTo>
                  <a:cubicBezTo>
                    <a:pt x="29" y="45"/>
                    <a:pt x="30" y="44"/>
                    <a:pt x="31" y="44"/>
                  </a:cubicBezTo>
                  <a:cubicBezTo>
                    <a:pt x="31" y="44"/>
                    <a:pt x="32" y="44"/>
                    <a:pt x="32" y="43"/>
                  </a:cubicBezTo>
                  <a:cubicBezTo>
                    <a:pt x="33" y="42"/>
                    <a:pt x="35" y="41"/>
                    <a:pt x="36" y="38"/>
                  </a:cubicBezTo>
                  <a:cubicBezTo>
                    <a:pt x="37" y="36"/>
                    <a:pt x="38" y="35"/>
                    <a:pt x="38" y="33"/>
                  </a:cubicBezTo>
                  <a:lnTo>
                    <a:pt x="4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3" name="Freeform 101">
              <a:extLst>
                <a:ext uri="{FF2B5EF4-FFF2-40B4-BE49-F238E27FC236}">
                  <a16:creationId xmlns:a16="http://schemas.microsoft.com/office/drawing/2014/main" xmlns="" id="{85F55B02-98F7-1CB4-F7D5-1F419A5364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27"/>
              <a:ext cx="42" cy="43"/>
            </a:xfrm>
            <a:custGeom>
              <a:avLst/>
              <a:gdLst>
                <a:gd name="T0" fmla="*/ 29 w 47"/>
                <a:gd name="T1" fmla="*/ 12 h 48"/>
                <a:gd name="T2" fmla="*/ 27 w 47"/>
                <a:gd name="T3" fmla="*/ 5 h 48"/>
                <a:gd name="T4" fmla="*/ 20 w 47"/>
                <a:gd name="T5" fmla="*/ 2 h 48"/>
                <a:gd name="T6" fmla="*/ 14 w 47"/>
                <a:gd name="T7" fmla="*/ 2 h 48"/>
                <a:gd name="T8" fmla="*/ 14 w 47"/>
                <a:gd name="T9" fmla="*/ 23 h 48"/>
                <a:gd name="T10" fmla="*/ 18 w 47"/>
                <a:gd name="T11" fmla="*/ 23 h 48"/>
                <a:gd name="T12" fmla="*/ 26 w 47"/>
                <a:gd name="T13" fmla="*/ 20 h 48"/>
                <a:gd name="T14" fmla="*/ 29 w 47"/>
                <a:gd name="T15" fmla="*/ 12 h 48"/>
                <a:gd name="T16" fmla="*/ 47 w 47"/>
                <a:gd name="T17" fmla="*/ 48 h 48"/>
                <a:gd name="T18" fmla="*/ 34 w 47"/>
                <a:gd name="T19" fmla="*/ 48 h 48"/>
                <a:gd name="T20" fmla="*/ 26 w 47"/>
                <a:gd name="T21" fmla="*/ 36 h 48"/>
                <a:gd name="T22" fmla="*/ 19 w 47"/>
                <a:gd name="T23" fmla="*/ 26 h 48"/>
                <a:gd name="T24" fmla="*/ 14 w 47"/>
                <a:gd name="T25" fmla="*/ 26 h 48"/>
                <a:gd name="T26" fmla="*/ 14 w 47"/>
                <a:gd name="T27" fmla="*/ 41 h 48"/>
                <a:gd name="T28" fmla="*/ 14 w 47"/>
                <a:gd name="T29" fmla="*/ 43 h 48"/>
                <a:gd name="T30" fmla="*/ 16 w 47"/>
                <a:gd name="T31" fmla="*/ 45 h 48"/>
                <a:gd name="T32" fmla="*/ 18 w 47"/>
                <a:gd name="T33" fmla="*/ 45 h 48"/>
                <a:gd name="T34" fmla="*/ 21 w 47"/>
                <a:gd name="T35" fmla="*/ 45 h 48"/>
                <a:gd name="T36" fmla="*/ 21 w 47"/>
                <a:gd name="T37" fmla="*/ 48 h 48"/>
                <a:gd name="T38" fmla="*/ 0 w 47"/>
                <a:gd name="T39" fmla="*/ 48 h 48"/>
                <a:gd name="T40" fmla="*/ 0 w 47"/>
                <a:gd name="T41" fmla="*/ 45 h 48"/>
                <a:gd name="T42" fmla="*/ 3 w 47"/>
                <a:gd name="T43" fmla="*/ 45 h 48"/>
                <a:gd name="T44" fmla="*/ 5 w 47"/>
                <a:gd name="T45" fmla="*/ 45 h 48"/>
                <a:gd name="T46" fmla="*/ 6 w 47"/>
                <a:gd name="T47" fmla="*/ 43 h 48"/>
                <a:gd name="T48" fmla="*/ 7 w 47"/>
                <a:gd name="T49" fmla="*/ 41 h 48"/>
                <a:gd name="T50" fmla="*/ 7 w 47"/>
                <a:gd name="T51" fmla="*/ 6 h 48"/>
                <a:gd name="T52" fmla="*/ 6 w 47"/>
                <a:gd name="T53" fmla="*/ 4 h 48"/>
                <a:gd name="T54" fmla="*/ 5 w 47"/>
                <a:gd name="T55" fmla="*/ 3 h 48"/>
                <a:gd name="T56" fmla="*/ 3 w 47"/>
                <a:gd name="T57" fmla="*/ 2 h 48"/>
                <a:gd name="T58" fmla="*/ 0 w 47"/>
                <a:gd name="T59" fmla="*/ 2 h 48"/>
                <a:gd name="T60" fmla="*/ 0 w 47"/>
                <a:gd name="T61" fmla="*/ 0 h 48"/>
                <a:gd name="T62" fmla="*/ 22 w 47"/>
                <a:gd name="T63" fmla="*/ 0 h 48"/>
                <a:gd name="T64" fmla="*/ 28 w 47"/>
                <a:gd name="T65" fmla="*/ 0 h 48"/>
                <a:gd name="T66" fmla="*/ 33 w 47"/>
                <a:gd name="T67" fmla="*/ 2 h 48"/>
                <a:gd name="T68" fmla="*/ 36 w 47"/>
                <a:gd name="T69" fmla="*/ 6 h 48"/>
                <a:gd name="T70" fmla="*/ 38 w 47"/>
                <a:gd name="T71" fmla="*/ 11 h 48"/>
                <a:gd name="T72" fmla="*/ 37 w 47"/>
                <a:gd name="T73" fmla="*/ 16 h 48"/>
                <a:gd name="T74" fmla="*/ 34 w 47"/>
                <a:gd name="T75" fmla="*/ 20 h 48"/>
                <a:gd name="T76" fmla="*/ 31 w 47"/>
                <a:gd name="T77" fmla="*/ 22 h 48"/>
                <a:gd name="T78" fmla="*/ 26 w 47"/>
                <a:gd name="T79" fmla="*/ 24 h 48"/>
                <a:gd name="T80" fmla="*/ 32 w 47"/>
                <a:gd name="T81" fmla="*/ 32 h 48"/>
                <a:gd name="T82" fmla="*/ 38 w 47"/>
                <a:gd name="T83" fmla="*/ 40 h 48"/>
                <a:gd name="T84" fmla="*/ 40 w 47"/>
                <a:gd name="T85" fmla="*/ 43 h 48"/>
                <a:gd name="T86" fmla="*/ 43 w 47"/>
                <a:gd name="T87" fmla="*/ 44 h 48"/>
                <a:gd name="T88" fmla="*/ 45 w 47"/>
                <a:gd name="T89" fmla="*/ 45 h 48"/>
                <a:gd name="T90" fmla="*/ 47 w 47"/>
                <a:gd name="T91" fmla="*/ 45 h 48"/>
                <a:gd name="T92" fmla="*/ 47 w 47"/>
                <a:gd name="T9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7" h="48">
                  <a:moveTo>
                    <a:pt x="29" y="12"/>
                  </a:moveTo>
                  <a:cubicBezTo>
                    <a:pt x="29" y="9"/>
                    <a:pt x="28" y="7"/>
                    <a:pt x="27" y="5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1" y="23"/>
                    <a:pt x="24" y="22"/>
                    <a:pt x="26" y="20"/>
                  </a:cubicBezTo>
                  <a:cubicBezTo>
                    <a:pt x="28" y="18"/>
                    <a:pt x="29" y="15"/>
                    <a:pt x="29" y="12"/>
                  </a:cubicBezTo>
                  <a:moveTo>
                    <a:pt x="47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31" y="43"/>
                    <a:pt x="29" y="39"/>
                    <a:pt x="26" y="36"/>
                  </a:cubicBezTo>
                  <a:cubicBezTo>
                    <a:pt x="24" y="33"/>
                    <a:pt x="22" y="29"/>
                    <a:pt x="19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3"/>
                    <a:pt x="14" y="43"/>
                  </a:cubicBezTo>
                  <a:cubicBezTo>
                    <a:pt x="15" y="44"/>
                    <a:pt x="15" y="44"/>
                    <a:pt x="16" y="45"/>
                  </a:cubicBezTo>
                  <a:cubicBezTo>
                    <a:pt x="16" y="45"/>
                    <a:pt x="17" y="45"/>
                    <a:pt x="18" y="45"/>
                  </a:cubicBezTo>
                  <a:cubicBezTo>
                    <a:pt x="19" y="45"/>
                    <a:pt x="20" y="45"/>
                    <a:pt x="21" y="45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4" y="45"/>
                    <a:pt x="4" y="45"/>
                    <a:pt x="5" y="45"/>
                  </a:cubicBezTo>
                  <a:cubicBezTo>
                    <a:pt x="5" y="44"/>
                    <a:pt x="6" y="44"/>
                    <a:pt x="6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6" y="4"/>
                  </a:cubicBezTo>
                  <a:cubicBezTo>
                    <a:pt x="6" y="4"/>
                    <a:pt x="6" y="3"/>
                    <a:pt x="5" y="3"/>
                  </a:cubicBezTo>
                  <a:cubicBezTo>
                    <a:pt x="4" y="3"/>
                    <a:pt x="4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6" y="0"/>
                    <a:pt x="28" y="0"/>
                  </a:cubicBezTo>
                  <a:cubicBezTo>
                    <a:pt x="30" y="1"/>
                    <a:pt x="32" y="1"/>
                    <a:pt x="33" y="2"/>
                  </a:cubicBezTo>
                  <a:cubicBezTo>
                    <a:pt x="34" y="3"/>
                    <a:pt x="36" y="4"/>
                    <a:pt x="36" y="6"/>
                  </a:cubicBezTo>
                  <a:cubicBezTo>
                    <a:pt x="37" y="7"/>
                    <a:pt x="38" y="9"/>
                    <a:pt x="38" y="11"/>
                  </a:cubicBezTo>
                  <a:cubicBezTo>
                    <a:pt x="38" y="13"/>
                    <a:pt x="37" y="15"/>
                    <a:pt x="37" y="16"/>
                  </a:cubicBezTo>
                  <a:cubicBezTo>
                    <a:pt x="36" y="17"/>
                    <a:pt x="35" y="19"/>
                    <a:pt x="34" y="20"/>
                  </a:cubicBezTo>
                  <a:cubicBezTo>
                    <a:pt x="33" y="21"/>
                    <a:pt x="32" y="22"/>
                    <a:pt x="31" y="22"/>
                  </a:cubicBezTo>
                  <a:cubicBezTo>
                    <a:pt x="29" y="23"/>
                    <a:pt x="28" y="24"/>
                    <a:pt x="26" y="24"/>
                  </a:cubicBezTo>
                  <a:cubicBezTo>
                    <a:pt x="28" y="27"/>
                    <a:pt x="30" y="30"/>
                    <a:pt x="32" y="32"/>
                  </a:cubicBezTo>
                  <a:cubicBezTo>
                    <a:pt x="33" y="34"/>
                    <a:pt x="35" y="37"/>
                    <a:pt x="38" y="40"/>
                  </a:cubicBezTo>
                  <a:cubicBezTo>
                    <a:pt x="39" y="41"/>
                    <a:pt x="39" y="42"/>
                    <a:pt x="40" y="43"/>
                  </a:cubicBezTo>
                  <a:cubicBezTo>
                    <a:pt x="41" y="43"/>
                    <a:pt x="42" y="44"/>
                    <a:pt x="43" y="44"/>
                  </a:cubicBezTo>
                  <a:cubicBezTo>
                    <a:pt x="43" y="45"/>
                    <a:pt x="44" y="45"/>
                    <a:pt x="45" y="45"/>
                  </a:cubicBezTo>
                  <a:cubicBezTo>
                    <a:pt x="46" y="45"/>
                    <a:pt x="46" y="45"/>
                    <a:pt x="47" y="45"/>
                  </a:cubicBezTo>
                  <a:lnTo>
                    <a:pt x="47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4" name="Freeform 102">
              <a:extLst>
                <a:ext uri="{FF2B5EF4-FFF2-40B4-BE49-F238E27FC236}">
                  <a16:creationId xmlns:a16="http://schemas.microsoft.com/office/drawing/2014/main" xmlns="" id="{B78E66F9-8325-6C03-0BF4-A3E2DD91D105}"/>
                </a:ext>
              </a:extLst>
            </p:cNvPr>
            <p:cNvSpPr/>
            <p:nvPr/>
          </p:nvSpPr>
          <p:spPr bwMode="auto">
            <a:xfrm>
              <a:off x="4704" y="326"/>
              <a:ext cx="30" cy="45"/>
            </a:xfrm>
            <a:custGeom>
              <a:avLst/>
              <a:gdLst>
                <a:gd name="T0" fmla="*/ 30 w 33"/>
                <a:gd name="T1" fmla="*/ 27 h 50"/>
                <a:gd name="T2" fmla="*/ 32 w 33"/>
                <a:gd name="T3" fmla="*/ 30 h 50"/>
                <a:gd name="T4" fmla="*/ 33 w 33"/>
                <a:gd name="T5" fmla="*/ 35 h 50"/>
                <a:gd name="T6" fmla="*/ 28 w 33"/>
                <a:gd name="T7" fmla="*/ 46 h 50"/>
                <a:gd name="T8" fmla="*/ 16 w 33"/>
                <a:gd name="T9" fmla="*/ 50 h 50"/>
                <a:gd name="T10" fmla="*/ 10 w 33"/>
                <a:gd name="T11" fmla="*/ 49 h 50"/>
                <a:gd name="T12" fmla="*/ 4 w 33"/>
                <a:gd name="T13" fmla="*/ 46 h 50"/>
                <a:gd name="T14" fmla="*/ 3 w 33"/>
                <a:gd name="T15" fmla="*/ 49 h 50"/>
                <a:gd name="T16" fmla="*/ 0 w 33"/>
                <a:gd name="T17" fmla="*/ 49 h 50"/>
                <a:gd name="T18" fmla="*/ 0 w 33"/>
                <a:gd name="T19" fmla="*/ 32 h 50"/>
                <a:gd name="T20" fmla="*/ 2 w 33"/>
                <a:gd name="T21" fmla="*/ 32 h 50"/>
                <a:gd name="T22" fmla="*/ 4 w 33"/>
                <a:gd name="T23" fmla="*/ 38 h 50"/>
                <a:gd name="T24" fmla="*/ 7 w 33"/>
                <a:gd name="T25" fmla="*/ 42 h 50"/>
                <a:gd name="T26" fmla="*/ 12 w 33"/>
                <a:gd name="T27" fmla="*/ 46 h 50"/>
                <a:gd name="T28" fmla="*/ 17 w 33"/>
                <a:gd name="T29" fmla="*/ 47 h 50"/>
                <a:gd name="T30" fmla="*/ 21 w 33"/>
                <a:gd name="T31" fmla="*/ 46 h 50"/>
                <a:gd name="T32" fmla="*/ 24 w 33"/>
                <a:gd name="T33" fmla="*/ 44 h 50"/>
                <a:gd name="T34" fmla="*/ 25 w 33"/>
                <a:gd name="T35" fmla="*/ 42 h 50"/>
                <a:gd name="T36" fmla="*/ 26 w 33"/>
                <a:gd name="T37" fmla="*/ 38 h 50"/>
                <a:gd name="T38" fmla="*/ 24 w 33"/>
                <a:gd name="T39" fmla="*/ 33 h 50"/>
                <a:gd name="T40" fmla="*/ 20 w 33"/>
                <a:gd name="T41" fmla="*/ 29 h 50"/>
                <a:gd name="T42" fmla="*/ 15 w 33"/>
                <a:gd name="T43" fmla="*/ 27 h 50"/>
                <a:gd name="T44" fmla="*/ 10 w 33"/>
                <a:gd name="T45" fmla="*/ 25 h 50"/>
                <a:gd name="T46" fmla="*/ 3 w 33"/>
                <a:gd name="T47" fmla="*/ 20 h 50"/>
                <a:gd name="T48" fmla="*/ 1 w 33"/>
                <a:gd name="T49" fmla="*/ 13 h 50"/>
                <a:gd name="T50" fmla="*/ 2 w 33"/>
                <a:gd name="T51" fmla="*/ 8 h 50"/>
                <a:gd name="T52" fmla="*/ 5 w 33"/>
                <a:gd name="T53" fmla="*/ 3 h 50"/>
                <a:gd name="T54" fmla="*/ 10 w 33"/>
                <a:gd name="T55" fmla="*/ 1 h 50"/>
                <a:gd name="T56" fmla="*/ 16 w 33"/>
                <a:gd name="T57" fmla="*/ 0 h 50"/>
                <a:gd name="T58" fmla="*/ 21 w 33"/>
                <a:gd name="T59" fmla="*/ 1 h 50"/>
                <a:gd name="T60" fmla="*/ 26 w 33"/>
                <a:gd name="T61" fmla="*/ 3 h 50"/>
                <a:gd name="T62" fmla="*/ 28 w 33"/>
                <a:gd name="T63" fmla="*/ 1 h 50"/>
                <a:gd name="T64" fmla="*/ 30 w 33"/>
                <a:gd name="T65" fmla="*/ 1 h 50"/>
                <a:gd name="T66" fmla="*/ 31 w 33"/>
                <a:gd name="T67" fmla="*/ 17 h 50"/>
                <a:gd name="T68" fmla="*/ 28 w 33"/>
                <a:gd name="T69" fmla="*/ 17 h 50"/>
                <a:gd name="T70" fmla="*/ 26 w 33"/>
                <a:gd name="T71" fmla="*/ 11 h 50"/>
                <a:gd name="T72" fmla="*/ 24 w 33"/>
                <a:gd name="T73" fmla="*/ 7 h 50"/>
                <a:gd name="T74" fmla="*/ 20 w 33"/>
                <a:gd name="T75" fmla="*/ 4 h 50"/>
                <a:gd name="T76" fmla="*/ 15 w 33"/>
                <a:gd name="T77" fmla="*/ 3 h 50"/>
                <a:gd name="T78" fmla="*/ 10 w 33"/>
                <a:gd name="T79" fmla="*/ 5 h 50"/>
                <a:gd name="T80" fmla="*/ 7 w 33"/>
                <a:gd name="T81" fmla="*/ 10 h 50"/>
                <a:gd name="T82" fmla="*/ 9 w 33"/>
                <a:gd name="T83" fmla="*/ 15 h 50"/>
                <a:gd name="T84" fmla="*/ 13 w 33"/>
                <a:gd name="T85" fmla="*/ 18 h 50"/>
                <a:gd name="T86" fmla="*/ 18 w 33"/>
                <a:gd name="T87" fmla="*/ 20 h 50"/>
                <a:gd name="T88" fmla="*/ 23 w 33"/>
                <a:gd name="T89" fmla="*/ 22 h 50"/>
                <a:gd name="T90" fmla="*/ 26 w 33"/>
                <a:gd name="T91" fmla="*/ 24 h 50"/>
                <a:gd name="T92" fmla="*/ 30 w 33"/>
                <a:gd name="T93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" h="50">
                  <a:moveTo>
                    <a:pt x="30" y="27"/>
                  </a:moveTo>
                  <a:cubicBezTo>
                    <a:pt x="31" y="28"/>
                    <a:pt x="31" y="29"/>
                    <a:pt x="32" y="30"/>
                  </a:cubicBezTo>
                  <a:cubicBezTo>
                    <a:pt x="32" y="32"/>
                    <a:pt x="33" y="33"/>
                    <a:pt x="33" y="35"/>
                  </a:cubicBezTo>
                  <a:cubicBezTo>
                    <a:pt x="33" y="39"/>
                    <a:pt x="31" y="43"/>
                    <a:pt x="28" y="46"/>
                  </a:cubicBezTo>
                  <a:cubicBezTo>
                    <a:pt x="25" y="48"/>
                    <a:pt x="21" y="50"/>
                    <a:pt x="16" y="50"/>
                  </a:cubicBezTo>
                  <a:cubicBezTo>
                    <a:pt x="14" y="50"/>
                    <a:pt x="12" y="49"/>
                    <a:pt x="10" y="49"/>
                  </a:cubicBezTo>
                  <a:cubicBezTo>
                    <a:pt x="8" y="48"/>
                    <a:pt x="6" y="47"/>
                    <a:pt x="4" y="46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3" y="34"/>
                    <a:pt x="4" y="36"/>
                    <a:pt x="4" y="38"/>
                  </a:cubicBezTo>
                  <a:cubicBezTo>
                    <a:pt x="5" y="39"/>
                    <a:pt x="6" y="41"/>
                    <a:pt x="7" y="42"/>
                  </a:cubicBezTo>
                  <a:cubicBezTo>
                    <a:pt x="9" y="44"/>
                    <a:pt x="10" y="45"/>
                    <a:pt x="12" y="46"/>
                  </a:cubicBezTo>
                  <a:cubicBezTo>
                    <a:pt x="13" y="46"/>
                    <a:pt x="15" y="47"/>
                    <a:pt x="17" y="47"/>
                  </a:cubicBezTo>
                  <a:cubicBezTo>
                    <a:pt x="19" y="47"/>
                    <a:pt x="20" y="46"/>
                    <a:pt x="21" y="46"/>
                  </a:cubicBezTo>
                  <a:cubicBezTo>
                    <a:pt x="22" y="46"/>
                    <a:pt x="23" y="45"/>
                    <a:pt x="24" y="44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41"/>
                    <a:pt x="26" y="40"/>
                    <a:pt x="26" y="38"/>
                  </a:cubicBezTo>
                  <a:cubicBezTo>
                    <a:pt x="26" y="36"/>
                    <a:pt x="25" y="35"/>
                    <a:pt x="24" y="33"/>
                  </a:cubicBezTo>
                  <a:cubicBezTo>
                    <a:pt x="23" y="31"/>
                    <a:pt x="22" y="30"/>
                    <a:pt x="20" y="29"/>
                  </a:cubicBezTo>
                  <a:cubicBezTo>
                    <a:pt x="18" y="29"/>
                    <a:pt x="16" y="28"/>
                    <a:pt x="15" y="27"/>
                  </a:cubicBezTo>
                  <a:cubicBezTo>
                    <a:pt x="13" y="26"/>
                    <a:pt x="11" y="26"/>
                    <a:pt x="10" y="25"/>
                  </a:cubicBezTo>
                  <a:cubicBezTo>
                    <a:pt x="7" y="24"/>
                    <a:pt x="5" y="22"/>
                    <a:pt x="3" y="20"/>
                  </a:cubicBezTo>
                  <a:cubicBezTo>
                    <a:pt x="2" y="18"/>
                    <a:pt x="1" y="16"/>
                    <a:pt x="1" y="13"/>
                  </a:cubicBezTo>
                  <a:cubicBezTo>
                    <a:pt x="1" y="11"/>
                    <a:pt x="1" y="9"/>
                    <a:pt x="2" y="8"/>
                  </a:cubicBezTo>
                  <a:cubicBezTo>
                    <a:pt x="3" y="6"/>
                    <a:pt x="4" y="5"/>
                    <a:pt x="5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5"/>
                    <a:pt x="27" y="13"/>
                    <a:pt x="26" y="11"/>
                  </a:cubicBezTo>
                  <a:cubicBezTo>
                    <a:pt x="26" y="10"/>
                    <a:pt x="25" y="8"/>
                    <a:pt x="24" y="7"/>
                  </a:cubicBezTo>
                  <a:cubicBezTo>
                    <a:pt x="23" y="6"/>
                    <a:pt x="22" y="5"/>
                    <a:pt x="20" y="4"/>
                  </a:cubicBezTo>
                  <a:cubicBezTo>
                    <a:pt x="19" y="3"/>
                    <a:pt x="17" y="3"/>
                    <a:pt x="15" y="3"/>
                  </a:cubicBezTo>
                  <a:cubicBezTo>
                    <a:pt x="13" y="3"/>
                    <a:pt x="11" y="3"/>
                    <a:pt x="10" y="5"/>
                  </a:cubicBezTo>
                  <a:cubicBezTo>
                    <a:pt x="8" y="6"/>
                    <a:pt x="7" y="8"/>
                    <a:pt x="7" y="10"/>
                  </a:cubicBezTo>
                  <a:cubicBezTo>
                    <a:pt x="7" y="12"/>
                    <a:pt x="8" y="13"/>
                    <a:pt x="9" y="15"/>
                  </a:cubicBezTo>
                  <a:cubicBezTo>
                    <a:pt x="10" y="16"/>
                    <a:pt x="11" y="17"/>
                    <a:pt x="13" y="18"/>
                  </a:cubicBezTo>
                  <a:cubicBezTo>
                    <a:pt x="15" y="19"/>
                    <a:pt x="16" y="20"/>
                    <a:pt x="18" y="20"/>
                  </a:cubicBezTo>
                  <a:cubicBezTo>
                    <a:pt x="19" y="21"/>
                    <a:pt x="21" y="21"/>
                    <a:pt x="23" y="22"/>
                  </a:cubicBezTo>
                  <a:cubicBezTo>
                    <a:pt x="24" y="23"/>
                    <a:pt x="25" y="23"/>
                    <a:pt x="26" y="24"/>
                  </a:cubicBezTo>
                  <a:cubicBezTo>
                    <a:pt x="28" y="25"/>
                    <a:pt x="29" y="26"/>
                    <a:pt x="30" y="2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5" name="Freeform 103">
              <a:extLst>
                <a:ext uri="{FF2B5EF4-FFF2-40B4-BE49-F238E27FC236}">
                  <a16:creationId xmlns:a16="http://schemas.microsoft.com/office/drawing/2014/main" xmlns="" id="{0B985BBA-9072-7CCD-8883-4062A95A602A}"/>
                </a:ext>
              </a:extLst>
            </p:cNvPr>
            <p:cNvSpPr/>
            <p:nvPr/>
          </p:nvSpPr>
          <p:spPr bwMode="auto">
            <a:xfrm>
              <a:off x="4738" y="327"/>
              <a:ext cx="20" cy="43"/>
            </a:xfrm>
            <a:custGeom>
              <a:avLst/>
              <a:gdLst>
                <a:gd name="T0" fmla="*/ 22 w 22"/>
                <a:gd name="T1" fmla="*/ 48 h 48"/>
                <a:gd name="T2" fmla="*/ 0 w 22"/>
                <a:gd name="T3" fmla="*/ 48 h 48"/>
                <a:gd name="T4" fmla="*/ 0 w 22"/>
                <a:gd name="T5" fmla="*/ 45 h 48"/>
                <a:gd name="T6" fmla="*/ 3 w 22"/>
                <a:gd name="T7" fmla="*/ 45 h 48"/>
                <a:gd name="T8" fmla="*/ 5 w 22"/>
                <a:gd name="T9" fmla="*/ 45 h 48"/>
                <a:gd name="T10" fmla="*/ 7 w 22"/>
                <a:gd name="T11" fmla="*/ 43 h 48"/>
                <a:gd name="T12" fmla="*/ 7 w 22"/>
                <a:gd name="T13" fmla="*/ 41 h 48"/>
                <a:gd name="T14" fmla="*/ 7 w 22"/>
                <a:gd name="T15" fmla="*/ 7 h 48"/>
                <a:gd name="T16" fmla="*/ 7 w 22"/>
                <a:gd name="T17" fmla="*/ 5 h 48"/>
                <a:gd name="T18" fmla="*/ 5 w 22"/>
                <a:gd name="T19" fmla="*/ 3 h 48"/>
                <a:gd name="T20" fmla="*/ 2 w 22"/>
                <a:gd name="T21" fmla="*/ 3 h 48"/>
                <a:gd name="T22" fmla="*/ 0 w 22"/>
                <a:gd name="T23" fmla="*/ 2 h 48"/>
                <a:gd name="T24" fmla="*/ 0 w 22"/>
                <a:gd name="T25" fmla="*/ 0 h 48"/>
                <a:gd name="T26" fmla="*/ 22 w 22"/>
                <a:gd name="T27" fmla="*/ 0 h 48"/>
                <a:gd name="T28" fmla="*/ 22 w 22"/>
                <a:gd name="T29" fmla="*/ 2 h 48"/>
                <a:gd name="T30" fmla="*/ 19 w 22"/>
                <a:gd name="T31" fmla="*/ 2 h 48"/>
                <a:gd name="T32" fmla="*/ 16 w 22"/>
                <a:gd name="T33" fmla="*/ 3 h 48"/>
                <a:gd name="T34" fmla="*/ 15 w 22"/>
                <a:gd name="T35" fmla="*/ 4 h 48"/>
                <a:gd name="T36" fmla="*/ 14 w 22"/>
                <a:gd name="T37" fmla="*/ 6 h 48"/>
                <a:gd name="T38" fmla="*/ 14 w 22"/>
                <a:gd name="T39" fmla="*/ 41 h 48"/>
                <a:gd name="T40" fmla="*/ 15 w 22"/>
                <a:gd name="T41" fmla="*/ 43 h 48"/>
                <a:gd name="T42" fmla="*/ 16 w 22"/>
                <a:gd name="T43" fmla="*/ 44 h 48"/>
                <a:gd name="T44" fmla="*/ 19 w 22"/>
                <a:gd name="T45" fmla="*/ 45 h 48"/>
                <a:gd name="T46" fmla="*/ 22 w 22"/>
                <a:gd name="T47" fmla="*/ 45 h 48"/>
                <a:gd name="T48" fmla="*/ 22 w 22"/>
                <a:gd name="T4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48">
                  <a:moveTo>
                    <a:pt x="22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45"/>
                    <a:pt x="1" y="45"/>
                    <a:pt x="3" y="45"/>
                  </a:cubicBezTo>
                  <a:cubicBezTo>
                    <a:pt x="4" y="45"/>
                    <a:pt x="4" y="45"/>
                    <a:pt x="5" y="45"/>
                  </a:cubicBezTo>
                  <a:cubicBezTo>
                    <a:pt x="6" y="44"/>
                    <a:pt x="6" y="44"/>
                    <a:pt x="7" y="43"/>
                  </a:cubicBezTo>
                  <a:cubicBezTo>
                    <a:pt x="7" y="43"/>
                    <a:pt x="7" y="42"/>
                    <a:pt x="7" y="4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6" y="4"/>
                    <a:pt x="6" y="4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0" y="2"/>
                    <a:pt x="19" y="2"/>
                  </a:cubicBezTo>
                  <a:cubicBezTo>
                    <a:pt x="18" y="2"/>
                    <a:pt x="17" y="3"/>
                    <a:pt x="16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5" y="43"/>
                  </a:cubicBezTo>
                  <a:cubicBezTo>
                    <a:pt x="15" y="43"/>
                    <a:pt x="16" y="44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20" y="45"/>
                    <a:pt x="21" y="45"/>
                    <a:pt x="22" y="45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6" name="Freeform 104">
              <a:extLst>
                <a:ext uri="{FF2B5EF4-FFF2-40B4-BE49-F238E27FC236}">
                  <a16:creationId xmlns:a16="http://schemas.microsoft.com/office/drawing/2014/main" xmlns="" id="{F0BDAEF9-C2D4-6E24-E3E7-289CC72172B2}"/>
                </a:ext>
              </a:extLst>
            </p:cNvPr>
            <p:cNvSpPr/>
            <p:nvPr/>
          </p:nvSpPr>
          <p:spPr bwMode="auto">
            <a:xfrm>
              <a:off x="4761" y="327"/>
              <a:ext cx="37" cy="43"/>
            </a:xfrm>
            <a:custGeom>
              <a:avLst/>
              <a:gdLst>
                <a:gd name="T0" fmla="*/ 42 w 42"/>
                <a:gd name="T1" fmla="*/ 13 h 48"/>
                <a:gd name="T2" fmla="*/ 39 w 42"/>
                <a:gd name="T3" fmla="*/ 13 h 48"/>
                <a:gd name="T4" fmla="*/ 38 w 42"/>
                <a:gd name="T5" fmla="*/ 10 h 48"/>
                <a:gd name="T6" fmla="*/ 36 w 42"/>
                <a:gd name="T7" fmla="*/ 7 h 48"/>
                <a:gd name="T8" fmla="*/ 34 w 42"/>
                <a:gd name="T9" fmla="*/ 4 h 48"/>
                <a:gd name="T10" fmla="*/ 32 w 42"/>
                <a:gd name="T11" fmla="*/ 3 h 48"/>
                <a:gd name="T12" fmla="*/ 29 w 42"/>
                <a:gd name="T13" fmla="*/ 2 h 48"/>
                <a:gd name="T14" fmla="*/ 26 w 42"/>
                <a:gd name="T15" fmla="*/ 2 h 48"/>
                <a:gd name="T16" fmla="*/ 24 w 42"/>
                <a:gd name="T17" fmla="*/ 2 h 48"/>
                <a:gd name="T18" fmla="*/ 24 w 42"/>
                <a:gd name="T19" fmla="*/ 41 h 48"/>
                <a:gd name="T20" fmla="*/ 25 w 42"/>
                <a:gd name="T21" fmla="*/ 43 h 48"/>
                <a:gd name="T22" fmla="*/ 26 w 42"/>
                <a:gd name="T23" fmla="*/ 44 h 48"/>
                <a:gd name="T24" fmla="*/ 29 w 42"/>
                <a:gd name="T25" fmla="*/ 45 h 48"/>
                <a:gd name="T26" fmla="*/ 32 w 42"/>
                <a:gd name="T27" fmla="*/ 45 h 48"/>
                <a:gd name="T28" fmla="*/ 32 w 42"/>
                <a:gd name="T29" fmla="*/ 48 h 48"/>
                <a:gd name="T30" fmla="*/ 9 w 42"/>
                <a:gd name="T31" fmla="*/ 48 h 48"/>
                <a:gd name="T32" fmla="*/ 9 w 42"/>
                <a:gd name="T33" fmla="*/ 45 h 48"/>
                <a:gd name="T34" fmla="*/ 12 w 42"/>
                <a:gd name="T35" fmla="*/ 45 h 48"/>
                <a:gd name="T36" fmla="*/ 15 w 42"/>
                <a:gd name="T37" fmla="*/ 44 h 48"/>
                <a:gd name="T38" fmla="*/ 17 w 42"/>
                <a:gd name="T39" fmla="*/ 43 h 48"/>
                <a:gd name="T40" fmla="*/ 17 w 42"/>
                <a:gd name="T41" fmla="*/ 41 h 48"/>
                <a:gd name="T42" fmla="*/ 17 w 42"/>
                <a:gd name="T43" fmla="*/ 2 h 48"/>
                <a:gd name="T44" fmla="*/ 15 w 42"/>
                <a:gd name="T45" fmla="*/ 2 h 48"/>
                <a:gd name="T46" fmla="*/ 12 w 42"/>
                <a:gd name="T47" fmla="*/ 2 h 48"/>
                <a:gd name="T48" fmla="*/ 10 w 42"/>
                <a:gd name="T49" fmla="*/ 3 h 48"/>
                <a:gd name="T50" fmla="*/ 7 w 42"/>
                <a:gd name="T51" fmla="*/ 4 h 48"/>
                <a:gd name="T52" fmla="*/ 5 w 42"/>
                <a:gd name="T53" fmla="*/ 7 h 48"/>
                <a:gd name="T54" fmla="*/ 3 w 42"/>
                <a:gd name="T55" fmla="*/ 10 h 48"/>
                <a:gd name="T56" fmla="*/ 2 w 42"/>
                <a:gd name="T57" fmla="*/ 13 h 48"/>
                <a:gd name="T58" fmla="*/ 0 w 42"/>
                <a:gd name="T59" fmla="*/ 13 h 48"/>
                <a:gd name="T60" fmla="*/ 0 w 42"/>
                <a:gd name="T61" fmla="*/ 0 h 48"/>
                <a:gd name="T62" fmla="*/ 42 w 42"/>
                <a:gd name="T63" fmla="*/ 0 h 48"/>
                <a:gd name="T64" fmla="*/ 42 w 42"/>
                <a:gd name="T65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" h="48">
                  <a:moveTo>
                    <a:pt x="42" y="13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2"/>
                    <a:pt x="39" y="11"/>
                    <a:pt x="38" y="10"/>
                  </a:cubicBezTo>
                  <a:cubicBezTo>
                    <a:pt x="38" y="9"/>
                    <a:pt x="37" y="8"/>
                    <a:pt x="36" y="7"/>
                  </a:cubicBezTo>
                  <a:cubicBezTo>
                    <a:pt x="36" y="6"/>
                    <a:pt x="35" y="5"/>
                    <a:pt x="34" y="4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8" y="2"/>
                    <a:pt x="27" y="2"/>
                    <a:pt x="26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41"/>
                    <a:pt x="24" y="42"/>
                    <a:pt x="25" y="43"/>
                  </a:cubicBezTo>
                  <a:cubicBezTo>
                    <a:pt x="25" y="43"/>
                    <a:pt x="26" y="44"/>
                    <a:pt x="26" y="44"/>
                  </a:cubicBezTo>
                  <a:cubicBezTo>
                    <a:pt x="27" y="44"/>
                    <a:pt x="28" y="44"/>
                    <a:pt x="29" y="45"/>
                  </a:cubicBezTo>
                  <a:cubicBezTo>
                    <a:pt x="30" y="45"/>
                    <a:pt x="31" y="45"/>
                    <a:pt x="32" y="45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3" y="45"/>
                    <a:pt x="14" y="45"/>
                    <a:pt x="15" y="44"/>
                  </a:cubicBezTo>
                  <a:cubicBezTo>
                    <a:pt x="16" y="44"/>
                    <a:pt x="16" y="44"/>
                    <a:pt x="17" y="43"/>
                  </a:cubicBezTo>
                  <a:cubicBezTo>
                    <a:pt x="17" y="43"/>
                    <a:pt x="17" y="42"/>
                    <a:pt x="17" y="4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4" y="2"/>
                    <a:pt x="12" y="2"/>
                  </a:cubicBezTo>
                  <a:cubicBezTo>
                    <a:pt x="11" y="2"/>
                    <a:pt x="10" y="2"/>
                    <a:pt x="10" y="3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6" y="5"/>
                    <a:pt x="6" y="6"/>
                    <a:pt x="5" y="7"/>
                  </a:cubicBezTo>
                  <a:cubicBezTo>
                    <a:pt x="4" y="8"/>
                    <a:pt x="4" y="9"/>
                    <a:pt x="3" y="10"/>
                  </a:cubicBezTo>
                  <a:cubicBezTo>
                    <a:pt x="3" y="11"/>
                    <a:pt x="2" y="12"/>
                    <a:pt x="2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42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7" name="Freeform 105">
              <a:extLst>
                <a:ext uri="{FF2B5EF4-FFF2-40B4-BE49-F238E27FC236}">
                  <a16:creationId xmlns:a16="http://schemas.microsoft.com/office/drawing/2014/main" xmlns="" id="{A3875097-DC8A-DE26-CE17-380B5A16E0F3}"/>
                </a:ext>
              </a:extLst>
            </p:cNvPr>
            <p:cNvSpPr/>
            <p:nvPr/>
          </p:nvSpPr>
          <p:spPr bwMode="auto">
            <a:xfrm>
              <a:off x="4801" y="327"/>
              <a:ext cx="41" cy="43"/>
            </a:xfrm>
            <a:custGeom>
              <a:avLst/>
              <a:gdLst>
                <a:gd name="T0" fmla="*/ 45 w 45"/>
                <a:gd name="T1" fmla="*/ 2 h 48"/>
                <a:gd name="T2" fmla="*/ 44 w 45"/>
                <a:gd name="T3" fmla="*/ 3 h 48"/>
                <a:gd name="T4" fmla="*/ 42 w 45"/>
                <a:gd name="T5" fmla="*/ 3 h 48"/>
                <a:gd name="T6" fmla="*/ 40 w 45"/>
                <a:gd name="T7" fmla="*/ 5 h 48"/>
                <a:gd name="T8" fmla="*/ 38 w 45"/>
                <a:gd name="T9" fmla="*/ 7 h 48"/>
                <a:gd name="T10" fmla="*/ 33 w 45"/>
                <a:gd name="T11" fmla="*/ 14 h 48"/>
                <a:gd name="T12" fmla="*/ 28 w 45"/>
                <a:gd name="T13" fmla="*/ 24 h 48"/>
                <a:gd name="T14" fmla="*/ 26 w 45"/>
                <a:gd name="T15" fmla="*/ 28 h 48"/>
                <a:gd name="T16" fmla="*/ 26 w 45"/>
                <a:gd name="T17" fmla="*/ 31 h 48"/>
                <a:gd name="T18" fmla="*/ 26 w 45"/>
                <a:gd name="T19" fmla="*/ 41 h 48"/>
                <a:gd name="T20" fmla="*/ 26 w 45"/>
                <a:gd name="T21" fmla="*/ 43 h 48"/>
                <a:gd name="T22" fmla="*/ 28 w 45"/>
                <a:gd name="T23" fmla="*/ 44 h 48"/>
                <a:gd name="T24" fmla="*/ 30 w 45"/>
                <a:gd name="T25" fmla="*/ 45 h 48"/>
                <a:gd name="T26" fmla="*/ 33 w 45"/>
                <a:gd name="T27" fmla="*/ 45 h 48"/>
                <a:gd name="T28" fmla="*/ 33 w 45"/>
                <a:gd name="T29" fmla="*/ 48 h 48"/>
                <a:gd name="T30" fmla="*/ 11 w 45"/>
                <a:gd name="T31" fmla="*/ 48 h 48"/>
                <a:gd name="T32" fmla="*/ 11 w 45"/>
                <a:gd name="T33" fmla="*/ 45 h 48"/>
                <a:gd name="T34" fmla="*/ 14 w 45"/>
                <a:gd name="T35" fmla="*/ 45 h 48"/>
                <a:gd name="T36" fmla="*/ 16 w 45"/>
                <a:gd name="T37" fmla="*/ 44 h 48"/>
                <a:gd name="T38" fmla="*/ 18 w 45"/>
                <a:gd name="T39" fmla="*/ 43 h 48"/>
                <a:gd name="T40" fmla="*/ 19 w 45"/>
                <a:gd name="T41" fmla="*/ 41 h 48"/>
                <a:gd name="T42" fmla="*/ 19 w 45"/>
                <a:gd name="T43" fmla="*/ 29 h 48"/>
                <a:gd name="T44" fmla="*/ 18 w 45"/>
                <a:gd name="T45" fmla="*/ 27 h 48"/>
                <a:gd name="T46" fmla="*/ 16 w 45"/>
                <a:gd name="T47" fmla="*/ 24 h 48"/>
                <a:gd name="T48" fmla="*/ 12 w 45"/>
                <a:gd name="T49" fmla="*/ 16 h 48"/>
                <a:gd name="T50" fmla="*/ 8 w 45"/>
                <a:gd name="T51" fmla="*/ 8 h 48"/>
                <a:gd name="T52" fmla="*/ 6 w 45"/>
                <a:gd name="T53" fmla="*/ 5 h 48"/>
                <a:gd name="T54" fmla="*/ 4 w 45"/>
                <a:gd name="T55" fmla="*/ 3 h 48"/>
                <a:gd name="T56" fmla="*/ 2 w 45"/>
                <a:gd name="T57" fmla="*/ 2 h 48"/>
                <a:gd name="T58" fmla="*/ 0 w 45"/>
                <a:gd name="T59" fmla="*/ 2 h 48"/>
                <a:gd name="T60" fmla="*/ 0 w 45"/>
                <a:gd name="T61" fmla="*/ 0 h 48"/>
                <a:gd name="T62" fmla="*/ 20 w 45"/>
                <a:gd name="T63" fmla="*/ 0 h 48"/>
                <a:gd name="T64" fmla="*/ 20 w 45"/>
                <a:gd name="T65" fmla="*/ 2 h 48"/>
                <a:gd name="T66" fmla="*/ 15 w 45"/>
                <a:gd name="T67" fmla="*/ 3 h 48"/>
                <a:gd name="T68" fmla="*/ 14 w 45"/>
                <a:gd name="T69" fmla="*/ 4 h 48"/>
                <a:gd name="T70" fmla="*/ 14 w 45"/>
                <a:gd name="T71" fmla="*/ 4 h 48"/>
                <a:gd name="T72" fmla="*/ 15 w 45"/>
                <a:gd name="T73" fmla="*/ 6 h 48"/>
                <a:gd name="T74" fmla="*/ 16 w 45"/>
                <a:gd name="T75" fmla="*/ 8 h 48"/>
                <a:gd name="T76" fmla="*/ 17 w 45"/>
                <a:gd name="T77" fmla="*/ 10 h 48"/>
                <a:gd name="T78" fmla="*/ 20 w 45"/>
                <a:gd name="T79" fmla="*/ 16 h 48"/>
                <a:gd name="T80" fmla="*/ 24 w 45"/>
                <a:gd name="T81" fmla="*/ 24 h 48"/>
                <a:gd name="T82" fmla="*/ 32 w 45"/>
                <a:gd name="T83" fmla="*/ 10 h 48"/>
                <a:gd name="T84" fmla="*/ 35 w 45"/>
                <a:gd name="T85" fmla="*/ 5 h 48"/>
                <a:gd name="T86" fmla="*/ 35 w 45"/>
                <a:gd name="T87" fmla="*/ 3 h 48"/>
                <a:gd name="T88" fmla="*/ 33 w 45"/>
                <a:gd name="T89" fmla="*/ 3 h 48"/>
                <a:gd name="T90" fmla="*/ 31 w 45"/>
                <a:gd name="T91" fmla="*/ 2 h 48"/>
                <a:gd name="T92" fmla="*/ 29 w 45"/>
                <a:gd name="T93" fmla="*/ 2 h 48"/>
                <a:gd name="T94" fmla="*/ 29 w 45"/>
                <a:gd name="T95" fmla="*/ 0 h 48"/>
                <a:gd name="T96" fmla="*/ 45 w 45"/>
                <a:gd name="T97" fmla="*/ 0 h 48"/>
                <a:gd name="T98" fmla="*/ 45 w 45"/>
                <a:gd name="T99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" h="48">
                  <a:moveTo>
                    <a:pt x="45" y="2"/>
                  </a:moveTo>
                  <a:cubicBezTo>
                    <a:pt x="45" y="2"/>
                    <a:pt x="44" y="2"/>
                    <a:pt x="44" y="3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1" y="4"/>
                    <a:pt x="40" y="4"/>
                    <a:pt x="40" y="5"/>
                  </a:cubicBezTo>
                  <a:cubicBezTo>
                    <a:pt x="40" y="5"/>
                    <a:pt x="39" y="6"/>
                    <a:pt x="38" y="7"/>
                  </a:cubicBezTo>
                  <a:cubicBezTo>
                    <a:pt x="36" y="9"/>
                    <a:pt x="35" y="12"/>
                    <a:pt x="33" y="14"/>
                  </a:cubicBezTo>
                  <a:cubicBezTo>
                    <a:pt x="32" y="17"/>
                    <a:pt x="30" y="20"/>
                    <a:pt x="28" y="24"/>
                  </a:cubicBezTo>
                  <a:cubicBezTo>
                    <a:pt x="27" y="26"/>
                    <a:pt x="26" y="27"/>
                    <a:pt x="26" y="28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2"/>
                    <a:pt x="26" y="43"/>
                  </a:cubicBezTo>
                  <a:cubicBezTo>
                    <a:pt x="27" y="43"/>
                    <a:pt x="27" y="44"/>
                    <a:pt x="28" y="44"/>
                  </a:cubicBezTo>
                  <a:cubicBezTo>
                    <a:pt x="28" y="44"/>
                    <a:pt x="29" y="45"/>
                    <a:pt x="30" y="45"/>
                  </a:cubicBezTo>
                  <a:cubicBezTo>
                    <a:pt x="32" y="45"/>
                    <a:pt x="33" y="45"/>
                    <a:pt x="33" y="45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2" y="45"/>
                    <a:pt x="13" y="45"/>
                    <a:pt x="14" y="45"/>
                  </a:cubicBezTo>
                  <a:cubicBezTo>
                    <a:pt x="15" y="45"/>
                    <a:pt x="16" y="45"/>
                    <a:pt x="16" y="44"/>
                  </a:cubicBezTo>
                  <a:cubicBezTo>
                    <a:pt x="17" y="44"/>
                    <a:pt x="18" y="44"/>
                    <a:pt x="18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7"/>
                  </a:cubicBezTo>
                  <a:cubicBezTo>
                    <a:pt x="17" y="26"/>
                    <a:pt x="17" y="25"/>
                    <a:pt x="16" y="24"/>
                  </a:cubicBezTo>
                  <a:cubicBezTo>
                    <a:pt x="15" y="21"/>
                    <a:pt x="13" y="19"/>
                    <a:pt x="12" y="16"/>
                  </a:cubicBezTo>
                  <a:cubicBezTo>
                    <a:pt x="10" y="13"/>
                    <a:pt x="9" y="10"/>
                    <a:pt x="8" y="8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2" y="3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8" y="2"/>
                    <a:pt x="16" y="2"/>
                    <a:pt x="15" y="3"/>
                  </a:cubicBezTo>
                  <a:cubicBezTo>
                    <a:pt x="14" y="3"/>
                    <a:pt x="14" y="3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4" y="5"/>
                    <a:pt x="15" y="6"/>
                  </a:cubicBezTo>
                  <a:cubicBezTo>
                    <a:pt x="15" y="6"/>
                    <a:pt x="15" y="7"/>
                    <a:pt x="16" y="8"/>
                  </a:cubicBezTo>
                  <a:cubicBezTo>
                    <a:pt x="16" y="8"/>
                    <a:pt x="16" y="9"/>
                    <a:pt x="17" y="10"/>
                  </a:cubicBezTo>
                  <a:cubicBezTo>
                    <a:pt x="18" y="12"/>
                    <a:pt x="19" y="14"/>
                    <a:pt x="20" y="16"/>
                  </a:cubicBezTo>
                  <a:cubicBezTo>
                    <a:pt x="21" y="18"/>
                    <a:pt x="22" y="20"/>
                    <a:pt x="24" y="24"/>
                  </a:cubicBezTo>
                  <a:cubicBezTo>
                    <a:pt x="28" y="18"/>
                    <a:pt x="31" y="14"/>
                    <a:pt x="32" y="10"/>
                  </a:cubicBezTo>
                  <a:cubicBezTo>
                    <a:pt x="34" y="7"/>
                    <a:pt x="35" y="5"/>
                    <a:pt x="35" y="5"/>
                  </a:cubicBezTo>
                  <a:cubicBezTo>
                    <a:pt x="35" y="4"/>
                    <a:pt x="35" y="4"/>
                    <a:pt x="35" y="3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2"/>
                    <a:pt x="32" y="2"/>
                    <a:pt x="31" y="2"/>
                  </a:cubicBezTo>
                  <a:cubicBezTo>
                    <a:pt x="30" y="2"/>
                    <a:pt x="29" y="2"/>
                    <a:pt x="29" y="2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8" name="Freeform 106">
              <a:extLst>
                <a:ext uri="{FF2B5EF4-FFF2-40B4-BE49-F238E27FC236}">
                  <a16:creationId xmlns:a16="http://schemas.microsoft.com/office/drawing/2014/main" xmlns="" id="{F9F0C0DC-77BA-B2CF-23E3-0DD4A1191C83}"/>
                </a:ext>
              </a:extLst>
            </p:cNvPr>
            <p:cNvSpPr/>
            <p:nvPr/>
          </p:nvSpPr>
          <p:spPr bwMode="auto">
            <a:xfrm>
              <a:off x="4293" y="160"/>
              <a:ext cx="74" cy="104"/>
            </a:xfrm>
            <a:custGeom>
              <a:avLst/>
              <a:gdLst>
                <a:gd name="T0" fmla="*/ 63 w 82"/>
                <a:gd name="T1" fmla="*/ 87 h 115"/>
                <a:gd name="T2" fmla="*/ 59 w 82"/>
                <a:gd name="T3" fmla="*/ 88 h 115"/>
                <a:gd name="T4" fmla="*/ 47 w 82"/>
                <a:gd name="T5" fmla="*/ 92 h 115"/>
                <a:gd name="T6" fmla="*/ 31 w 82"/>
                <a:gd name="T7" fmla="*/ 92 h 115"/>
                <a:gd name="T8" fmla="*/ 31 w 82"/>
                <a:gd name="T9" fmla="*/ 91 h 115"/>
                <a:gd name="T10" fmla="*/ 41 w 82"/>
                <a:gd name="T11" fmla="*/ 81 h 115"/>
                <a:gd name="T12" fmla="*/ 41 w 82"/>
                <a:gd name="T13" fmla="*/ 68 h 115"/>
                <a:gd name="T14" fmla="*/ 55 w 82"/>
                <a:gd name="T15" fmla="*/ 63 h 115"/>
                <a:gd name="T16" fmla="*/ 66 w 82"/>
                <a:gd name="T17" fmla="*/ 59 h 115"/>
                <a:gd name="T18" fmla="*/ 75 w 82"/>
                <a:gd name="T19" fmla="*/ 48 h 115"/>
                <a:gd name="T20" fmla="*/ 76 w 82"/>
                <a:gd name="T21" fmla="*/ 42 h 115"/>
                <a:gd name="T22" fmla="*/ 76 w 82"/>
                <a:gd name="T23" fmla="*/ 38 h 115"/>
                <a:gd name="T24" fmla="*/ 64 w 82"/>
                <a:gd name="T25" fmla="*/ 33 h 115"/>
                <a:gd name="T26" fmla="*/ 60 w 82"/>
                <a:gd name="T27" fmla="*/ 29 h 115"/>
                <a:gd name="T28" fmla="*/ 59 w 82"/>
                <a:gd name="T29" fmla="*/ 26 h 115"/>
                <a:gd name="T30" fmla="*/ 58 w 82"/>
                <a:gd name="T31" fmla="*/ 25 h 115"/>
                <a:gd name="T32" fmla="*/ 54 w 82"/>
                <a:gd name="T33" fmla="*/ 26 h 115"/>
                <a:gd name="T34" fmla="*/ 53 w 82"/>
                <a:gd name="T35" fmla="*/ 27 h 115"/>
                <a:gd name="T36" fmla="*/ 53 w 82"/>
                <a:gd name="T37" fmla="*/ 28 h 115"/>
                <a:gd name="T38" fmla="*/ 53 w 82"/>
                <a:gd name="T39" fmla="*/ 38 h 115"/>
                <a:gd name="T40" fmla="*/ 46 w 82"/>
                <a:gd name="T41" fmla="*/ 43 h 115"/>
                <a:gd name="T42" fmla="*/ 41 w 82"/>
                <a:gd name="T43" fmla="*/ 49 h 115"/>
                <a:gd name="T44" fmla="*/ 37 w 82"/>
                <a:gd name="T45" fmla="*/ 47 h 115"/>
                <a:gd name="T46" fmla="*/ 20 w 82"/>
                <a:gd name="T47" fmla="*/ 7 h 115"/>
                <a:gd name="T48" fmla="*/ 12 w 82"/>
                <a:gd name="T49" fmla="*/ 0 h 115"/>
                <a:gd name="T50" fmla="*/ 8 w 82"/>
                <a:gd name="T51" fmla="*/ 10 h 115"/>
                <a:gd name="T52" fmla="*/ 8 w 82"/>
                <a:gd name="T53" fmla="*/ 12 h 115"/>
                <a:gd name="T54" fmla="*/ 3 w 82"/>
                <a:gd name="T55" fmla="*/ 36 h 115"/>
                <a:gd name="T56" fmla="*/ 0 w 82"/>
                <a:gd name="T57" fmla="*/ 50 h 115"/>
                <a:gd name="T58" fmla="*/ 6 w 82"/>
                <a:gd name="T59" fmla="*/ 76 h 115"/>
                <a:gd name="T60" fmla="*/ 8 w 82"/>
                <a:gd name="T61" fmla="*/ 86 h 115"/>
                <a:gd name="T62" fmla="*/ 19 w 82"/>
                <a:gd name="T63" fmla="*/ 110 h 115"/>
                <a:gd name="T64" fmla="*/ 38 w 82"/>
                <a:gd name="T65" fmla="*/ 112 h 115"/>
                <a:gd name="T66" fmla="*/ 43 w 82"/>
                <a:gd name="T67" fmla="*/ 108 h 115"/>
                <a:gd name="T68" fmla="*/ 50 w 82"/>
                <a:gd name="T69" fmla="*/ 108 h 115"/>
                <a:gd name="T70" fmla="*/ 68 w 82"/>
                <a:gd name="T71" fmla="*/ 103 h 115"/>
                <a:gd name="T72" fmla="*/ 77 w 82"/>
                <a:gd name="T73" fmla="*/ 98 h 115"/>
                <a:gd name="T74" fmla="*/ 82 w 82"/>
                <a:gd name="T75" fmla="*/ 88 h 115"/>
                <a:gd name="T76" fmla="*/ 80 w 82"/>
                <a:gd name="T77" fmla="*/ 83 h 115"/>
                <a:gd name="T78" fmla="*/ 63 w 82"/>
                <a:gd name="T79" fmla="*/ 8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2" h="115">
                  <a:moveTo>
                    <a:pt x="63" y="87"/>
                  </a:moveTo>
                  <a:cubicBezTo>
                    <a:pt x="62" y="87"/>
                    <a:pt x="60" y="88"/>
                    <a:pt x="59" y="88"/>
                  </a:cubicBezTo>
                  <a:cubicBezTo>
                    <a:pt x="55" y="89"/>
                    <a:pt x="51" y="90"/>
                    <a:pt x="47" y="92"/>
                  </a:cubicBezTo>
                  <a:cubicBezTo>
                    <a:pt x="42" y="93"/>
                    <a:pt x="36" y="96"/>
                    <a:pt x="31" y="92"/>
                  </a:cubicBezTo>
                  <a:cubicBezTo>
                    <a:pt x="31" y="92"/>
                    <a:pt x="31" y="92"/>
                    <a:pt x="31" y="91"/>
                  </a:cubicBezTo>
                  <a:cubicBezTo>
                    <a:pt x="35" y="87"/>
                    <a:pt x="35" y="84"/>
                    <a:pt x="41" y="81"/>
                  </a:cubicBezTo>
                  <a:cubicBezTo>
                    <a:pt x="41" y="77"/>
                    <a:pt x="43" y="71"/>
                    <a:pt x="41" y="68"/>
                  </a:cubicBezTo>
                  <a:cubicBezTo>
                    <a:pt x="41" y="62"/>
                    <a:pt x="49" y="65"/>
                    <a:pt x="55" y="63"/>
                  </a:cubicBezTo>
                  <a:cubicBezTo>
                    <a:pt x="59" y="63"/>
                    <a:pt x="63" y="61"/>
                    <a:pt x="66" y="59"/>
                  </a:cubicBezTo>
                  <a:cubicBezTo>
                    <a:pt x="70" y="57"/>
                    <a:pt x="73" y="52"/>
                    <a:pt x="75" y="48"/>
                  </a:cubicBezTo>
                  <a:cubicBezTo>
                    <a:pt x="76" y="47"/>
                    <a:pt x="75" y="43"/>
                    <a:pt x="76" y="42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76" y="38"/>
                    <a:pt x="65" y="34"/>
                    <a:pt x="64" y="33"/>
                  </a:cubicBezTo>
                  <a:cubicBezTo>
                    <a:pt x="63" y="33"/>
                    <a:pt x="60" y="30"/>
                    <a:pt x="60" y="29"/>
                  </a:cubicBezTo>
                  <a:cubicBezTo>
                    <a:pt x="59" y="28"/>
                    <a:pt x="60" y="27"/>
                    <a:pt x="59" y="26"/>
                  </a:cubicBezTo>
                  <a:cubicBezTo>
                    <a:pt x="59" y="25"/>
                    <a:pt x="58" y="25"/>
                    <a:pt x="58" y="25"/>
                  </a:cubicBezTo>
                  <a:cubicBezTo>
                    <a:pt x="56" y="25"/>
                    <a:pt x="55" y="26"/>
                    <a:pt x="54" y="26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2" y="41"/>
                    <a:pt x="48" y="42"/>
                    <a:pt x="46" y="43"/>
                  </a:cubicBezTo>
                  <a:cubicBezTo>
                    <a:pt x="44" y="45"/>
                    <a:pt x="43" y="47"/>
                    <a:pt x="41" y="49"/>
                  </a:cubicBezTo>
                  <a:cubicBezTo>
                    <a:pt x="38" y="48"/>
                    <a:pt x="38" y="48"/>
                    <a:pt x="37" y="47"/>
                  </a:cubicBezTo>
                  <a:cubicBezTo>
                    <a:pt x="33" y="30"/>
                    <a:pt x="32" y="16"/>
                    <a:pt x="20" y="7"/>
                  </a:cubicBezTo>
                  <a:cubicBezTo>
                    <a:pt x="18" y="5"/>
                    <a:pt x="16" y="1"/>
                    <a:pt x="12" y="0"/>
                  </a:cubicBezTo>
                  <a:cubicBezTo>
                    <a:pt x="11" y="3"/>
                    <a:pt x="9" y="7"/>
                    <a:pt x="8" y="10"/>
                  </a:cubicBezTo>
                  <a:cubicBezTo>
                    <a:pt x="8" y="11"/>
                    <a:pt x="9" y="12"/>
                    <a:pt x="8" y="12"/>
                  </a:cubicBezTo>
                  <a:cubicBezTo>
                    <a:pt x="6" y="20"/>
                    <a:pt x="5" y="28"/>
                    <a:pt x="3" y="36"/>
                  </a:cubicBezTo>
                  <a:cubicBezTo>
                    <a:pt x="2" y="38"/>
                    <a:pt x="0" y="48"/>
                    <a:pt x="0" y="50"/>
                  </a:cubicBezTo>
                  <a:cubicBezTo>
                    <a:pt x="2" y="58"/>
                    <a:pt x="4" y="68"/>
                    <a:pt x="6" y="76"/>
                  </a:cubicBezTo>
                  <a:cubicBezTo>
                    <a:pt x="7" y="80"/>
                    <a:pt x="7" y="82"/>
                    <a:pt x="8" y="86"/>
                  </a:cubicBezTo>
                  <a:cubicBezTo>
                    <a:pt x="9" y="92"/>
                    <a:pt x="15" y="107"/>
                    <a:pt x="19" y="110"/>
                  </a:cubicBezTo>
                  <a:cubicBezTo>
                    <a:pt x="24" y="113"/>
                    <a:pt x="32" y="115"/>
                    <a:pt x="38" y="112"/>
                  </a:cubicBezTo>
                  <a:cubicBezTo>
                    <a:pt x="40" y="111"/>
                    <a:pt x="42" y="108"/>
                    <a:pt x="43" y="108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6" y="106"/>
                    <a:pt x="62" y="105"/>
                    <a:pt x="68" y="103"/>
                  </a:cubicBezTo>
                  <a:cubicBezTo>
                    <a:pt x="70" y="102"/>
                    <a:pt x="75" y="99"/>
                    <a:pt x="77" y="98"/>
                  </a:cubicBezTo>
                  <a:cubicBezTo>
                    <a:pt x="79" y="95"/>
                    <a:pt x="79" y="91"/>
                    <a:pt x="82" y="88"/>
                  </a:cubicBezTo>
                  <a:cubicBezTo>
                    <a:pt x="82" y="86"/>
                    <a:pt x="81" y="84"/>
                    <a:pt x="80" y="83"/>
                  </a:cubicBezTo>
                  <a:cubicBezTo>
                    <a:pt x="73" y="83"/>
                    <a:pt x="68" y="85"/>
                    <a:pt x="63" y="8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49" name="Freeform 107">
              <a:extLst>
                <a:ext uri="{FF2B5EF4-FFF2-40B4-BE49-F238E27FC236}">
                  <a16:creationId xmlns:a16="http://schemas.microsoft.com/office/drawing/2014/main" xmlns="" id="{BC60274F-B86C-0F91-DF17-41DEB1714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6" y="140"/>
              <a:ext cx="63" cy="145"/>
            </a:xfrm>
            <a:custGeom>
              <a:avLst/>
              <a:gdLst>
                <a:gd name="T0" fmla="*/ 48 w 70"/>
                <a:gd name="T1" fmla="*/ 115 h 160"/>
                <a:gd name="T2" fmla="*/ 48 w 70"/>
                <a:gd name="T3" fmla="*/ 120 h 160"/>
                <a:gd name="T4" fmla="*/ 42 w 70"/>
                <a:gd name="T5" fmla="*/ 124 h 160"/>
                <a:gd name="T6" fmla="*/ 37 w 70"/>
                <a:gd name="T7" fmla="*/ 128 h 160"/>
                <a:gd name="T8" fmla="*/ 29 w 70"/>
                <a:gd name="T9" fmla="*/ 131 h 160"/>
                <a:gd name="T10" fmla="*/ 22 w 70"/>
                <a:gd name="T11" fmla="*/ 136 h 160"/>
                <a:gd name="T12" fmla="*/ 12 w 70"/>
                <a:gd name="T13" fmla="*/ 137 h 160"/>
                <a:gd name="T14" fmla="*/ 11 w 70"/>
                <a:gd name="T15" fmla="*/ 137 h 160"/>
                <a:gd name="T16" fmla="*/ 16 w 70"/>
                <a:gd name="T17" fmla="*/ 127 h 160"/>
                <a:gd name="T18" fmla="*/ 28 w 70"/>
                <a:gd name="T19" fmla="*/ 111 h 160"/>
                <a:gd name="T20" fmla="*/ 29 w 70"/>
                <a:gd name="T21" fmla="*/ 108 h 160"/>
                <a:gd name="T22" fmla="*/ 34 w 70"/>
                <a:gd name="T23" fmla="*/ 102 h 160"/>
                <a:gd name="T24" fmla="*/ 46 w 70"/>
                <a:gd name="T25" fmla="*/ 93 h 160"/>
                <a:gd name="T26" fmla="*/ 48 w 70"/>
                <a:gd name="T27" fmla="*/ 93 h 160"/>
                <a:gd name="T28" fmla="*/ 48 w 70"/>
                <a:gd name="T29" fmla="*/ 108 h 160"/>
                <a:gd name="T30" fmla="*/ 48 w 70"/>
                <a:gd name="T31" fmla="*/ 115 h 160"/>
                <a:gd name="T32" fmla="*/ 69 w 70"/>
                <a:gd name="T33" fmla="*/ 55 h 160"/>
                <a:gd name="T34" fmla="*/ 68 w 70"/>
                <a:gd name="T35" fmla="*/ 39 h 160"/>
                <a:gd name="T36" fmla="*/ 68 w 70"/>
                <a:gd name="T37" fmla="*/ 28 h 160"/>
                <a:gd name="T38" fmla="*/ 39 w 70"/>
                <a:gd name="T39" fmla="*/ 7 h 160"/>
                <a:gd name="T40" fmla="*/ 31 w 70"/>
                <a:gd name="T41" fmla="*/ 1 h 160"/>
                <a:gd name="T42" fmla="*/ 28 w 70"/>
                <a:gd name="T43" fmla="*/ 4 h 160"/>
                <a:gd name="T44" fmla="*/ 35 w 70"/>
                <a:gd name="T45" fmla="*/ 15 h 160"/>
                <a:gd name="T46" fmla="*/ 39 w 70"/>
                <a:gd name="T47" fmla="*/ 22 h 160"/>
                <a:gd name="T48" fmla="*/ 48 w 70"/>
                <a:gd name="T49" fmla="*/ 33 h 160"/>
                <a:gd name="T50" fmla="*/ 49 w 70"/>
                <a:gd name="T51" fmla="*/ 67 h 160"/>
                <a:gd name="T52" fmla="*/ 49 w 70"/>
                <a:gd name="T53" fmla="*/ 76 h 160"/>
                <a:gd name="T54" fmla="*/ 48 w 70"/>
                <a:gd name="T55" fmla="*/ 85 h 160"/>
                <a:gd name="T56" fmla="*/ 42 w 70"/>
                <a:gd name="T57" fmla="*/ 81 h 160"/>
                <a:gd name="T58" fmla="*/ 36 w 70"/>
                <a:gd name="T59" fmla="*/ 80 h 160"/>
                <a:gd name="T60" fmla="*/ 31 w 70"/>
                <a:gd name="T61" fmla="*/ 76 h 160"/>
                <a:gd name="T62" fmla="*/ 24 w 70"/>
                <a:gd name="T63" fmla="*/ 76 h 160"/>
                <a:gd name="T64" fmla="*/ 16 w 70"/>
                <a:gd name="T65" fmla="*/ 72 h 160"/>
                <a:gd name="T66" fmla="*/ 13 w 70"/>
                <a:gd name="T67" fmla="*/ 74 h 160"/>
                <a:gd name="T68" fmla="*/ 18 w 70"/>
                <a:gd name="T69" fmla="*/ 83 h 160"/>
                <a:gd name="T70" fmla="*/ 18 w 70"/>
                <a:gd name="T71" fmla="*/ 86 h 160"/>
                <a:gd name="T72" fmla="*/ 20 w 70"/>
                <a:gd name="T73" fmla="*/ 95 h 160"/>
                <a:gd name="T74" fmla="*/ 17 w 70"/>
                <a:gd name="T75" fmla="*/ 105 h 160"/>
                <a:gd name="T76" fmla="*/ 2 w 70"/>
                <a:gd name="T77" fmla="*/ 135 h 160"/>
                <a:gd name="T78" fmla="*/ 1 w 70"/>
                <a:gd name="T79" fmla="*/ 136 h 160"/>
                <a:gd name="T80" fmla="*/ 1 w 70"/>
                <a:gd name="T81" fmla="*/ 137 h 160"/>
                <a:gd name="T82" fmla="*/ 6 w 70"/>
                <a:gd name="T83" fmla="*/ 159 h 160"/>
                <a:gd name="T84" fmla="*/ 6 w 70"/>
                <a:gd name="T85" fmla="*/ 160 h 160"/>
                <a:gd name="T86" fmla="*/ 14 w 70"/>
                <a:gd name="T87" fmla="*/ 160 h 160"/>
                <a:gd name="T88" fmla="*/ 22 w 70"/>
                <a:gd name="T89" fmla="*/ 151 h 160"/>
                <a:gd name="T90" fmla="*/ 34 w 70"/>
                <a:gd name="T91" fmla="*/ 144 h 160"/>
                <a:gd name="T92" fmla="*/ 36 w 70"/>
                <a:gd name="T93" fmla="*/ 142 h 160"/>
                <a:gd name="T94" fmla="*/ 47 w 70"/>
                <a:gd name="T95" fmla="*/ 133 h 160"/>
                <a:gd name="T96" fmla="*/ 48 w 70"/>
                <a:gd name="T97" fmla="*/ 133 h 160"/>
                <a:gd name="T98" fmla="*/ 48 w 70"/>
                <a:gd name="T99" fmla="*/ 138 h 160"/>
                <a:gd name="T100" fmla="*/ 50 w 70"/>
                <a:gd name="T101" fmla="*/ 155 h 160"/>
                <a:gd name="T102" fmla="*/ 55 w 70"/>
                <a:gd name="T103" fmla="*/ 155 h 160"/>
                <a:gd name="T104" fmla="*/ 61 w 70"/>
                <a:gd name="T105" fmla="*/ 145 h 160"/>
                <a:gd name="T106" fmla="*/ 68 w 70"/>
                <a:gd name="T107" fmla="*/ 117 h 160"/>
                <a:gd name="T108" fmla="*/ 68 w 70"/>
                <a:gd name="T109" fmla="*/ 106 h 160"/>
                <a:gd name="T110" fmla="*/ 70 w 70"/>
                <a:gd name="T111" fmla="*/ 75 h 160"/>
                <a:gd name="T112" fmla="*/ 70 w 70"/>
                <a:gd name="T113" fmla="*/ 62 h 160"/>
                <a:gd name="T114" fmla="*/ 69 w 70"/>
                <a:gd name="T115" fmla="*/ 5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0" h="160">
                  <a:moveTo>
                    <a:pt x="48" y="115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7" y="122"/>
                    <a:pt x="43" y="123"/>
                    <a:pt x="42" y="124"/>
                  </a:cubicBezTo>
                  <a:cubicBezTo>
                    <a:pt x="40" y="125"/>
                    <a:pt x="39" y="127"/>
                    <a:pt x="37" y="128"/>
                  </a:cubicBezTo>
                  <a:cubicBezTo>
                    <a:pt x="34" y="129"/>
                    <a:pt x="32" y="129"/>
                    <a:pt x="29" y="131"/>
                  </a:cubicBezTo>
                  <a:cubicBezTo>
                    <a:pt x="27" y="132"/>
                    <a:pt x="25" y="134"/>
                    <a:pt x="22" y="136"/>
                  </a:cubicBezTo>
                  <a:cubicBezTo>
                    <a:pt x="21" y="137"/>
                    <a:pt x="15" y="139"/>
                    <a:pt x="12" y="137"/>
                  </a:cubicBezTo>
                  <a:cubicBezTo>
                    <a:pt x="12" y="137"/>
                    <a:pt x="11" y="137"/>
                    <a:pt x="11" y="137"/>
                  </a:cubicBezTo>
                  <a:cubicBezTo>
                    <a:pt x="11" y="132"/>
                    <a:pt x="14" y="130"/>
                    <a:pt x="16" y="127"/>
                  </a:cubicBezTo>
                  <a:cubicBezTo>
                    <a:pt x="20" y="121"/>
                    <a:pt x="24" y="117"/>
                    <a:pt x="28" y="111"/>
                  </a:cubicBezTo>
                  <a:cubicBezTo>
                    <a:pt x="28" y="110"/>
                    <a:pt x="29" y="109"/>
                    <a:pt x="29" y="108"/>
                  </a:cubicBezTo>
                  <a:cubicBezTo>
                    <a:pt x="30" y="106"/>
                    <a:pt x="33" y="104"/>
                    <a:pt x="34" y="102"/>
                  </a:cubicBezTo>
                  <a:cubicBezTo>
                    <a:pt x="41" y="102"/>
                    <a:pt x="45" y="98"/>
                    <a:pt x="46" y="93"/>
                  </a:cubicBezTo>
                  <a:cubicBezTo>
                    <a:pt x="47" y="93"/>
                    <a:pt x="48" y="93"/>
                    <a:pt x="48" y="93"/>
                  </a:cubicBezTo>
                  <a:cubicBezTo>
                    <a:pt x="48" y="98"/>
                    <a:pt x="48" y="103"/>
                    <a:pt x="48" y="108"/>
                  </a:cubicBezTo>
                  <a:cubicBezTo>
                    <a:pt x="48" y="110"/>
                    <a:pt x="49" y="114"/>
                    <a:pt x="48" y="115"/>
                  </a:cubicBezTo>
                  <a:moveTo>
                    <a:pt x="69" y="55"/>
                  </a:moveTo>
                  <a:cubicBezTo>
                    <a:pt x="69" y="50"/>
                    <a:pt x="69" y="44"/>
                    <a:pt x="68" y="39"/>
                  </a:cubicBezTo>
                  <a:cubicBezTo>
                    <a:pt x="68" y="36"/>
                    <a:pt x="69" y="31"/>
                    <a:pt x="68" y="28"/>
                  </a:cubicBezTo>
                  <a:cubicBezTo>
                    <a:pt x="64" y="19"/>
                    <a:pt x="48" y="11"/>
                    <a:pt x="39" y="7"/>
                  </a:cubicBezTo>
                  <a:cubicBezTo>
                    <a:pt x="36" y="5"/>
                    <a:pt x="36" y="2"/>
                    <a:pt x="31" y="1"/>
                  </a:cubicBezTo>
                  <a:cubicBezTo>
                    <a:pt x="30" y="0"/>
                    <a:pt x="28" y="3"/>
                    <a:pt x="28" y="4"/>
                  </a:cubicBezTo>
                  <a:cubicBezTo>
                    <a:pt x="27" y="9"/>
                    <a:pt x="32" y="11"/>
                    <a:pt x="35" y="15"/>
                  </a:cubicBezTo>
                  <a:cubicBezTo>
                    <a:pt x="36" y="17"/>
                    <a:pt x="37" y="20"/>
                    <a:pt x="39" y="22"/>
                  </a:cubicBezTo>
                  <a:cubicBezTo>
                    <a:pt x="42" y="26"/>
                    <a:pt x="46" y="29"/>
                    <a:pt x="48" y="33"/>
                  </a:cubicBezTo>
                  <a:cubicBezTo>
                    <a:pt x="50" y="40"/>
                    <a:pt x="50" y="59"/>
                    <a:pt x="49" y="67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8" y="79"/>
                    <a:pt x="48" y="82"/>
                    <a:pt x="48" y="85"/>
                  </a:cubicBezTo>
                  <a:cubicBezTo>
                    <a:pt x="45" y="84"/>
                    <a:pt x="44" y="82"/>
                    <a:pt x="42" y="81"/>
                  </a:cubicBezTo>
                  <a:cubicBezTo>
                    <a:pt x="40" y="81"/>
                    <a:pt x="38" y="80"/>
                    <a:pt x="36" y="80"/>
                  </a:cubicBezTo>
                  <a:cubicBezTo>
                    <a:pt x="35" y="79"/>
                    <a:pt x="34" y="77"/>
                    <a:pt x="31" y="76"/>
                  </a:cubicBezTo>
                  <a:cubicBezTo>
                    <a:pt x="29" y="75"/>
                    <a:pt x="27" y="76"/>
                    <a:pt x="24" y="76"/>
                  </a:cubicBezTo>
                  <a:cubicBezTo>
                    <a:pt x="21" y="75"/>
                    <a:pt x="20" y="72"/>
                    <a:pt x="16" y="72"/>
                  </a:cubicBezTo>
                  <a:cubicBezTo>
                    <a:pt x="15" y="72"/>
                    <a:pt x="13" y="74"/>
                    <a:pt x="13" y="74"/>
                  </a:cubicBezTo>
                  <a:cubicBezTo>
                    <a:pt x="14" y="78"/>
                    <a:pt x="17" y="80"/>
                    <a:pt x="18" y="83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8" y="88"/>
                    <a:pt x="19" y="92"/>
                    <a:pt x="20" y="95"/>
                  </a:cubicBezTo>
                  <a:cubicBezTo>
                    <a:pt x="21" y="100"/>
                    <a:pt x="18" y="102"/>
                    <a:pt x="17" y="105"/>
                  </a:cubicBezTo>
                  <a:cubicBezTo>
                    <a:pt x="13" y="117"/>
                    <a:pt x="11" y="129"/>
                    <a:pt x="2" y="135"/>
                  </a:cubicBezTo>
                  <a:cubicBezTo>
                    <a:pt x="2" y="135"/>
                    <a:pt x="1" y="135"/>
                    <a:pt x="1" y="136"/>
                  </a:cubicBezTo>
                  <a:cubicBezTo>
                    <a:pt x="1" y="136"/>
                    <a:pt x="1" y="137"/>
                    <a:pt x="1" y="137"/>
                  </a:cubicBezTo>
                  <a:cubicBezTo>
                    <a:pt x="1" y="144"/>
                    <a:pt x="0" y="157"/>
                    <a:pt x="6" y="159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7" y="160"/>
                    <a:pt x="13" y="160"/>
                    <a:pt x="14" y="160"/>
                  </a:cubicBezTo>
                  <a:cubicBezTo>
                    <a:pt x="16" y="159"/>
                    <a:pt x="20" y="153"/>
                    <a:pt x="22" y="151"/>
                  </a:cubicBezTo>
                  <a:cubicBezTo>
                    <a:pt x="26" y="149"/>
                    <a:pt x="30" y="147"/>
                    <a:pt x="34" y="144"/>
                  </a:cubicBezTo>
                  <a:cubicBezTo>
                    <a:pt x="35" y="143"/>
                    <a:pt x="35" y="143"/>
                    <a:pt x="36" y="142"/>
                  </a:cubicBezTo>
                  <a:cubicBezTo>
                    <a:pt x="40" y="139"/>
                    <a:pt x="43" y="136"/>
                    <a:pt x="47" y="133"/>
                  </a:cubicBezTo>
                  <a:cubicBezTo>
                    <a:pt x="47" y="133"/>
                    <a:pt x="48" y="132"/>
                    <a:pt x="48" y="133"/>
                  </a:cubicBezTo>
                  <a:cubicBezTo>
                    <a:pt x="48" y="134"/>
                    <a:pt x="49" y="137"/>
                    <a:pt x="48" y="138"/>
                  </a:cubicBezTo>
                  <a:cubicBezTo>
                    <a:pt x="48" y="146"/>
                    <a:pt x="47" y="151"/>
                    <a:pt x="50" y="155"/>
                  </a:cubicBezTo>
                  <a:cubicBezTo>
                    <a:pt x="51" y="155"/>
                    <a:pt x="54" y="155"/>
                    <a:pt x="55" y="155"/>
                  </a:cubicBezTo>
                  <a:cubicBezTo>
                    <a:pt x="58" y="153"/>
                    <a:pt x="60" y="148"/>
                    <a:pt x="61" y="145"/>
                  </a:cubicBezTo>
                  <a:cubicBezTo>
                    <a:pt x="64" y="136"/>
                    <a:pt x="65" y="127"/>
                    <a:pt x="68" y="117"/>
                  </a:cubicBezTo>
                  <a:cubicBezTo>
                    <a:pt x="68" y="113"/>
                    <a:pt x="68" y="110"/>
                    <a:pt x="68" y="106"/>
                  </a:cubicBezTo>
                  <a:cubicBezTo>
                    <a:pt x="70" y="97"/>
                    <a:pt x="70" y="86"/>
                    <a:pt x="70" y="75"/>
                  </a:cubicBezTo>
                  <a:cubicBezTo>
                    <a:pt x="70" y="71"/>
                    <a:pt x="70" y="67"/>
                    <a:pt x="70" y="62"/>
                  </a:cubicBezTo>
                  <a:cubicBezTo>
                    <a:pt x="70" y="60"/>
                    <a:pt x="69" y="58"/>
                    <a:pt x="69" y="5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0" name="Freeform 108">
              <a:extLst>
                <a:ext uri="{FF2B5EF4-FFF2-40B4-BE49-F238E27FC236}">
                  <a16:creationId xmlns:a16="http://schemas.microsoft.com/office/drawing/2014/main" xmlns="" id="{5CF8719F-5429-9BB1-95EC-F5EFCA8053DE}"/>
                </a:ext>
              </a:extLst>
            </p:cNvPr>
            <p:cNvSpPr/>
            <p:nvPr/>
          </p:nvSpPr>
          <p:spPr bwMode="auto">
            <a:xfrm>
              <a:off x="4730" y="153"/>
              <a:ext cx="36" cy="50"/>
            </a:xfrm>
            <a:custGeom>
              <a:avLst/>
              <a:gdLst>
                <a:gd name="T0" fmla="*/ 13 w 40"/>
                <a:gd name="T1" fmla="*/ 24 h 55"/>
                <a:gd name="T2" fmla="*/ 18 w 40"/>
                <a:gd name="T3" fmla="*/ 29 h 55"/>
                <a:gd name="T4" fmla="*/ 26 w 40"/>
                <a:gd name="T5" fmla="*/ 55 h 55"/>
                <a:gd name="T6" fmla="*/ 40 w 40"/>
                <a:gd name="T7" fmla="*/ 44 h 55"/>
                <a:gd name="T8" fmla="*/ 24 w 40"/>
                <a:gd name="T9" fmla="*/ 14 h 55"/>
                <a:gd name="T10" fmla="*/ 13 w 40"/>
                <a:gd name="T11" fmla="*/ 8 h 55"/>
                <a:gd name="T12" fmla="*/ 2 w 40"/>
                <a:gd name="T13" fmla="*/ 1 h 55"/>
                <a:gd name="T14" fmla="*/ 0 w 40"/>
                <a:gd name="T15" fmla="*/ 2 h 55"/>
                <a:gd name="T16" fmla="*/ 0 w 40"/>
                <a:gd name="T17" fmla="*/ 9 h 55"/>
                <a:gd name="T18" fmla="*/ 5 w 40"/>
                <a:gd name="T19" fmla="*/ 13 h 55"/>
                <a:gd name="T20" fmla="*/ 13 w 40"/>
                <a:gd name="T21" fmla="*/ 2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55">
                  <a:moveTo>
                    <a:pt x="13" y="24"/>
                  </a:moveTo>
                  <a:cubicBezTo>
                    <a:pt x="15" y="25"/>
                    <a:pt x="17" y="27"/>
                    <a:pt x="18" y="29"/>
                  </a:cubicBezTo>
                  <a:cubicBezTo>
                    <a:pt x="23" y="35"/>
                    <a:pt x="24" y="47"/>
                    <a:pt x="26" y="55"/>
                  </a:cubicBezTo>
                  <a:cubicBezTo>
                    <a:pt x="34" y="55"/>
                    <a:pt x="37" y="48"/>
                    <a:pt x="40" y="44"/>
                  </a:cubicBezTo>
                  <a:cubicBezTo>
                    <a:pt x="40" y="34"/>
                    <a:pt x="30" y="18"/>
                    <a:pt x="24" y="14"/>
                  </a:cubicBezTo>
                  <a:cubicBezTo>
                    <a:pt x="20" y="12"/>
                    <a:pt x="16" y="11"/>
                    <a:pt x="13" y="8"/>
                  </a:cubicBezTo>
                  <a:cubicBezTo>
                    <a:pt x="9" y="6"/>
                    <a:pt x="7" y="2"/>
                    <a:pt x="2" y="1"/>
                  </a:cubicBezTo>
                  <a:cubicBezTo>
                    <a:pt x="2" y="0"/>
                    <a:pt x="0" y="2"/>
                    <a:pt x="0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3" y="11"/>
                    <a:pt x="5" y="13"/>
                  </a:cubicBezTo>
                  <a:cubicBezTo>
                    <a:pt x="8" y="16"/>
                    <a:pt x="11" y="20"/>
                    <a:pt x="13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xmlns="" id="{99414517-1E24-9A22-65E1-8D16A1390B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" y="118"/>
              <a:ext cx="107" cy="121"/>
            </a:xfrm>
            <a:custGeom>
              <a:avLst/>
              <a:gdLst>
                <a:gd name="T0" fmla="*/ 76 w 119"/>
                <a:gd name="T1" fmla="*/ 75 h 133"/>
                <a:gd name="T2" fmla="*/ 70 w 119"/>
                <a:gd name="T3" fmla="*/ 59 h 133"/>
                <a:gd name="T4" fmla="*/ 63 w 119"/>
                <a:gd name="T5" fmla="*/ 69 h 133"/>
                <a:gd name="T6" fmla="*/ 72 w 119"/>
                <a:gd name="T7" fmla="*/ 44 h 133"/>
                <a:gd name="T8" fmla="*/ 80 w 119"/>
                <a:gd name="T9" fmla="*/ 68 h 133"/>
                <a:gd name="T10" fmla="*/ 112 w 119"/>
                <a:gd name="T11" fmla="*/ 47 h 133"/>
                <a:gd name="T12" fmla="*/ 107 w 119"/>
                <a:gd name="T13" fmla="*/ 31 h 133"/>
                <a:gd name="T14" fmla="*/ 99 w 119"/>
                <a:gd name="T15" fmla="*/ 30 h 133"/>
                <a:gd name="T16" fmla="*/ 74 w 119"/>
                <a:gd name="T17" fmla="*/ 37 h 133"/>
                <a:gd name="T18" fmla="*/ 81 w 119"/>
                <a:gd name="T19" fmla="*/ 18 h 133"/>
                <a:gd name="T20" fmla="*/ 77 w 119"/>
                <a:gd name="T21" fmla="*/ 0 h 133"/>
                <a:gd name="T22" fmla="*/ 63 w 119"/>
                <a:gd name="T23" fmla="*/ 28 h 133"/>
                <a:gd name="T24" fmla="*/ 43 w 119"/>
                <a:gd name="T25" fmla="*/ 32 h 133"/>
                <a:gd name="T26" fmla="*/ 45 w 119"/>
                <a:gd name="T27" fmla="*/ 42 h 133"/>
                <a:gd name="T28" fmla="*/ 47 w 119"/>
                <a:gd name="T29" fmla="*/ 49 h 133"/>
                <a:gd name="T30" fmla="*/ 56 w 119"/>
                <a:gd name="T31" fmla="*/ 51 h 133"/>
                <a:gd name="T32" fmla="*/ 40 w 119"/>
                <a:gd name="T33" fmla="*/ 62 h 133"/>
                <a:gd name="T34" fmla="*/ 43 w 119"/>
                <a:gd name="T35" fmla="*/ 68 h 133"/>
                <a:gd name="T36" fmla="*/ 34 w 119"/>
                <a:gd name="T37" fmla="*/ 84 h 133"/>
                <a:gd name="T38" fmla="*/ 50 w 119"/>
                <a:gd name="T39" fmla="*/ 74 h 133"/>
                <a:gd name="T40" fmla="*/ 58 w 119"/>
                <a:gd name="T41" fmla="*/ 84 h 133"/>
                <a:gd name="T42" fmla="*/ 74 w 119"/>
                <a:gd name="T43" fmla="*/ 84 h 133"/>
                <a:gd name="T44" fmla="*/ 69 w 119"/>
                <a:gd name="T45" fmla="*/ 88 h 133"/>
                <a:gd name="T46" fmla="*/ 35 w 119"/>
                <a:gd name="T47" fmla="*/ 106 h 133"/>
                <a:gd name="T48" fmla="*/ 0 w 119"/>
                <a:gd name="T49" fmla="*/ 126 h 133"/>
                <a:gd name="T50" fmla="*/ 0 w 119"/>
                <a:gd name="T51" fmla="*/ 130 h 133"/>
                <a:gd name="T52" fmla="*/ 64 w 119"/>
                <a:gd name="T53" fmla="*/ 104 h 133"/>
                <a:gd name="T54" fmla="*/ 80 w 119"/>
                <a:gd name="T55" fmla="*/ 92 h 133"/>
                <a:gd name="T56" fmla="*/ 78 w 119"/>
                <a:gd name="T57" fmla="*/ 97 h 133"/>
                <a:gd name="T58" fmla="*/ 70 w 119"/>
                <a:gd name="T59" fmla="*/ 107 h 133"/>
                <a:gd name="T60" fmla="*/ 57 w 119"/>
                <a:gd name="T61" fmla="*/ 119 h 133"/>
                <a:gd name="T62" fmla="*/ 73 w 119"/>
                <a:gd name="T63" fmla="*/ 116 h 133"/>
                <a:gd name="T64" fmla="*/ 86 w 119"/>
                <a:gd name="T65" fmla="*/ 109 h 133"/>
                <a:gd name="T66" fmla="*/ 93 w 119"/>
                <a:gd name="T67" fmla="*/ 81 h 133"/>
                <a:gd name="T68" fmla="*/ 93 w 119"/>
                <a:gd name="T69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133">
                  <a:moveTo>
                    <a:pt x="80" y="68"/>
                  </a:moveTo>
                  <a:cubicBezTo>
                    <a:pt x="79" y="70"/>
                    <a:pt x="78" y="73"/>
                    <a:pt x="76" y="75"/>
                  </a:cubicBezTo>
                  <a:cubicBezTo>
                    <a:pt x="75" y="75"/>
                    <a:pt x="75" y="75"/>
                    <a:pt x="74" y="74"/>
                  </a:cubicBezTo>
                  <a:cubicBezTo>
                    <a:pt x="73" y="68"/>
                    <a:pt x="72" y="64"/>
                    <a:pt x="70" y="59"/>
                  </a:cubicBezTo>
                  <a:cubicBezTo>
                    <a:pt x="69" y="59"/>
                    <a:pt x="68" y="59"/>
                    <a:pt x="67" y="60"/>
                  </a:cubicBezTo>
                  <a:cubicBezTo>
                    <a:pt x="65" y="62"/>
                    <a:pt x="66" y="67"/>
                    <a:pt x="63" y="69"/>
                  </a:cubicBezTo>
                  <a:cubicBezTo>
                    <a:pt x="62" y="71"/>
                    <a:pt x="59" y="66"/>
                    <a:pt x="58" y="65"/>
                  </a:cubicBezTo>
                  <a:cubicBezTo>
                    <a:pt x="59" y="57"/>
                    <a:pt x="67" y="50"/>
                    <a:pt x="72" y="44"/>
                  </a:cubicBezTo>
                  <a:cubicBezTo>
                    <a:pt x="80" y="45"/>
                    <a:pt x="85" y="48"/>
                    <a:pt x="93" y="49"/>
                  </a:cubicBezTo>
                  <a:cubicBezTo>
                    <a:pt x="92" y="59"/>
                    <a:pt x="85" y="62"/>
                    <a:pt x="80" y="68"/>
                  </a:cubicBezTo>
                  <a:moveTo>
                    <a:pt x="93" y="73"/>
                  </a:moveTo>
                  <a:cubicBezTo>
                    <a:pt x="100" y="65"/>
                    <a:pt x="108" y="57"/>
                    <a:pt x="112" y="47"/>
                  </a:cubicBezTo>
                  <a:cubicBezTo>
                    <a:pt x="114" y="44"/>
                    <a:pt x="119" y="37"/>
                    <a:pt x="115" y="32"/>
                  </a:cubicBezTo>
                  <a:cubicBezTo>
                    <a:pt x="114" y="30"/>
                    <a:pt x="110" y="32"/>
                    <a:pt x="107" y="31"/>
                  </a:cubicBezTo>
                  <a:cubicBezTo>
                    <a:pt x="106" y="30"/>
                    <a:pt x="105" y="29"/>
                    <a:pt x="104" y="29"/>
                  </a:cubicBezTo>
                  <a:cubicBezTo>
                    <a:pt x="102" y="28"/>
                    <a:pt x="100" y="30"/>
                    <a:pt x="99" y="30"/>
                  </a:cubicBezTo>
                  <a:cubicBezTo>
                    <a:pt x="94" y="32"/>
                    <a:pt x="89" y="32"/>
                    <a:pt x="84" y="34"/>
                  </a:cubicBezTo>
                  <a:cubicBezTo>
                    <a:pt x="82" y="35"/>
                    <a:pt x="76" y="39"/>
                    <a:pt x="74" y="37"/>
                  </a:cubicBezTo>
                  <a:cubicBezTo>
                    <a:pt x="73" y="37"/>
                    <a:pt x="73" y="37"/>
                    <a:pt x="72" y="37"/>
                  </a:cubicBezTo>
                  <a:cubicBezTo>
                    <a:pt x="73" y="29"/>
                    <a:pt x="79" y="24"/>
                    <a:pt x="81" y="18"/>
                  </a:cubicBezTo>
                  <a:cubicBezTo>
                    <a:pt x="82" y="16"/>
                    <a:pt x="84" y="11"/>
                    <a:pt x="83" y="9"/>
                  </a:cubicBezTo>
                  <a:cubicBezTo>
                    <a:pt x="83" y="5"/>
                    <a:pt x="79" y="2"/>
                    <a:pt x="77" y="0"/>
                  </a:cubicBezTo>
                  <a:cubicBezTo>
                    <a:pt x="76" y="0"/>
                    <a:pt x="73" y="1"/>
                    <a:pt x="73" y="2"/>
                  </a:cubicBezTo>
                  <a:cubicBezTo>
                    <a:pt x="73" y="12"/>
                    <a:pt x="69" y="24"/>
                    <a:pt x="63" y="28"/>
                  </a:cubicBezTo>
                  <a:cubicBezTo>
                    <a:pt x="61" y="29"/>
                    <a:pt x="59" y="29"/>
                    <a:pt x="56" y="30"/>
                  </a:cubicBezTo>
                  <a:cubicBezTo>
                    <a:pt x="52" y="31"/>
                    <a:pt x="48" y="35"/>
                    <a:pt x="43" y="32"/>
                  </a:cubicBezTo>
                  <a:cubicBezTo>
                    <a:pt x="41" y="32"/>
                    <a:pt x="41" y="32"/>
                    <a:pt x="39" y="33"/>
                  </a:cubicBezTo>
                  <a:cubicBezTo>
                    <a:pt x="40" y="37"/>
                    <a:pt x="42" y="40"/>
                    <a:pt x="45" y="42"/>
                  </a:cubicBezTo>
                  <a:cubicBezTo>
                    <a:pt x="46" y="42"/>
                    <a:pt x="49" y="42"/>
                    <a:pt x="51" y="42"/>
                  </a:cubicBezTo>
                  <a:cubicBezTo>
                    <a:pt x="51" y="45"/>
                    <a:pt x="49" y="47"/>
                    <a:pt x="47" y="49"/>
                  </a:cubicBezTo>
                  <a:cubicBezTo>
                    <a:pt x="47" y="50"/>
                    <a:pt x="47" y="51"/>
                    <a:pt x="47" y="52"/>
                  </a:cubicBezTo>
                  <a:cubicBezTo>
                    <a:pt x="51" y="53"/>
                    <a:pt x="52" y="51"/>
                    <a:pt x="56" y="51"/>
                  </a:cubicBezTo>
                  <a:cubicBezTo>
                    <a:pt x="56" y="55"/>
                    <a:pt x="52" y="57"/>
                    <a:pt x="50" y="61"/>
                  </a:cubicBezTo>
                  <a:cubicBezTo>
                    <a:pt x="47" y="61"/>
                    <a:pt x="43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6"/>
                    <a:pt x="41" y="67"/>
                    <a:pt x="43" y="68"/>
                  </a:cubicBezTo>
                  <a:cubicBezTo>
                    <a:pt x="42" y="72"/>
                    <a:pt x="39" y="75"/>
                    <a:pt x="36" y="79"/>
                  </a:cubicBezTo>
                  <a:cubicBezTo>
                    <a:pt x="35" y="80"/>
                    <a:pt x="33" y="82"/>
                    <a:pt x="34" y="84"/>
                  </a:cubicBezTo>
                  <a:cubicBezTo>
                    <a:pt x="35" y="85"/>
                    <a:pt x="36" y="85"/>
                    <a:pt x="37" y="86"/>
                  </a:cubicBezTo>
                  <a:cubicBezTo>
                    <a:pt x="41" y="82"/>
                    <a:pt x="48" y="80"/>
                    <a:pt x="50" y="74"/>
                  </a:cubicBezTo>
                  <a:cubicBezTo>
                    <a:pt x="56" y="74"/>
                    <a:pt x="56" y="76"/>
                    <a:pt x="60" y="78"/>
                  </a:cubicBezTo>
                  <a:cubicBezTo>
                    <a:pt x="60" y="80"/>
                    <a:pt x="59" y="83"/>
                    <a:pt x="58" y="84"/>
                  </a:cubicBezTo>
                  <a:cubicBezTo>
                    <a:pt x="58" y="86"/>
                    <a:pt x="58" y="87"/>
                    <a:pt x="58" y="88"/>
                  </a:cubicBezTo>
                  <a:cubicBezTo>
                    <a:pt x="63" y="88"/>
                    <a:pt x="70" y="82"/>
                    <a:pt x="74" y="84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74" y="87"/>
                    <a:pt x="71" y="87"/>
                    <a:pt x="69" y="88"/>
                  </a:cubicBezTo>
                  <a:cubicBezTo>
                    <a:pt x="64" y="91"/>
                    <a:pt x="59" y="92"/>
                    <a:pt x="54" y="95"/>
                  </a:cubicBezTo>
                  <a:cubicBezTo>
                    <a:pt x="48" y="98"/>
                    <a:pt x="41" y="102"/>
                    <a:pt x="35" y="106"/>
                  </a:cubicBezTo>
                  <a:cubicBezTo>
                    <a:pt x="33" y="107"/>
                    <a:pt x="31" y="107"/>
                    <a:pt x="29" y="108"/>
                  </a:cubicBezTo>
                  <a:cubicBezTo>
                    <a:pt x="20" y="114"/>
                    <a:pt x="10" y="121"/>
                    <a:pt x="0" y="126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28"/>
                    <a:pt x="0" y="129"/>
                    <a:pt x="0" y="130"/>
                  </a:cubicBezTo>
                  <a:cubicBezTo>
                    <a:pt x="13" y="133"/>
                    <a:pt x="23" y="127"/>
                    <a:pt x="31" y="123"/>
                  </a:cubicBezTo>
                  <a:cubicBezTo>
                    <a:pt x="43" y="119"/>
                    <a:pt x="54" y="111"/>
                    <a:pt x="64" y="104"/>
                  </a:cubicBezTo>
                  <a:cubicBezTo>
                    <a:pt x="67" y="102"/>
                    <a:pt x="69" y="98"/>
                    <a:pt x="72" y="96"/>
                  </a:cubicBezTo>
                  <a:cubicBezTo>
                    <a:pt x="75" y="94"/>
                    <a:pt x="77" y="94"/>
                    <a:pt x="80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4"/>
                    <a:pt x="79" y="95"/>
                    <a:pt x="78" y="97"/>
                  </a:cubicBezTo>
                  <a:cubicBezTo>
                    <a:pt x="77" y="98"/>
                    <a:pt x="77" y="99"/>
                    <a:pt x="77" y="100"/>
                  </a:cubicBezTo>
                  <a:cubicBezTo>
                    <a:pt x="74" y="102"/>
                    <a:pt x="72" y="104"/>
                    <a:pt x="70" y="107"/>
                  </a:cubicBezTo>
                  <a:cubicBezTo>
                    <a:pt x="69" y="108"/>
                    <a:pt x="68" y="110"/>
                    <a:pt x="67" y="111"/>
                  </a:cubicBezTo>
                  <a:cubicBezTo>
                    <a:pt x="63" y="114"/>
                    <a:pt x="60" y="116"/>
                    <a:pt x="57" y="119"/>
                  </a:cubicBezTo>
                  <a:cubicBezTo>
                    <a:pt x="57" y="120"/>
                    <a:pt x="58" y="122"/>
                    <a:pt x="58" y="123"/>
                  </a:cubicBezTo>
                  <a:cubicBezTo>
                    <a:pt x="64" y="123"/>
                    <a:pt x="68" y="119"/>
                    <a:pt x="73" y="116"/>
                  </a:cubicBezTo>
                  <a:cubicBezTo>
                    <a:pt x="76" y="115"/>
                    <a:pt x="79" y="115"/>
                    <a:pt x="82" y="113"/>
                  </a:cubicBezTo>
                  <a:cubicBezTo>
                    <a:pt x="84" y="112"/>
                    <a:pt x="85" y="110"/>
                    <a:pt x="86" y="109"/>
                  </a:cubicBezTo>
                  <a:cubicBezTo>
                    <a:pt x="95" y="103"/>
                    <a:pt x="102" y="98"/>
                    <a:pt x="100" y="83"/>
                  </a:cubicBezTo>
                  <a:cubicBezTo>
                    <a:pt x="98" y="83"/>
                    <a:pt x="95" y="83"/>
                    <a:pt x="93" y="81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6" y="77"/>
                    <a:pt x="91" y="77"/>
                    <a:pt x="93" y="7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xmlns="" id="{039AEAF7-2199-AB22-BFEB-F47EE53A5EE0}"/>
                </a:ext>
              </a:extLst>
            </p:cNvPr>
            <p:cNvSpPr/>
            <p:nvPr/>
          </p:nvSpPr>
          <p:spPr bwMode="auto">
            <a:xfrm>
              <a:off x="4728" y="194"/>
              <a:ext cx="16" cy="28"/>
            </a:xfrm>
            <a:custGeom>
              <a:avLst/>
              <a:gdLst>
                <a:gd name="T0" fmla="*/ 2 w 18"/>
                <a:gd name="T1" fmla="*/ 23 h 31"/>
                <a:gd name="T2" fmla="*/ 7 w 18"/>
                <a:gd name="T3" fmla="*/ 31 h 31"/>
                <a:gd name="T4" fmla="*/ 11 w 18"/>
                <a:gd name="T5" fmla="*/ 31 h 31"/>
                <a:gd name="T6" fmla="*/ 18 w 18"/>
                <a:gd name="T7" fmla="*/ 19 h 31"/>
                <a:gd name="T8" fmla="*/ 5 w 18"/>
                <a:gd name="T9" fmla="*/ 0 h 31"/>
                <a:gd name="T10" fmla="*/ 1 w 18"/>
                <a:gd name="T11" fmla="*/ 0 h 31"/>
                <a:gd name="T12" fmla="*/ 2 w 18"/>
                <a:gd name="T13" fmla="*/ 14 h 31"/>
                <a:gd name="T14" fmla="*/ 2 w 18"/>
                <a:gd name="T15" fmla="*/ 2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31">
                  <a:moveTo>
                    <a:pt x="2" y="23"/>
                  </a:moveTo>
                  <a:cubicBezTo>
                    <a:pt x="3" y="25"/>
                    <a:pt x="6" y="28"/>
                    <a:pt x="7" y="31"/>
                  </a:cubicBezTo>
                  <a:cubicBezTo>
                    <a:pt x="9" y="31"/>
                    <a:pt x="9" y="31"/>
                    <a:pt x="11" y="31"/>
                  </a:cubicBezTo>
                  <a:cubicBezTo>
                    <a:pt x="15" y="27"/>
                    <a:pt x="16" y="24"/>
                    <a:pt x="18" y="19"/>
                  </a:cubicBezTo>
                  <a:cubicBezTo>
                    <a:pt x="18" y="14"/>
                    <a:pt x="8" y="2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3"/>
                    <a:pt x="2" y="11"/>
                    <a:pt x="2" y="14"/>
                  </a:cubicBezTo>
                  <a:lnTo>
                    <a:pt x="2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3" name="Freeform 111">
              <a:extLst>
                <a:ext uri="{FF2B5EF4-FFF2-40B4-BE49-F238E27FC236}">
                  <a16:creationId xmlns:a16="http://schemas.microsoft.com/office/drawing/2014/main" xmlns="" id="{1003B79C-F884-E891-A315-DD70DE432DBD}"/>
                </a:ext>
              </a:extLst>
            </p:cNvPr>
            <p:cNvSpPr/>
            <p:nvPr/>
          </p:nvSpPr>
          <p:spPr bwMode="auto">
            <a:xfrm>
              <a:off x="4721" y="236"/>
              <a:ext cx="90" cy="60"/>
            </a:xfrm>
            <a:custGeom>
              <a:avLst/>
              <a:gdLst>
                <a:gd name="T0" fmla="*/ 82 w 100"/>
                <a:gd name="T1" fmla="*/ 0 h 66"/>
                <a:gd name="T2" fmla="*/ 60 w 100"/>
                <a:gd name="T3" fmla="*/ 6 h 66"/>
                <a:gd name="T4" fmla="*/ 37 w 100"/>
                <a:gd name="T5" fmla="*/ 15 h 66"/>
                <a:gd name="T6" fmla="*/ 21 w 100"/>
                <a:gd name="T7" fmla="*/ 22 h 66"/>
                <a:gd name="T8" fmla="*/ 17 w 100"/>
                <a:gd name="T9" fmla="*/ 23 h 66"/>
                <a:gd name="T10" fmla="*/ 11 w 100"/>
                <a:gd name="T11" fmla="*/ 27 h 66"/>
                <a:gd name="T12" fmla="*/ 5 w 100"/>
                <a:gd name="T13" fmla="*/ 28 h 66"/>
                <a:gd name="T14" fmla="*/ 0 w 100"/>
                <a:gd name="T15" fmla="*/ 32 h 66"/>
                <a:gd name="T16" fmla="*/ 6 w 100"/>
                <a:gd name="T17" fmla="*/ 46 h 66"/>
                <a:gd name="T18" fmla="*/ 7 w 100"/>
                <a:gd name="T19" fmla="*/ 49 h 66"/>
                <a:gd name="T20" fmla="*/ 11 w 100"/>
                <a:gd name="T21" fmla="*/ 50 h 66"/>
                <a:gd name="T22" fmla="*/ 20 w 100"/>
                <a:gd name="T23" fmla="*/ 47 h 66"/>
                <a:gd name="T24" fmla="*/ 40 w 100"/>
                <a:gd name="T25" fmla="*/ 34 h 66"/>
                <a:gd name="T26" fmla="*/ 49 w 100"/>
                <a:gd name="T27" fmla="*/ 30 h 66"/>
                <a:gd name="T28" fmla="*/ 56 w 100"/>
                <a:gd name="T29" fmla="*/ 29 h 66"/>
                <a:gd name="T30" fmla="*/ 66 w 100"/>
                <a:gd name="T31" fmla="*/ 26 h 66"/>
                <a:gd name="T32" fmla="*/ 67 w 100"/>
                <a:gd name="T33" fmla="*/ 29 h 66"/>
                <a:gd name="T34" fmla="*/ 67 w 100"/>
                <a:gd name="T35" fmla="*/ 37 h 66"/>
                <a:gd name="T36" fmla="*/ 68 w 100"/>
                <a:gd name="T37" fmla="*/ 44 h 66"/>
                <a:gd name="T38" fmla="*/ 66 w 100"/>
                <a:gd name="T39" fmla="*/ 47 h 66"/>
                <a:gd name="T40" fmla="*/ 52 w 100"/>
                <a:gd name="T41" fmla="*/ 52 h 66"/>
                <a:gd name="T42" fmla="*/ 42 w 100"/>
                <a:gd name="T43" fmla="*/ 53 h 66"/>
                <a:gd name="T44" fmla="*/ 41 w 100"/>
                <a:gd name="T45" fmla="*/ 53 h 66"/>
                <a:gd name="T46" fmla="*/ 42 w 100"/>
                <a:gd name="T47" fmla="*/ 56 h 66"/>
                <a:gd name="T48" fmla="*/ 49 w 100"/>
                <a:gd name="T49" fmla="*/ 59 h 66"/>
                <a:gd name="T50" fmla="*/ 64 w 100"/>
                <a:gd name="T51" fmla="*/ 62 h 66"/>
                <a:gd name="T52" fmla="*/ 67 w 100"/>
                <a:gd name="T53" fmla="*/ 59 h 66"/>
                <a:gd name="T54" fmla="*/ 76 w 100"/>
                <a:gd name="T55" fmla="*/ 58 h 66"/>
                <a:gd name="T56" fmla="*/ 79 w 100"/>
                <a:gd name="T57" fmla="*/ 52 h 66"/>
                <a:gd name="T58" fmla="*/ 82 w 100"/>
                <a:gd name="T59" fmla="*/ 46 h 66"/>
                <a:gd name="T60" fmla="*/ 81 w 100"/>
                <a:gd name="T61" fmla="*/ 39 h 66"/>
                <a:gd name="T62" fmla="*/ 80 w 100"/>
                <a:gd name="T63" fmla="*/ 34 h 66"/>
                <a:gd name="T64" fmla="*/ 76 w 100"/>
                <a:gd name="T65" fmla="*/ 23 h 66"/>
                <a:gd name="T66" fmla="*/ 77 w 100"/>
                <a:gd name="T67" fmla="*/ 21 h 66"/>
                <a:gd name="T68" fmla="*/ 92 w 100"/>
                <a:gd name="T69" fmla="*/ 19 h 66"/>
                <a:gd name="T70" fmla="*/ 98 w 100"/>
                <a:gd name="T71" fmla="*/ 13 h 66"/>
                <a:gd name="T72" fmla="*/ 100 w 100"/>
                <a:gd name="T73" fmla="*/ 8 h 66"/>
                <a:gd name="T74" fmla="*/ 98 w 100"/>
                <a:gd name="T75" fmla="*/ 1 h 66"/>
                <a:gd name="T76" fmla="*/ 82 w 100"/>
                <a:gd name="T7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0" h="66">
                  <a:moveTo>
                    <a:pt x="82" y="0"/>
                  </a:moveTo>
                  <a:cubicBezTo>
                    <a:pt x="79" y="4"/>
                    <a:pt x="66" y="3"/>
                    <a:pt x="60" y="6"/>
                  </a:cubicBezTo>
                  <a:cubicBezTo>
                    <a:pt x="53" y="9"/>
                    <a:pt x="45" y="11"/>
                    <a:pt x="37" y="15"/>
                  </a:cubicBezTo>
                  <a:cubicBezTo>
                    <a:pt x="32" y="17"/>
                    <a:pt x="27" y="20"/>
                    <a:pt x="21" y="22"/>
                  </a:cubicBezTo>
                  <a:cubicBezTo>
                    <a:pt x="20" y="22"/>
                    <a:pt x="19" y="23"/>
                    <a:pt x="17" y="23"/>
                  </a:cubicBezTo>
                  <a:cubicBezTo>
                    <a:pt x="15" y="24"/>
                    <a:pt x="13" y="26"/>
                    <a:pt x="11" y="27"/>
                  </a:cubicBezTo>
                  <a:cubicBezTo>
                    <a:pt x="9" y="27"/>
                    <a:pt x="7" y="27"/>
                    <a:pt x="5" y="28"/>
                  </a:cubicBezTo>
                  <a:cubicBezTo>
                    <a:pt x="3" y="28"/>
                    <a:pt x="2" y="30"/>
                    <a:pt x="0" y="32"/>
                  </a:cubicBezTo>
                  <a:cubicBezTo>
                    <a:pt x="1" y="39"/>
                    <a:pt x="4" y="42"/>
                    <a:pt x="6" y="46"/>
                  </a:cubicBezTo>
                  <a:cubicBezTo>
                    <a:pt x="7" y="47"/>
                    <a:pt x="6" y="47"/>
                    <a:pt x="7" y="49"/>
                  </a:cubicBezTo>
                  <a:cubicBezTo>
                    <a:pt x="8" y="49"/>
                    <a:pt x="9" y="50"/>
                    <a:pt x="11" y="50"/>
                  </a:cubicBezTo>
                  <a:cubicBezTo>
                    <a:pt x="14" y="51"/>
                    <a:pt x="18" y="48"/>
                    <a:pt x="20" y="47"/>
                  </a:cubicBezTo>
                  <a:cubicBezTo>
                    <a:pt x="27" y="44"/>
                    <a:pt x="33" y="38"/>
                    <a:pt x="40" y="34"/>
                  </a:cubicBezTo>
                  <a:cubicBezTo>
                    <a:pt x="42" y="33"/>
                    <a:pt x="46" y="31"/>
                    <a:pt x="49" y="30"/>
                  </a:cubicBezTo>
                  <a:cubicBezTo>
                    <a:pt x="52" y="29"/>
                    <a:pt x="54" y="30"/>
                    <a:pt x="56" y="29"/>
                  </a:cubicBezTo>
                  <a:cubicBezTo>
                    <a:pt x="61" y="27"/>
                    <a:pt x="59" y="24"/>
                    <a:pt x="66" y="26"/>
                  </a:cubicBezTo>
                  <a:cubicBezTo>
                    <a:pt x="67" y="27"/>
                    <a:pt x="67" y="28"/>
                    <a:pt x="67" y="29"/>
                  </a:cubicBezTo>
                  <a:cubicBezTo>
                    <a:pt x="68" y="32"/>
                    <a:pt x="67" y="35"/>
                    <a:pt x="67" y="37"/>
                  </a:cubicBezTo>
                  <a:cubicBezTo>
                    <a:pt x="68" y="40"/>
                    <a:pt x="68" y="40"/>
                    <a:pt x="68" y="44"/>
                  </a:cubicBezTo>
                  <a:cubicBezTo>
                    <a:pt x="67" y="45"/>
                    <a:pt x="67" y="46"/>
                    <a:pt x="66" y="47"/>
                  </a:cubicBezTo>
                  <a:cubicBezTo>
                    <a:pt x="62" y="50"/>
                    <a:pt x="57" y="51"/>
                    <a:pt x="52" y="52"/>
                  </a:cubicBezTo>
                  <a:cubicBezTo>
                    <a:pt x="49" y="53"/>
                    <a:pt x="44" y="51"/>
                    <a:pt x="42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4"/>
                    <a:pt x="41" y="55"/>
                    <a:pt x="42" y="56"/>
                  </a:cubicBezTo>
                  <a:cubicBezTo>
                    <a:pt x="43" y="59"/>
                    <a:pt x="45" y="58"/>
                    <a:pt x="49" y="59"/>
                  </a:cubicBezTo>
                  <a:cubicBezTo>
                    <a:pt x="53" y="60"/>
                    <a:pt x="57" y="66"/>
                    <a:pt x="64" y="62"/>
                  </a:cubicBezTo>
                  <a:cubicBezTo>
                    <a:pt x="65" y="61"/>
                    <a:pt x="66" y="59"/>
                    <a:pt x="67" y="59"/>
                  </a:cubicBezTo>
                  <a:cubicBezTo>
                    <a:pt x="71" y="58"/>
                    <a:pt x="74" y="59"/>
                    <a:pt x="76" y="58"/>
                  </a:cubicBezTo>
                  <a:cubicBezTo>
                    <a:pt x="78" y="57"/>
                    <a:pt x="78" y="54"/>
                    <a:pt x="79" y="52"/>
                  </a:cubicBezTo>
                  <a:cubicBezTo>
                    <a:pt x="80" y="51"/>
                    <a:pt x="81" y="48"/>
                    <a:pt x="82" y="46"/>
                  </a:cubicBezTo>
                  <a:cubicBezTo>
                    <a:pt x="83" y="43"/>
                    <a:pt x="81" y="41"/>
                    <a:pt x="81" y="39"/>
                  </a:cubicBezTo>
                  <a:cubicBezTo>
                    <a:pt x="80" y="37"/>
                    <a:pt x="80" y="36"/>
                    <a:pt x="80" y="34"/>
                  </a:cubicBezTo>
                  <a:cubicBezTo>
                    <a:pt x="78" y="30"/>
                    <a:pt x="76" y="28"/>
                    <a:pt x="76" y="23"/>
                  </a:cubicBezTo>
                  <a:cubicBezTo>
                    <a:pt x="76" y="22"/>
                    <a:pt x="76" y="21"/>
                    <a:pt x="77" y="21"/>
                  </a:cubicBezTo>
                  <a:cubicBezTo>
                    <a:pt x="82" y="20"/>
                    <a:pt x="86" y="19"/>
                    <a:pt x="92" y="19"/>
                  </a:cubicBezTo>
                  <a:cubicBezTo>
                    <a:pt x="94" y="17"/>
                    <a:pt x="97" y="16"/>
                    <a:pt x="98" y="13"/>
                  </a:cubicBezTo>
                  <a:cubicBezTo>
                    <a:pt x="99" y="12"/>
                    <a:pt x="99" y="9"/>
                    <a:pt x="100" y="8"/>
                  </a:cubicBezTo>
                  <a:cubicBezTo>
                    <a:pt x="100" y="4"/>
                    <a:pt x="99" y="3"/>
                    <a:pt x="98" y="1"/>
                  </a:cubicBezTo>
                  <a:cubicBezTo>
                    <a:pt x="92" y="1"/>
                    <a:pt x="88" y="0"/>
                    <a:pt x="8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4" name="Freeform 112">
              <a:extLst>
                <a:ext uri="{FF2B5EF4-FFF2-40B4-BE49-F238E27FC236}">
                  <a16:creationId xmlns:a16="http://schemas.microsoft.com/office/drawing/2014/main" xmlns="" id="{34FD3185-FB29-9529-CD75-027F8E0DFDA0}"/>
                </a:ext>
              </a:extLst>
            </p:cNvPr>
            <p:cNvSpPr/>
            <p:nvPr/>
          </p:nvSpPr>
          <p:spPr bwMode="auto">
            <a:xfrm>
              <a:off x="4539" y="139"/>
              <a:ext cx="126" cy="134"/>
            </a:xfrm>
            <a:custGeom>
              <a:avLst/>
              <a:gdLst>
                <a:gd name="T0" fmla="*/ 135 w 140"/>
                <a:gd name="T1" fmla="*/ 55 h 148"/>
                <a:gd name="T2" fmla="*/ 138 w 140"/>
                <a:gd name="T3" fmla="*/ 50 h 148"/>
                <a:gd name="T4" fmla="*/ 137 w 140"/>
                <a:gd name="T5" fmla="*/ 44 h 148"/>
                <a:gd name="T6" fmla="*/ 112 w 140"/>
                <a:gd name="T7" fmla="*/ 58 h 148"/>
                <a:gd name="T8" fmla="*/ 101 w 140"/>
                <a:gd name="T9" fmla="*/ 66 h 148"/>
                <a:gd name="T10" fmla="*/ 100 w 140"/>
                <a:gd name="T11" fmla="*/ 66 h 148"/>
                <a:gd name="T12" fmla="*/ 100 w 140"/>
                <a:gd name="T13" fmla="*/ 38 h 148"/>
                <a:gd name="T14" fmla="*/ 100 w 140"/>
                <a:gd name="T15" fmla="*/ 27 h 148"/>
                <a:gd name="T16" fmla="*/ 102 w 140"/>
                <a:gd name="T17" fmla="*/ 25 h 148"/>
                <a:gd name="T18" fmla="*/ 101 w 140"/>
                <a:gd name="T19" fmla="*/ 14 h 148"/>
                <a:gd name="T20" fmla="*/ 90 w 140"/>
                <a:gd name="T21" fmla="*/ 7 h 148"/>
                <a:gd name="T22" fmla="*/ 85 w 140"/>
                <a:gd name="T23" fmla="*/ 2 h 148"/>
                <a:gd name="T24" fmla="*/ 75 w 140"/>
                <a:gd name="T25" fmla="*/ 0 h 148"/>
                <a:gd name="T26" fmla="*/ 72 w 140"/>
                <a:gd name="T27" fmla="*/ 2 h 148"/>
                <a:gd name="T28" fmla="*/ 79 w 140"/>
                <a:gd name="T29" fmla="*/ 31 h 148"/>
                <a:gd name="T30" fmla="*/ 80 w 140"/>
                <a:gd name="T31" fmla="*/ 63 h 148"/>
                <a:gd name="T32" fmla="*/ 78 w 140"/>
                <a:gd name="T33" fmla="*/ 79 h 148"/>
                <a:gd name="T34" fmla="*/ 60 w 140"/>
                <a:gd name="T35" fmla="*/ 87 h 148"/>
                <a:gd name="T36" fmla="*/ 50 w 140"/>
                <a:gd name="T37" fmla="*/ 91 h 148"/>
                <a:gd name="T38" fmla="*/ 40 w 140"/>
                <a:gd name="T39" fmla="*/ 95 h 148"/>
                <a:gd name="T40" fmla="*/ 23 w 140"/>
                <a:gd name="T41" fmla="*/ 104 h 148"/>
                <a:gd name="T42" fmla="*/ 19 w 140"/>
                <a:gd name="T43" fmla="*/ 104 h 148"/>
                <a:gd name="T44" fmla="*/ 12 w 140"/>
                <a:gd name="T45" fmla="*/ 107 h 148"/>
                <a:gd name="T46" fmla="*/ 9 w 140"/>
                <a:gd name="T47" fmla="*/ 107 h 148"/>
                <a:gd name="T48" fmla="*/ 4 w 140"/>
                <a:gd name="T49" fmla="*/ 102 h 148"/>
                <a:gd name="T50" fmla="*/ 2 w 140"/>
                <a:gd name="T51" fmla="*/ 101 h 148"/>
                <a:gd name="T52" fmla="*/ 2 w 140"/>
                <a:gd name="T53" fmla="*/ 102 h 148"/>
                <a:gd name="T54" fmla="*/ 6 w 140"/>
                <a:gd name="T55" fmla="*/ 127 h 148"/>
                <a:gd name="T56" fmla="*/ 35 w 140"/>
                <a:gd name="T57" fmla="*/ 118 h 148"/>
                <a:gd name="T58" fmla="*/ 45 w 140"/>
                <a:gd name="T59" fmla="*/ 112 h 148"/>
                <a:gd name="T60" fmla="*/ 52 w 140"/>
                <a:gd name="T61" fmla="*/ 105 h 148"/>
                <a:gd name="T62" fmla="*/ 56 w 140"/>
                <a:gd name="T63" fmla="*/ 104 h 148"/>
                <a:gd name="T64" fmla="*/ 74 w 140"/>
                <a:gd name="T65" fmla="*/ 99 h 148"/>
                <a:gd name="T66" fmla="*/ 54 w 140"/>
                <a:gd name="T67" fmla="*/ 132 h 148"/>
                <a:gd name="T68" fmla="*/ 50 w 140"/>
                <a:gd name="T69" fmla="*/ 134 h 148"/>
                <a:gd name="T70" fmla="*/ 45 w 140"/>
                <a:gd name="T71" fmla="*/ 136 h 148"/>
                <a:gd name="T72" fmla="*/ 42 w 140"/>
                <a:gd name="T73" fmla="*/ 137 h 148"/>
                <a:gd name="T74" fmla="*/ 35 w 140"/>
                <a:gd name="T75" fmla="*/ 141 h 148"/>
                <a:gd name="T76" fmla="*/ 31 w 140"/>
                <a:gd name="T77" fmla="*/ 147 h 148"/>
                <a:gd name="T78" fmla="*/ 31 w 140"/>
                <a:gd name="T79" fmla="*/ 148 h 148"/>
                <a:gd name="T80" fmla="*/ 79 w 140"/>
                <a:gd name="T81" fmla="*/ 128 h 148"/>
                <a:gd name="T82" fmla="*/ 92 w 140"/>
                <a:gd name="T83" fmla="*/ 116 h 148"/>
                <a:gd name="T84" fmla="*/ 98 w 140"/>
                <a:gd name="T85" fmla="*/ 93 h 148"/>
                <a:gd name="T86" fmla="*/ 99 w 140"/>
                <a:gd name="T87" fmla="*/ 84 h 148"/>
                <a:gd name="T88" fmla="*/ 109 w 140"/>
                <a:gd name="T89" fmla="*/ 77 h 148"/>
                <a:gd name="T90" fmla="*/ 115 w 140"/>
                <a:gd name="T91" fmla="*/ 72 h 148"/>
                <a:gd name="T92" fmla="*/ 128 w 140"/>
                <a:gd name="T93" fmla="*/ 62 h 148"/>
                <a:gd name="T94" fmla="*/ 135 w 140"/>
                <a:gd name="T95" fmla="*/ 55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0" h="148">
                  <a:moveTo>
                    <a:pt x="135" y="55"/>
                  </a:moveTo>
                  <a:cubicBezTo>
                    <a:pt x="137" y="53"/>
                    <a:pt x="137" y="51"/>
                    <a:pt x="138" y="50"/>
                  </a:cubicBezTo>
                  <a:cubicBezTo>
                    <a:pt x="140" y="49"/>
                    <a:pt x="138" y="45"/>
                    <a:pt x="137" y="44"/>
                  </a:cubicBezTo>
                  <a:cubicBezTo>
                    <a:pt x="122" y="41"/>
                    <a:pt x="120" y="52"/>
                    <a:pt x="112" y="58"/>
                  </a:cubicBezTo>
                  <a:cubicBezTo>
                    <a:pt x="109" y="61"/>
                    <a:pt x="105" y="63"/>
                    <a:pt x="101" y="66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98" y="58"/>
                    <a:pt x="100" y="47"/>
                    <a:pt x="100" y="38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6"/>
                    <a:pt x="101" y="25"/>
                    <a:pt x="102" y="25"/>
                  </a:cubicBezTo>
                  <a:cubicBezTo>
                    <a:pt x="103" y="21"/>
                    <a:pt x="102" y="16"/>
                    <a:pt x="101" y="14"/>
                  </a:cubicBezTo>
                  <a:cubicBezTo>
                    <a:pt x="99" y="10"/>
                    <a:pt x="94" y="9"/>
                    <a:pt x="90" y="7"/>
                  </a:cubicBezTo>
                  <a:cubicBezTo>
                    <a:pt x="89" y="5"/>
                    <a:pt x="87" y="3"/>
                    <a:pt x="85" y="2"/>
                  </a:cubicBezTo>
                  <a:cubicBezTo>
                    <a:pt x="82" y="1"/>
                    <a:pt x="78" y="2"/>
                    <a:pt x="75" y="0"/>
                  </a:cubicBezTo>
                  <a:cubicBezTo>
                    <a:pt x="73" y="0"/>
                    <a:pt x="73" y="1"/>
                    <a:pt x="72" y="2"/>
                  </a:cubicBezTo>
                  <a:cubicBezTo>
                    <a:pt x="68" y="11"/>
                    <a:pt x="77" y="24"/>
                    <a:pt x="79" y="31"/>
                  </a:cubicBezTo>
                  <a:cubicBezTo>
                    <a:pt x="82" y="37"/>
                    <a:pt x="82" y="56"/>
                    <a:pt x="80" y="63"/>
                  </a:cubicBezTo>
                  <a:cubicBezTo>
                    <a:pt x="79" y="68"/>
                    <a:pt x="81" y="75"/>
                    <a:pt x="78" y="79"/>
                  </a:cubicBezTo>
                  <a:cubicBezTo>
                    <a:pt x="77" y="81"/>
                    <a:pt x="63" y="86"/>
                    <a:pt x="60" y="87"/>
                  </a:cubicBezTo>
                  <a:cubicBezTo>
                    <a:pt x="57" y="88"/>
                    <a:pt x="53" y="90"/>
                    <a:pt x="50" y="91"/>
                  </a:cubicBezTo>
                  <a:cubicBezTo>
                    <a:pt x="47" y="93"/>
                    <a:pt x="43" y="93"/>
                    <a:pt x="40" y="95"/>
                  </a:cubicBezTo>
                  <a:cubicBezTo>
                    <a:pt x="36" y="97"/>
                    <a:pt x="28" y="102"/>
                    <a:pt x="23" y="104"/>
                  </a:cubicBezTo>
                  <a:cubicBezTo>
                    <a:pt x="22" y="104"/>
                    <a:pt x="20" y="104"/>
                    <a:pt x="19" y="104"/>
                  </a:cubicBezTo>
                  <a:cubicBezTo>
                    <a:pt x="17" y="105"/>
                    <a:pt x="14" y="106"/>
                    <a:pt x="12" y="107"/>
                  </a:cubicBezTo>
                  <a:cubicBezTo>
                    <a:pt x="11" y="107"/>
                    <a:pt x="9" y="107"/>
                    <a:pt x="9" y="107"/>
                  </a:cubicBezTo>
                  <a:cubicBezTo>
                    <a:pt x="7" y="106"/>
                    <a:pt x="5" y="104"/>
                    <a:pt x="4" y="102"/>
                  </a:cubicBezTo>
                  <a:cubicBezTo>
                    <a:pt x="4" y="101"/>
                    <a:pt x="3" y="101"/>
                    <a:pt x="2" y="101"/>
                  </a:cubicBezTo>
                  <a:cubicBezTo>
                    <a:pt x="2" y="101"/>
                    <a:pt x="2" y="102"/>
                    <a:pt x="2" y="102"/>
                  </a:cubicBezTo>
                  <a:cubicBezTo>
                    <a:pt x="1" y="115"/>
                    <a:pt x="0" y="118"/>
                    <a:pt x="6" y="127"/>
                  </a:cubicBezTo>
                  <a:cubicBezTo>
                    <a:pt x="18" y="129"/>
                    <a:pt x="27" y="123"/>
                    <a:pt x="35" y="118"/>
                  </a:cubicBezTo>
                  <a:cubicBezTo>
                    <a:pt x="38" y="116"/>
                    <a:pt x="41" y="114"/>
                    <a:pt x="45" y="112"/>
                  </a:cubicBezTo>
                  <a:cubicBezTo>
                    <a:pt x="47" y="110"/>
                    <a:pt x="49" y="107"/>
                    <a:pt x="52" y="105"/>
                  </a:cubicBezTo>
                  <a:cubicBezTo>
                    <a:pt x="53" y="105"/>
                    <a:pt x="55" y="105"/>
                    <a:pt x="56" y="104"/>
                  </a:cubicBezTo>
                  <a:cubicBezTo>
                    <a:pt x="61" y="102"/>
                    <a:pt x="67" y="99"/>
                    <a:pt x="74" y="99"/>
                  </a:cubicBezTo>
                  <a:cubicBezTo>
                    <a:pt x="74" y="112"/>
                    <a:pt x="62" y="126"/>
                    <a:pt x="54" y="132"/>
                  </a:cubicBezTo>
                  <a:cubicBezTo>
                    <a:pt x="53" y="132"/>
                    <a:pt x="51" y="133"/>
                    <a:pt x="50" y="134"/>
                  </a:cubicBezTo>
                  <a:cubicBezTo>
                    <a:pt x="48" y="135"/>
                    <a:pt x="47" y="136"/>
                    <a:pt x="45" y="136"/>
                  </a:cubicBezTo>
                  <a:cubicBezTo>
                    <a:pt x="44" y="136"/>
                    <a:pt x="43" y="136"/>
                    <a:pt x="42" y="137"/>
                  </a:cubicBezTo>
                  <a:cubicBezTo>
                    <a:pt x="40" y="138"/>
                    <a:pt x="37" y="139"/>
                    <a:pt x="35" y="141"/>
                  </a:cubicBezTo>
                  <a:cubicBezTo>
                    <a:pt x="33" y="143"/>
                    <a:pt x="33" y="145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53" y="148"/>
                    <a:pt x="67" y="138"/>
                    <a:pt x="79" y="128"/>
                  </a:cubicBezTo>
                  <a:cubicBezTo>
                    <a:pt x="84" y="125"/>
                    <a:pt x="89" y="121"/>
                    <a:pt x="92" y="116"/>
                  </a:cubicBezTo>
                  <a:cubicBezTo>
                    <a:pt x="95" y="109"/>
                    <a:pt x="96" y="100"/>
                    <a:pt x="98" y="93"/>
                  </a:cubicBezTo>
                  <a:cubicBezTo>
                    <a:pt x="98" y="90"/>
                    <a:pt x="99" y="87"/>
                    <a:pt x="99" y="84"/>
                  </a:cubicBezTo>
                  <a:cubicBezTo>
                    <a:pt x="100" y="82"/>
                    <a:pt x="106" y="79"/>
                    <a:pt x="109" y="77"/>
                  </a:cubicBezTo>
                  <a:cubicBezTo>
                    <a:pt x="111" y="76"/>
                    <a:pt x="113" y="73"/>
                    <a:pt x="115" y="72"/>
                  </a:cubicBezTo>
                  <a:cubicBezTo>
                    <a:pt x="119" y="68"/>
                    <a:pt x="124" y="65"/>
                    <a:pt x="128" y="62"/>
                  </a:cubicBezTo>
                  <a:cubicBezTo>
                    <a:pt x="130" y="60"/>
                    <a:pt x="134" y="57"/>
                    <a:pt x="135" y="5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5" name="Freeform 113">
              <a:extLst>
                <a:ext uri="{FF2B5EF4-FFF2-40B4-BE49-F238E27FC236}">
                  <a16:creationId xmlns:a16="http://schemas.microsoft.com/office/drawing/2014/main" xmlns="" id="{9EE4ADB3-FFBA-FAFD-70C5-E95DC075C1F2}"/>
                </a:ext>
              </a:extLst>
            </p:cNvPr>
            <p:cNvSpPr/>
            <p:nvPr/>
          </p:nvSpPr>
          <p:spPr bwMode="auto">
            <a:xfrm>
              <a:off x="4649" y="238"/>
              <a:ext cx="27" cy="34"/>
            </a:xfrm>
            <a:custGeom>
              <a:avLst/>
              <a:gdLst>
                <a:gd name="T0" fmla="*/ 14 w 30"/>
                <a:gd name="T1" fmla="*/ 8 h 38"/>
                <a:gd name="T2" fmla="*/ 1 w 30"/>
                <a:gd name="T3" fmla="*/ 0 h 38"/>
                <a:gd name="T4" fmla="*/ 0 w 30"/>
                <a:gd name="T5" fmla="*/ 1 h 38"/>
                <a:gd name="T6" fmla="*/ 3 w 30"/>
                <a:gd name="T7" fmla="*/ 19 h 38"/>
                <a:gd name="T8" fmla="*/ 4 w 30"/>
                <a:gd name="T9" fmla="*/ 23 h 38"/>
                <a:gd name="T10" fmla="*/ 7 w 30"/>
                <a:gd name="T11" fmla="*/ 33 h 38"/>
                <a:gd name="T12" fmla="*/ 18 w 30"/>
                <a:gd name="T13" fmla="*/ 36 h 38"/>
                <a:gd name="T14" fmla="*/ 30 w 30"/>
                <a:gd name="T15" fmla="*/ 28 h 38"/>
                <a:gd name="T16" fmla="*/ 14 w 30"/>
                <a:gd name="T17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8">
                  <a:moveTo>
                    <a:pt x="14" y="8"/>
                  </a:moveTo>
                  <a:cubicBezTo>
                    <a:pt x="10" y="5"/>
                    <a:pt x="8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1"/>
                    <a:pt x="1" y="12"/>
                    <a:pt x="3" y="19"/>
                  </a:cubicBezTo>
                  <a:cubicBezTo>
                    <a:pt x="4" y="20"/>
                    <a:pt x="4" y="21"/>
                    <a:pt x="4" y="23"/>
                  </a:cubicBezTo>
                  <a:cubicBezTo>
                    <a:pt x="5" y="25"/>
                    <a:pt x="9" y="29"/>
                    <a:pt x="7" y="33"/>
                  </a:cubicBezTo>
                  <a:cubicBezTo>
                    <a:pt x="7" y="36"/>
                    <a:pt x="14" y="38"/>
                    <a:pt x="18" y="36"/>
                  </a:cubicBezTo>
                  <a:cubicBezTo>
                    <a:pt x="23" y="35"/>
                    <a:pt x="27" y="32"/>
                    <a:pt x="30" y="28"/>
                  </a:cubicBezTo>
                  <a:cubicBezTo>
                    <a:pt x="30" y="17"/>
                    <a:pt x="20" y="13"/>
                    <a:pt x="14" y="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6" name="Freeform 114">
              <a:extLst>
                <a:ext uri="{FF2B5EF4-FFF2-40B4-BE49-F238E27FC236}">
                  <a16:creationId xmlns:a16="http://schemas.microsoft.com/office/drawing/2014/main" xmlns="" id="{7B3E7F34-F7F9-46E6-4B8A-185858E7CA5A}"/>
                </a:ext>
              </a:extLst>
            </p:cNvPr>
            <p:cNvSpPr/>
            <p:nvPr/>
          </p:nvSpPr>
          <p:spPr bwMode="auto">
            <a:xfrm>
              <a:off x="4447" y="116"/>
              <a:ext cx="40" cy="40"/>
            </a:xfrm>
            <a:custGeom>
              <a:avLst/>
              <a:gdLst>
                <a:gd name="T0" fmla="*/ 6 w 44"/>
                <a:gd name="T1" fmla="*/ 15 h 45"/>
                <a:gd name="T2" fmla="*/ 7 w 44"/>
                <a:gd name="T3" fmla="*/ 17 h 45"/>
                <a:gd name="T4" fmla="*/ 11 w 44"/>
                <a:gd name="T5" fmla="*/ 25 h 45"/>
                <a:gd name="T6" fmla="*/ 10 w 44"/>
                <a:gd name="T7" fmla="*/ 41 h 45"/>
                <a:gd name="T8" fmla="*/ 11 w 44"/>
                <a:gd name="T9" fmla="*/ 45 h 45"/>
                <a:gd name="T10" fmla="*/ 27 w 44"/>
                <a:gd name="T11" fmla="*/ 35 h 45"/>
                <a:gd name="T12" fmla="*/ 44 w 44"/>
                <a:gd name="T13" fmla="*/ 21 h 45"/>
                <a:gd name="T14" fmla="*/ 41 w 44"/>
                <a:gd name="T15" fmla="*/ 17 h 45"/>
                <a:gd name="T16" fmla="*/ 30 w 44"/>
                <a:gd name="T17" fmla="*/ 9 h 45"/>
                <a:gd name="T18" fmla="*/ 25 w 44"/>
                <a:gd name="T19" fmla="*/ 7 h 45"/>
                <a:gd name="T20" fmla="*/ 4 w 44"/>
                <a:gd name="T21" fmla="*/ 0 h 45"/>
                <a:gd name="T22" fmla="*/ 5 w 44"/>
                <a:gd name="T23" fmla="*/ 10 h 45"/>
                <a:gd name="T24" fmla="*/ 6 w 44"/>
                <a:gd name="T25" fmla="*/ 1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45">
                  <a:moveTo>
                    <a:pt x="6" y="15"/>
                  </a:moveTo>
                  <a:cubicBezTo>
                    <a:pt x="6" y="16"/>
                    <a:pt x="7" y="16"/>
                    <a:pt x="7" y="17"/>
                  </a:cubicBezTo>
                  <a:cubicBezTo>
                    <a:pt x="9" y="19"/>
                    <a:pt x="11" y="22"/>
                    <a:pt x="11" y="25"/>
                  </a:cubicBezTo>
                  <a:cubicBezTo>
                    <a:pt x="13" y="30"/>
                    <a:pt x="14" y="39"/>
                    <a:pt x="10" y="41"/>
                  </a:cubicBezTo>
                  <a:cubicBezTo>
                    <a:pt x="9" y="42"/>
                    <a:pt x="10" y="45"/>
                    <a:pt x="11" y="45"/>
                  </a:cubicBezTo>
                  <a:cubicBezTo>
                    <a:pt x="18" y="45"/>
                    <a:pt x="24" y="40"/>
                    <a:pt x="27" y="35"/>
                  </a:cubicBezTo>
                  <a:cubicBezTo>
                    <a:pt x="38" y="35"/>
                    <a:pt x="44" y="32"/>
                    <a:pt x="44" y="21"/>
                  </a:cubicBezTo>
                  <a:cubicBezTo>
                    <a:pt x="42" y="19"/>
                    <a:pt x="42" y="18"/>
                    <a:pt x="41" y="17"/>
                  </a:cubicBezTo>
                  <a:cubicBezTo>
                    <a:pt x="37" y="14"/>
                    <a:pt x="33" y="11"/>
                    <a:pt x="30" y="9"/>
                  </a:cubicBezTo>
                  <a:cubicBezTo>
                    <a:pt x="28" y="8"/>
                    <a:pt x="26" y="8"/>
                    <a:pt x="25" y="7"/>
                  </a:cubicBezTo>
                  <a:cubicBezTo>
                    <a:pt x="19" y="4"/>
                    <a:pt x="14" y="0"/>
                    <a:pt x="4" y="0"/>
                  </a:cubicBezTo>
                  <a:cubicBezTo>
                    <a:pt x="0" y="6"/>
                    <a:pt x="3" y="6"/>
                    <a:pt x="5" y="10"/>
                  </a:cubicBezTo>
                  <a:cubicBezTo>
                    <a:pt x="5" y="12"/>
                    <a:pt x="5" y="14"/>
                    <a:pt x="6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7" name="Freeform 115">
              <a:extLst>
                <a:ext uri="{FF2B5EF4-FFF2-40B4-BE49-F238E27FC236}">
                  <a16:creationId xmlns:a16="http://schemas.microsoft.com/office/drawing/2014/main" xmlns="" id="{C3CEEFDC-59DB-842C-F65B-26AC9369809B}"/>
                </a:ext>
              </a:extLst>
            </p:cNvPr>
            <p:cNvSpPr/>
            <p:nvPr/>
          </p:nvSpPr>
          <p:spPr bwMode="auto">
            <a:xfrm>
              <a:off x="4426" y="161"/>
              <a:ext cx="69" cy="37"/>
            </a:xfrm>
            <a:custGeom>
              <a:avLst/>
              <a:gdLst>
                <a:gd name="T0" fmla="*/ 20 w 76"/>
                <a:gd name="T1" fmla="*/ 41 h 41"/>
                <a:gd name="T2" fmla="*/ 32 w 76"/>
                <a:gd name="T3" fmla="*/ 39 h 41"/>
                <a:gd name="T4" fmla="*/ 53 w 76"/>
                <a:gd name="T5" fmla="*/ 20 h 41"/>
                <a:gd name="T6" fmla="*/ 66 w 76"/>
                <a:gd name="T7" fmla="*/ 11 h 41"/>
                <a:gd name="T8" fmla="*/ 71 w 76"/>
                <a:gd name="T9" fmla="*/ 10 h 41"/>
                <a:gd name="T10" fmla="*/ 76 w 76"/>
                <a:gd name="T11" fmla="*/ 4 h 41"/>
                <a:gd name="T12" fmla="*/ 75 w 76"/>
                <a:gd name="T13" fmla="*/ 0 h 41"/>
                <a:gd name="T14" fmla="*/ 70 w 76"/>
                <a:gd name="T15" fmla="*/ 0 h 41"/>
                <a:gd name="T16" fmla="*/ 61 w 76"/>
                <a:gd name="T17" fmla="*/ 2 h 41"/>
                <a:gd name="T18" fmla="*/ 47 w 76"/>
                <a:gd name="T19" fmla="*/ 7 h 41"/>
                <a:gd name="T20" fmla="*/ 44 w 76"/>
                <a:gd name="T21" fmla="*/ 7 h 41"/>
                <a:gd name="T22" fmla="*/ 3 w 76"/>
                <a:gd name="T23" fmla="*/ 24 h 41"/>
                <a:gd name="T24" fmla="*/ 2 w 76"/>
                <a:gd name="T25" fmla="*/ 31 h 41"/>
                <a:gd name="T26" fmla="*/ 20 w 7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41">
                  <a:moveTo>
                    <a:pt x="20" y="41"/>
                  </a:moveTo>
                  <a:cubicBezTo>
                    <a:pt x="23" y="41"/>
                    <a:pt x="30" y="40"/>
                    <a:pt x="32" y="39"/>
                  </a:cubicBezTo>
                  <a:cubicBezTo>
                    <a:pt x="39" y="37"/>
                    <a:pt x="47" y="24"/>
                    <a:pt x="53" y="20"/>
                  </a:cubicBezTo>
                  <a:cubicBezTo>
                    <a:pt x="57" y="17"/>
                    <a:pt x="61" y="13"/>
                    <a:pt x="66" y="11"/>
                  </a:cubicBezTo>
                  <a:cubicBezTo>
                    <a:pt x="68" y="11"/>
                    <a:pt x="69" y="10"/>
                    <a:pt x="71" y="10"/>
                  </a:cubicBezTo>
                  <a:cubicBezTo>
                    <a:pt x="73" y="8"/>
                    <a:pt x="75" y="6"/>
                    <a:pt x="76" y="4"/>
                  </a:cubicBezTo>
                  <a:cubicBezTo>
                    <a:pt x="76" y="2"/>
                    <a:pt x="76" y="0"/>
                    <a:pt x="75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8" y="2"/>
                    <a:pt x="64" y="1"/>
                    <a:pt x="61" y="2"/>
                  </a:cubicBezTo>
                  <a:cubicBezTo>
                    <a:pt x="57" y="3"/>
                    <a:pt x="52" y="5"/>
                    <a:pt x="47" y="7"/>
                  </a:cubicBezTo>
                  <a:cubicBezTo>
                    <a:pt x="46" y="7"/>
                    <a:pt x="45" y="7"/>
                    <a:pt x="44" y="7"/>
                  </a:cubicBezTo>
                  <a:cubicBezTo>
                    <a:pt x="30" y="12"/>
                    <a:pt x="16" y="18"/>
                    <a:pt x="3" y="24"/>
                  </a:cubicBezTo>
                  <a:cubicBezTo>
                    <a:pt x="2" y="26"/>
                    <a:pt x="0" y="29"/>
                    <a:pt x="2" y="31"/>
                  </a:cubicBezTo>
                  <a:cubicBezTo>
                    <a:pt x="3" y="35"/>
                    <a:pt x="15" y="39"/>
                    <a:pt x="20" y="4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8" name="Freeform 116">
              <a:extLst>
                <a:ext uri="{FF2B5EF4-FFF2-40B4-BE49-F238E27FC236}">
                  <a16:creationId xmlns:a16="http://schemas.microsoft.com/office/drawing/2014/main" xmlns="" id="{A44AF2D3-AAFC-1EE0-4713-0A17B62E0C90}"/>
                </a:ext>
              </a:extLst>
            </p:cNvPr>
            <p:cNvSpPr/>
            <p:nvPr/>
          </p:nvSpPr>
          <p:spPr bwMode="auto">
            <a:xfrm>
              <a:off x="4404" y="200"/>
              <a:ext cx="89" cy="99"/>
            </a:xfrm>
            <a:custGeom>
              <a:avLst/>
              <a:gdLst>
                <a:gd name="T0" fmla="*/ 72 w 99"/>
                <a:gd name="T1" fmla="*/ 35 h 109"/>
                <a:gd name="T2" fmla="*/ 74 w 99"/>
                <a:gd name="T3" fmla="*/ 30 h 109"/>
                <a:gd name="T4" fmla="*/ 83 w 99"/>
                <a:gd name="T5" fmla="*/ 21 h 109"/>
                <a:gd name="T6" fmla="*/ 87 w 99"/>
                <a:gd name="T7" fmla="*/ 18 h 109"/>
                <a:gd name="T8" fmla="*/ 99 w 99"/>
                <a:gd name="T9" fmla="*/ 7 h 109"/>
                <a:gd name="T10" fmla="*/ 76 w 99"/>
                <a:gd name="T11" fmla="*/ 1 h 109"/>
                <a:gd name="T12" fmla="*/ 66 w 99"/>
                <a:gd name="T13" fmla="*/ 8 h 109"/>
                <a:gd name="T14" fmla="*/ 53 w 99"/>
                <a:gd name="T15" fmla="*/ 15 h 109"/>
                <a:gd name="T16" fmla="*/ 31 w 99"/>
                <a:gd name="T17" fmla="*/ 19 h 109"/>
                <a:gd name="T18" fmla="*/ 26 w 99"/>
                <a:gd name="T19" fmla="*/ 18 h 109"/>
                <a:gd name="T20" fmla="*/ 25 w 99"/>
                <a:gd name="T21" fmla="*/ 28 h 109"/>
                <a:gd name="T22" fmla="*/ 25 w 99"/>
                <a:gd name="T23" fmla="*/ 59 h 109"/>
                <a:gd name="T24" fmla="*/ 31 w 99"/>
                <a:gd name="T25" fmla="*/ 69 h 109"/>
                <a:gd name="T26" fmla="*/ 44 w 99"/>
                <a:gd name="T27" fmla="*/ 53 h 109"/>
                <a:gd name="T28" fmla="*/ 45 w 99"/>
                <a:gd name="T29" fmla="*/ 50 h 109"/>
                <a:gd name="T30" fmla="*/ 45 w 99"/>
                <a:gd name="T31" fmla="*/ 40 h 109"/>
                <a:gd name="T32" fmla="*/ 54 w 99"/>
                <a:gd name="T33" fmla="*/ 39 h 109"/>
                <a:gd name="T34" fmla="*/ 53 w 99"/>
                <a:gd name="T35" fmla="*/ 57 h 109"/>
                <a:gd name="T36" fmla="*/ 28 w 99"/>
                <a:gd name="T37" fmla="*/ 76 h 109"/>
                <a:gd name="T38" fmla="*/ 19 w 99"/>
                <a:gd name="T39" fmla="*/ 81 h 109"/>
                <a:gd name="T40" fmla="*/ 11 w 99"/>
                <a:gd name="T41" fmla="*/ 86 h 109"/>
                <a:gd name="T42" fmla="*/ 1 w 99"/>
                <a:gd name="T43" fmla="*/ 86 h 109"/>
                <a:gd name="T44" fmla="*/ 33 w 99"/>
                <a:gd name="T45" fmla="*/ 89 h 109"/>
                <a:gd name="T46" fmla="*/ 41 w 99"/>
                <a:gd name="T47" fmla="*/ 80 h 109"/>
                <a:gd name="T48" fmla="*/ 48 w 99"/>
                <a:gd name="T49" fmla="*/ 74 h 109"/>
                <a:gd name="T50" fmla="*/ 52 w 99"/>
                <a:gd name="T51" fmla="*/ 72 h 109"/>
                <a:gd name="T52" fmla="*/ 52 w 99"/>
                <a:gd name="T53" fmla="*/ 86 h 109"/>
                <a:gd name="T54" fmla="*/ 46 w 99"/>
                <a:gd name="T55" fmla="*/ 91 h 109"/>
                <a:gd name="T56" fmla="*/ 55 w 99"/>
                <a:gd name="T57" fmla="*/ 97 h 109"/>
                <a:gd name="T58" fmla="*/ 58 w 99"/>
                <a:gd name="T59" fmla="*/ 104 h 109"/>
                <a:gd name="T60" fmla="*/ 66 w 99"/>
                <a:gd name="T61" fmla="*/ 108 h 109"/>
                <a:gd name="T62" fmla="*/ 63 w 99"/>
                <a:gd name="T63" fmla="*/ 74 h 109"/>
                <a:gd name="T64" fmla="*/ 68 w 99"/>
                <a:gd name="T65" fmla="*/ 54 h 109"/>
                <a:gd name="T66" fmla="*/ 87 w 99"/>
                <a:gd name="T6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" h="109">
                  <a:moveTo>
                    <a:pt x="86" y="34"/>
                  </a:moveTo>
                  <a:cubicBezTo>
                    <a:pt x="81" y="34"/>
                    <a:pt x="76" y="33"/>
                    <a:pt x="72" y="35"/>
                  </a:cubicBezTo>
                  <a:cubicBezTo>
                    <a:pt x="70" y="35"/>
                    <a:pt x="69" y="37"/>
                    <a:pt x="66" y="38"/>
                  </a:cubicBezTo>
                  <a:cubicBezTo>
                    <a:pt x="67" y="35"/>
                    <a:pt x="72" y="32"/>
                    <a:pt x="74" y="30"/>
                  </a:cubicBezTo>
                  <a:cubicBezTo>
                    <a:pt x="75" y="28"/>
                    <a:pt x="77" y="26"/>
                    <a:pt x="78" y="25"/>
                  </a:cubicBezTo>
                  <a:cubicBezTo>
                    <a:pt x="80" y="24"/>
                    <a:pt x="82" y="23"/>
                    <a:pt x="83" y="21"/>
                  </a:cubicBezTo>
                  <a:cubicBezTo>
                    <a:pt x="84" y="21"/>
                    <a:pt x="84" y="19"/>
                    <a:pt x="85" y="18"/>
                  </a:cubicBezTo>
                  <a:cubicBezTo>
                    <a:pt x="86" y="18"/>
                    <a:pt x="86" y="18"/>
                    <a:pt x="87" y="18"/>
                  </a:cubicBezTo>
                  <a:cubicBezTo>
                    <a:pt x="88" y="17"/>
                    <a:pt x="88" y="15"/>
                    <a:pt x="89" y="14"/>
                  </a:cubicBezTo>
                  <a:cubicBezTo>
                    <a:pt x="93" y="11"/>
                    <a:pt x="96" y="11"/>
                    <a:pt x="99" y="7"/>
                  </a:cubicBezTo>
                  <a:cubicBezTo>
                    <a:pt x="99" y="6"/>
                    <a:pt x="98" y="5"/>
                    <a:pt x="97" y="4"/>
                  </a:cubicBezTo>
                  <a:cubicBezTo>
                    <a:pt x="95" y="2"/>
                    <a:pt x="81" y="0"/>
                    <a:pt x="76" y="1"/>
                  </a:cubicBezTo>
                  <a:cubicBezTo>
                    <a:pt x="74" y="2"/>
                    <a:pt x="70" y="4"/>
                    <a:pt x="68" y="5"/>
                  </a:cubicBezTo>
                  <a:cubicBezTo>
                    <a:pt x="68" y="6"/>
                    <a:pt x="67" y="7"/>
                    <a:pt x="66" y="8"/>
                  </a:cubicBezTo>
                  <a:cubicBezTo>
                    <a:pt x="64" y="8"/>
                    <a:pt x="62" y="8"/>
                    <a:pt x="60" y="9"/>
                  </a:cubicBezTo>
                  <a:cubicBezTo>
                    <a:pt x="58" y="10"/>
                    <a:pt x="56" y="13"/>
                    <a:pt x="53" y="15"/>
                  </a:cubicBezTo>
                  <a:cubicBezTo>
                    <a:pt x="48" y="18"/>
                    <a:pt x="43" y="21"/>
                    <a:pt x="38" y="24"/>
                  </a:cubicBezTo>
                  <a:cubicBezTo>
                    <a:pt x="35" y="26"/>
                    <a:pt x="33" y="20"/>
                    <a:pt x="31" y="19"/>
                  </a:cubicBezTo>
                  <a:cubicBezTo>
                    <a:pt x="30" y="18"/>
                    <a:pt x="29" y="18"/>
                    <a:pt x="28" y="17"/>
                  </a:cubicBezTo>
                  <a:cubicBezTo>
                    <a:pt x="27" y="17"/>
                    <a:pt x="27" y="17"/>
                    <a:pt x="26" y="18"/>
                  </a:cubicBezTo>
                  <a:cubicBezTo>
                    <a:pt x="25" y="18"/>
                    <a:pt x="25" y="18"/>
                    <a:pt x="24" y="19"/>
                  </a:cubicBezTo>
                  <a:cubicBezTo>
                    <a:pt x="24" y="22"/>
                    <a:pt x="26" y="25"/>
                    <a:pt x="25" y="28"/>
                  </a:cubicBezTo>
                  <a:cubicBezTo>
                    <a:pt x="23" y="35"/>
                    <a:pt x="20" y="47"/>
                    <a:pt x="23" y="55"/>
                  </a:cubicBezTo>
                  <a:cubicBezTo>
                    <a:pt x="23" y="56"/>
                    <a:pt x="25" y="58"/>
                    <a:pt x="25" y="59"/>
                  </a:cubicBezTo>
                  <a:cubicBezTo>
                    <a:pt x="26" y="61"/>
                    <a:pt x="26" y="62"/>
                    <a:pt x="27" y="64"/>
                  </a:cubicBezTo>
                  <a:cubicBezTo>
                    <a:pt x="28" y="66"/>
                    <a:pt x="31" y="67"/>
                    <a:pt x="31" y="69"/>
                  </a:cubicBezTo>
                  <a:cubicBezTo>
                    <a:pt x="35" y="68"/>
                    <a:pt x="41" y="57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5" y="52"/>
                    <a:pt x="45" y="51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6" y="40"/>
                    <a:pt x="49" y="39"/>
                    <a:pt x="50" y="38"/>
                  </a:cubicBezTo>
                  <a:cubicBezTo>
                    <a:pt x="52" y="38"/>
                    <a:pt x="53" y="39"/>
                    <a:pt x="54" y="39"/>
                  </a:cubicBezTo>
                  <a:cubicBezTo>
                    <a:pt x="54" y="40"/>
                    <a:pt x="49" y="52"/>
                    <a:pt x="48" y="52"/>
                  </a:cubicBezTo>
                  <a:cubicBezTo>
                    <a:pt x="49" y="55"/>
                    <a:pt x="51" y="56"/>
                    <a:pt x="53" y="57"/>
                  </a:cubicBezTo>
                  <a:cubicBezTo>
                    <a:pt x="52" y="62"/>
                    <a:pt x="46" y="64"/>
                    <a:pt x="42" y="66"/>
                  </a:cubicBezTo>
                  <a:cubicBezTo>
                    <a:pt x="38" y="69"/>
                    <a:pt x="33" y="73"/>
                    <a:pt x="28" y="76"/>
                  </a:cubicBezTo>
                  <a:cubicBezTo>
                    <a:pt x="26" y="77"/>
                    <a:pt x="24" y="77"/>
                    <a:pt x="22" y="78"/>
                  </a:cubicBezTo>
                  <a:cubicBezTo>
                    <a:pt x="21" y="79"/>
                    <a:pt x="20" y="80"/>
                    <a:pt x="19" y="81"/>
                  </a:cubicBezTo>
                  <a:cubicBezTo>
                    <a:pt x="17" y="82"/>
                    <a:pt x="15" y="82"/>
                    <a:pt x="13" y="84"/>
                  </a:cubicBezTo>
                  <a:cubicBezTo>
                    <a:pt x="12" y="84"/>
                    <a:pt x="12" y="86"/>
                    <a:pt x="11" y="86"/>
                  </a:cubicBezTo>
                  <a:cubicBezTo>
                    <a:pt x="9" y="87"/>
                    <a:pt x="8" y="85"/>
                    <a:pt x="7" y="85"/>
                  </a:cubicBezTo>
                  <a:cubicBezTo>
                    <a:pt x="4" y="84"/>
                    <a:pt x="2" y="86"/>
                    <a:pt x="1" y="86"/>
                  </a:cubicBezTo>
                  <a:cubicBezTo>
                    <a:pt x="0" y="97"/>
                    <a:pt x="5" y="107"/>
                    <a:pt x="16" y="107"/>
                  </a:cubicBezTo>
                  <a:cubicBezTo>
                    <a:pt x="21" y="101"/>
                    <a:pt x="28" y="96"/>
                    <a:pt x="33" y="89"/>
                  </a:cubicBezTo>
                  <a:cubicBezTo>
                    <a:pt x="34" y="88"/>
                    <a:pt x="36" y="86"/>
                    <a:pt x="38" y="85"/>
                  </a:cubicBezTo>
                  <a:cubicBezTo>
                    <a:pt x="39" y="83"/>
                    <a:pt x="40" y="81"/>
                    <a:pt x="41" y="80"/>
                  </a:cubicBezTo>
                  <a:cubicBezTo>
                    <a:pt x="41" y="79"/>
                    <a:pt x="42" y="80"/>
                    <a:pt x="43" y="79"/>
                  </a:cubicBezTo>
                  <a:cubicBezTo>
                    <a:pt x="44" y="77"/>
                    <a:pt x="46" y="76"/>
                    <a:pt x="48" y="74"/>
                  </a:cubicBezTo>
                  <a:cubicBezTo>
                    <a:pt x="49" y="73"/>
                    <a:pt x="50" y="73"/>
                    <a:pt x="51" y="72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4" y="74"/>
                    <a:pt x="53" y="76"/>
                    <a:pt x="55" y="77"/>
                  </a:cubicBezTo>
                  <a:cubicBezTo>
                    <a:pt x="55" y="81"/>
                    <a:pt x="55" y="85"/>
                    <a:pt x="52" y="86"/>
                  </a:cubicBezTo>
                  <a:cubicBezTo>
                    <a:pt x="51" y="87"/>
                    <a:pt x="50" y="87"/>
                    <a:pt x="49" y="87"/>
                  </a:cubicBezTo>
                  <a:cubicBezTo>
                    <a:pt x="48" y="88"/>
                    <a:pt x="47" y="90"/>
                    <a:pt x="46" y="91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7" y="94"/>
                    <a:pt x="54" y="96"/>
                    <a:pt x="55" y="97"/>
                  </a:cubicBezTo>
                  <a:cubicBezTo>
                    <a:pt x="56" y="97"/>
                    <a:pt x="57" y="99"/>
                    <a:pt x="58" y="100"/>
                  </a:cubicBezTo>
                  <a:cubicBezTo>
                    <a:pt x="58" y="104"/>
                    <a:pt x="58" y="104"/>
                    <a:pt x="58" y="104"/>
                  </a:cubicBezTo>
                  <a:cubicBezTo>
                    <a:pt x="58" y="105"/>
                    <a:pt x="60" y="107"/>
                    <a:pt x="61" y="108"/>
                  </a:cubicBezTo>
                  <a:cubicBezTo>
                    <a:pt x="62" y="108"/>
                    <a:pt x="65" y="109"/>
                    <a:pt x="66" y="108"/>
                  </a:cubicBezTo>
                  <a:cubicBezTo>
                    <a:pt x="67" y="108"/>
                    <a:pt x="67" y="108"/>
                    <a:pt x="68" y="107"/>
                  </a:cubicBezTo>
                  <a:cubicBezTo>
                    <a:pt x="67" y="95"/>
                    <a:pt x="67" y="83"/>
                    <a:pt x="63" y="74"/>
                  </a:cubicBezTo>
                  <a:cubicBezTo>
                    <a:pt x="62" y="70"/>
                    <a:pt x="57" y="64"/>
                    <a:pt x="60" y="60"/>
                  </a:cubicBezTo>
                  <a:cubicBezTo>
                    <a:pt x="60" y="54"/>
                    <a:pt x="64" y="56"/>
                    <a:pt x="68" y="54"/>
                  </a:cubicBezTo>
                  <a:cubicBezTo>
                    <a:pt x="73" y="50"/>
                    <a:pt x="79" y="48"/>
                    <a:pt x="83" y="44"/>
                  </a:cubicBezTo>
                  <a:cubicBezTo>
                    <a:pt x="85" y="43"/>
                    <a:pt x="86" y="40"/>
                    <a:pt x="87" y="39"/>
                  </a:cubicBezTo>
                  <a:cubicBezTo>
                    <a:pt x="87" y="37"/>
                    <a:pt x="86" y="36"/>
                    <a:pt x="86" y="3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  <p:sp>
          <p:nvSpPr>
            <p:cNvPr id="59" name="Freeform 117">
              <a:extLst>
                <a:ext uri="{FF2B5EF4-FFF2-40B4-BE49-F238E27FC236}">
                  <a16:creationId xmlns:a16="http://schemas.microsoft.com/office/drawing/2014/main" xmlns="" id="{C53F7115-5134-FFE9-4B2E-88641049305C}"/>
                </a:ext>
              </a:extLst>
            </p:cNvPr>
            <p:cNvSpPr/>
            <p:nvPr/>
          </p:nvSpPr>
          <p:spPr bwMode="auto">
            <a:xfrm>
              <a:off x="4480" y="245"/>
              <a:ext cx="27" cy="34"/>
            </a:xfrm>
            <a:custGeom>
              <a:avLst/>
              <a:gdLst>
                <a:gd name="T0" fmla="*/ 25 w 30"/>
                <a:gd name="T1" fmla="*/ 12 h 37"/>
                <a:gd name="T2" fmla="*/ 5 w 30"/>
                <a:gd name="T3" fmla="*/ 1 h 37"/>
                <a:gd name="T4" fmla="*/ 2 w 30"/>
                <a:gd name="T5" fmla="*/ 1 h 37"/>
                <a:gd name="T6" fmla="*/ 4 w 30"/>
                <a:gd name="T7" fmla="*/ 23 h 37"/>
                <a:gd name="T8" fmla="*/ 7 w 30"/>
                <a:gd name="T9" fmla="*/ 26 h 37"/>
                <a:gd name="T10" fmla="*/ 16 w 30"/>
                <a:gd name="T11" fmla="*/ 34 h 37"/>
                <a:gd name="T12" fmla="*/ 28 w 30"/>
                <a:gd name="T13" fmla="*/ 30 h 37"/>
                <a:gd name="T14" fmla="*/ 29 w 30"/>
                <a:gd name="T15" fmla="*/ 18 h 37"/>
                <a:gd name="T16" fmla="*/ 25 w 30"/>
                <a:gd name="T17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7">
                  <a:moveTo>
                    <a:pt x="25" y="12"/>
                  </a:moveTo>
                  <a:cubicBezTo>
                    <a:pt x="20" y="6"/>
                    <a:pt x="16" y="0"/>
                    <a:pt x="5" y="1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0"/>
                    <a:pt x="0" y="16"/>
                    <a:pt x="4" y="23"/>
                  </a:cubicBezTo>
                  <a:cubicBezTo>
                    <a:pt x="5" y="24"/>
                    <a:pt x="6" y="25"/>
                    <a:pt x="7" y="26"/>
                  </a:cubicBezTo>
                  <a:cubicBezTo>
                    <a:pt x="10" y="29"/>
                    <a:pt x="11" y="33"/>
                    <a:pt x="16" y="34"/>
                  </a:cubicBezTo>
                  <a:cubicBezTo>
                    <a:pt x="20" y="37"/>
                    <a:pt x="25" y="32"/>
                    <a:pt x="28" y="30"/>
                  </a:cubicBezTo>
                  <a:cubicBezTo>
                    <a:pt x="28" y="28"/>
                    <a:pt x="30" y="20"/>
                    <a:pt x="29" y="18"/>
                  </a:cubicBezTo>
                  <a:cubicBezTo>
                    <a:pt x="29" y="14"/>
                    <a:pt x="26" y="14"/>
                    <a:pt x="25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ea typeface="楷体" panose="02010609060101010101" pitchFamily="49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5" r:id="rId8"/>
    <p:sldLayoutId id="2147483666" r:id="rId9"/>
    <p:sldLayoutId id="2147483667" r:id="rId10"/>
    <p:sldLayoutId id="2147483668" r:id="rId11"/>
    <p:sldLayoutId id="2147483670" r:id="rId12"/>
    <p:sldLayoutId id="2147483671" r:id="rId13"/>
    <p:sldLayoutId id="2147483672" r:id="rId14"/>
  </p:sldLayoutIdLst>
  <p:hf hdr="0" ftr="0" dt="0"/>
  <p:txStyles>
    <p:titleStyle>
      <a:lvl1pPr algn="l" defTabSz="68516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16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E6602065-9875-489D-9807-49A056F14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7D4D4825-E8D7-49E3-9C98-FB2E3CB1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8">
            <a:extLst>
              <a:ext uri="{FF2B5EF4-FFF2-40B4-BE49-F238E27FC236}">
                <a16:creationId xmlns:a16="http://schemas.microsoft.com/office/drawing/2014/main" xmlns="" id="{0B358A32-C999-494B-A379-D2FFC16E1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&lt;#&gt;/66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470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21413C5C-A956-5EB1-B7D0-8ECE0CC51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DCEA7F-5A54-4CE0-8154-45AABF1B59DE}" type="slidenum">
              <a:rPr lang="zh-CN" altLang="en-US" smtClean="0">
                <a:latin typeface="+mn-ea"/>
                <a:ea typeface="+mn-ea"/>
              </a:rPr>
              <a:t>1</a:t>
            </a:fld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99A315F5-1BCB-B3F7-B5D4-5542E369AB18}"/>
              </a:ext>
            </a:extLst>
          </p:cNvPr>
          <p:cNvGrpSpPr/>
          <p:nvPr/>
        </p:nvGrpSpPr>
        <p:grpSpPr>
          <a:xfrm>
            <a:off x="113773" y="2090378"/>
            <a:ext cx="2991816" cy="4059181"/>
            <a:chOff x="505659" y="2206356"/>
            <a:chExt cx="2991816" cy="405918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50C6E529-DBF6-3EE2-7B75-1D576895AF47}"/>
                </a:ext>
              </a:extLst>
            </p:cNvPr>
            <p:cNvSpPr/>
            <p:nvPr/>
          </p:nvSpPr>
          <p:spPr>
            <a:xfrm>
              <a:off x="505659" y="2206356"/>
              <a:ext cx="2760055" cy="4039049"/>
            </a:xfrm>
            <a:prstGeom prst="rect">
              <a:avLst/>
            </a:prstGeom>
            <a:noFill/>
            <a:ln w="6350"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C51A0CC9-763B-B342-6655-080B45AB74A6}"/>
                </a:ext>
              </a:extLst>
            </p:cNvPr>
            <p:cNvSpPr txBox="1"/>
            <p:nvPr/>
          </p:nvSpPr>
          <p:spPr>
            <a:xfrm>
              <a:off x="524621" y="3526326"/>
              <a:ext cx="2722129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>
                  <a:solidFill>
                    <a:srgbClr val="9B0000"/>
                  </a:solidFill>
                  <a:latin typeface="+mn-ea"/>
                </a:rPr>
                <a:t>需求输入与语义</a:t>
              </a:r>
              <a:r>
                <a:rPr lang="zh-CN" altLang="en-US" sz="2200" dirty="0" smtClean="0">
                  <a:solidFill>
                    <a:srgbClr val="9B0000"/>
                  </a:solidFill>
                  <a:latin typeface="+mn-ea"/>
                </a:rPr>
                <a:t>解析</a:t>
              </a:r>
              <a:endParaRPr lang="en-US" altLang="zh-CN" dirty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dirty="0" smtClean="0">
                  <a:latin typeface="+mn-ea"/>
                </a:rPr>
                <a:t>以自然语言描述产品功能、特征等核心需求，利用专用语义解析模型转化为结构设计约束条件</a:t>
              </a:r>
              <a:endParaRPr lang="en-US" altLang="zh-CN" sz="1400" dirty="0" smtClean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工具</a:t>
              </a:r>
              <a:r>
                <a:rPr lang="en-US" altLang="zh-CN" sz="1600" dirty="0" smtClean="0">
                  <a:solidFill>
                    <a:srgbClr val="9B0000"/>
                  </a:solidFill>
                  <a:latin typeface="+mn-ea"/>
                </a:rPr>
                <a:t>/</a:t>
              </a: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平台</a:t>
              </a:r>
              <a:endParaRPr lang="en-US" altLang="zh-CN" sz="1600" dirty="0" smtClean="0">
                <a:solidFill>
                  <a:srgbClr val="9B0000"/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GPT-4o</a:t>
              </a:r>
              <a:endParaRPr lang="en-US" altLang="zh-CN" sz="1400" dirty="0" smtClean="0"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Claude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+mn-ea"/>
                </a:rPr>
                <a:t>deepseek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xmlns="" id="{D42CEA4F-4C6C-0CA3-EAFD-F88BBEC4E35A}"/>
                </a:ext>
              </a:extLst>
            </p:cNvPr>
            <p:cNvSpPr/>
            <p:nvPr/>
          </p:nvSpPr>
          <p:spPr>
            <a:xfrm>
              <a:off x="3341563" y="4204532"/>
              <a:ext cx="155912" cy="261257"/>
            </a:xfrm>
            <a:prstGeom prst="rightArrow">
              <a:avLst/>
            </a:prstGeom>
            <a:noFill/>
            <a:ln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F7E7D4A1-703B-E7BB-85C4-0BE95D560E03}"/>
              </a:ext>
            </a:extLst>
          </p:cNvPr>
          <p:cNvGrpSpPr/>
          <p:nvPr/>
        </p:nvGrpSpPr>
        <p:grpSpPr>
          <a:xfrm>
            <a:off x="3181438" y="2090378"/>
            <a:ext cx="2991815" cy="4059181"/>
            <a:chOff x="505659" y="2281631"/>
            <a:chExt cx="2991815" cy="320003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xmlns="" id="{A6461C95-3403-186F-3BBB-8D98553EB0CC}"/>
                </a:ext>
              </a:extLst>
            </p:cNvPr>
            <p:cNvSpPr/>
            <p:nvPr/>
          </p:nvSpPr>
          <p:spPr>
            <a:xfrm>
              <a:off x="505659" y="2281631"/>
              <a:ext cx="2760055" cy="3200035"/>
            </a:xfrm>
            <a:prstGeom prst="rect">
              <a:avLst/>
            </a:prstGeom>
            <a:noFill/>
            <a:ln w="6350"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xmlns="" id="{4D4DE924-AC93-B70D-6C17-FC1E7E634B63}"/>
                </a:ext>
              </a:extLst>
            </p:cNvPr>
            <p:cNvSpPr txBox="1"/>
            <p:nvPr/>
          </p:nvSpPr>
          <p:spPr>
            <a:xfrm>
              <a:off x="525656" y="3306352"/>
              <a:ext cx="2722129" cy="2159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>
                  <a:solidFill>
                    <a:srgbClr val="9B0000"/>
                  </a:solidFill>
                  <a:latin typeface="+mn-ea"/>
                </a:rPr>
                <a:t>三维模型设计与</a:t>
              </a:r>
              <a:r>
                <a:rPr lang="zh-CN" altLang="en-US" sz="2200" dirty="0" smtClean="0">
                  <a:solidFill>
                    <a:srgbClr val="9B0000"/>
                  </a:solidFill>
                  <a:latin typeface="+mn-ea"/>
                </a:rPr>
                <a:t>生成</a:t>
              </a:r>
              <a:endParaRPr lang="en-US" altLang="zh-CN" dirty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dirty="0" smtClean="0">
                  <a:latin typeface="+mn-ea"/>
                </a:rPr>
                <a:t>基于</a:t>
              </a:r>
              <a:r>
                <a:rPr lang="zh-CN" altLang="en-US" sz="1400" dirty="0">
                  <a:latin typeface="+mn-ea"/>
                </a:rPr>
                <a:t>约束条件利用生成式</a:t>
              </a:r>
              <a:r>
                <a:rPr lang="en-US" altLang="zh-CN" sz="1400" dirty="0">
                  <a:latin typeface="+mn-ea"/>
                </a:rPr>
                <a:t>AI</a:t>
              </a:r>
              <a:r>
                <a:rPr lang="zh-CN" altLang="en-US" sz="1400" dirty="0">
                  <a:latin typeface="+mn-ea"/>
                </a:rPr>
                <a:t>完成结构设计、尺寸调整，输出可制造三维</a:t>
              </a:r>
              <a:r>
                <a:rPr lang="zh-CN" altLang="en-US" sz="1400" dirty="0" smtClean="0">
                  <a:latin typeface="+mn-ea"/>
                </a:rPr>
                <a:t>模型</a:t>
              </a:r>
              <a:endParaRPr lang="en-US" altLang="zh-CN" sz="1400" dirty="0" smtClean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工具</a:t>
              </a:r>
              <a:r>
                <a:rPr lang="en-US" altLang="zh-CN" sz="1600" dirty="0" smtClean="0">
                  <a:solidFill>
                    <a:srgbClr val="9B0000"/>
                  </a:solidFill>
                  <a:latin typeface="+mn-ea"/>
                </a:rPr>
                <a:t>/</a:t>
              </a: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平台</a:t>
              </a:r>
              <a:endParaRPr lang="en-US" altLang="zh-CN" sz="1600" dirty="0" smtClean="0">
                <a:solidFill>
                  <a:srgbClr val="9B0000"/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Meshy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TripoAI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+mn-ea"/>
                </a:rPr>
                <a:t>Hyper3D Rodin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xmlns="" id="{5AB22DCD-FC2B-1208-DDDC-5DA383F6B229}"/>
                </a:ext>
              </a:extLst>
            </p:cNvPr>
            <p:cNvSpPr/>
            <p:nvPr/>
          </p:nvSpPr>
          <p:spPr>
            <a:xfrm>
              <a:off x="3359491" y="3856883"/>
              <a:ext cx="137983" cy="233608"/>
            </a:xfrm>
            <a:prstGeom prst="rightArrow">
              <a:avLst/>
            </a:prstGeom>
            <a:noFill/>
            <a:ln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1163EA5F-035A-2202-F699-5DEE4E1242E1}"/>
              </a:ext>
            </a:extLst>
          </p:cNvPr>
          <p:cNvGrpSpPr/>
          <p:nvPr/>
        </p:nvGrpSpPr>
        <p:grpSpPr>
          <a:xfrm>
            <a:off x="6249103" y="2090378"/>
            <a:ext cx="2973887" cy="4059181"/>
            <a:chOff x="505659" y="2206356"/>
            <a:chExt cx="2973887" cy="405918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xmlns="" id="{202FFDA3-F77F-B0FC-A873-02E7BAD98199}"/>
                </a:ext>
              </a:extLst>
            </p:cNvPr>
            <p:cNvSpPr/>
            <p:nvPr/>
          </p:nvSpPr>
          <p:spPr>
            <a:xfrm>
              <a:off x="505659" y="2206356"/>
              <a:ext cx="2760055" cy="4059181"/>
            </a:xfrm>
            <a:prstGeom prst="rect">
              <a:avLst/>
            </a:prstGeom>
            <a:noFill/>
            <a:ln w="6350"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893F8210-62D6-BCE1-BE2F-95F5AE5FEAF8}"/>
                </a:ext>
              </a:extLst>
            </p:cNvPr>
            <p:cNvSpPr txBox="1"/>
            <p:nvPr/>
          </p:nvSpPr>
          <p:spPr>
            <a:xfrm>
              <a:off x="554616" y="3526326"/>
              <a:ext cx="2722129" cy="2416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>
                  <a:solidFill>
                    <a:srgbClr val="9B0000"/>
                  </a:solidFill>
                  <a:latin typeface="+mn-ea"/>
                </a:rPr>
                <a:t>路径规划与自动</a:t>
              </a:r>
              <a:r>
                <a:rPr lang="zh-CN" altLang="en-US" sz="2200" dirty="0" smtClean="0">
                  <a:solidFill>
                    <a:srgbClr val="9B0000"/>
                  </a:solidFill>
                  <a:latin typeface="+mn-ea"/>
                </a:rPr>
                <a:t>切片</a:t>
              </a:r>
              <a:endParaRPr lang="en-US" altLang="zh-CN" dirty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latin typeface="+mn-ea"/>
                </a:rPr>
                <a:t>自动分配喷头与材料、生成支撑结构，输出切片路径至</a:t>
              </a:r>
              <a:r>
                <a:rPr lang="zh-CN" altLang="en-US" sz="1400" dirty="0" smtClean="0">
                  <a:latin typeface="+mn-ea"/>
                </a:rPr>
                <a:t>设备</a:t>
              </a:r>
              <a:endParaRPr lang="en-US" altLang="zh-CN" sz="1400" dirty="0" smtClean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endParaRPr lang="en-US" altLang="zh-CN" sz="1200" dirty="0" smtClean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工具</a:t>
              </a:r>
              <a:r>
                <a:rPr lang="en-US" altLang="zh-CN" sz="1600" dirty="0" smtClean="0">
                  <a:solidFill>
                    <a:srgbClr val="9B0000"/>
                  </a:solidFill>
                  <a:latin typeface="+mn-ea"/>
                </a:rPr>
                <a:t>/</a:t>
              </a:r>
              <a:r>
                <a:rPr lang="zh-CN" altLang="en-US" sz="1600" dirty="0" smtClean="0">
                  <a:solidFill>
                    <a:srgbClr val="9B0000"/>
                  </a:solidFill>
                  <a:latin typeface="+mn-ea"/>
                </a:rPr>
                <a:t>平台</a:t>
              </a:r>
              <a:endParaRPr lang="en-US" altLang="zh-CN" sz="1600" dirty="0" smtClean="0">
                <a:solidFill>
                  <a:srgbClr val="9B0000"/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CuraEngine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slic3r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41" name="箭头: 右 40">
              <a:extLst>
                <a:ext uri="{FF2B5EF4-FFF2-40B4-BE49-F238E27FC236}">
                  <a16:creationId xmlns:a16="http://schemas.microsoft.com/office/drawing/2014/main" xmlns="" id="{13294DE4-B002-87F6-4ECA-B96B3C706349}"/>
                </a:ext>
              </a:extLst>
            </p:cNvPr>
            <p:cNvSpPr/>
            <p:nvPr/>
          </p:nvSpPr>
          <p:spPr>
            <a:xfrm>
              <a:off x="3323634" y="4239602"/>
              <a:ext cx="155912" cy="261257"/>
            </a:xfrm>
            <a:prstGeom prst="rightArrow">
              <a:avLst/>
            </a:prstGeom>
            <a:noFill/>
            <a:ln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9C50F57-103A-7846-DC01-784A3C7A1666}"/>
              </a:ext>
            </a:extLst>
          </p:cNvPr>
          <p:cNvGrpSpPr/>
          <p:nvPr/>
        </p:nvGrpSpPr>
        <p:grpSpPr>
          <a:xfrm>
            <a:off x="9316768" y="2090378"/>
            <a:ext cx="2760055" cy="4059181"/>
            <a:chOff x="505659" y="2206356"/>
            <a:chExt cx="2760055" cy="4059181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xmlns="" id="{5DD8763D-648D-F6FB-430C-F9EC44AD011D}"/>
                </a:ext>
              </a:extLst>
            </p:cNvPr>
            <p:cNvSpPr/>
            <p:nvPr/>
          </p:nvSpPr>
          <p:spPr>
            <a:xfrm>
              <a:off x="505659" y="2206356"/>
              <a:ext cx="2760055" cy="4059181"/>
            </a:xfrm>
            <a:prstGeom prst="rect">
              <a:avLst/>
            </a:prstGeom>
            <a:noFill/>
            <a:ln w="6350">
              <a:solidFill>
                <a:srgbClr val="9B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xmlns="" id="{F188CD0D-A2FD-EA6F-3D0C-C4D543FFE935}"/>
                </a:ext>
              </a:extLst>
            </p:cNvPr>
            <p:cNvSpPr txBox="1"/>
            <p:nvPr/>
          </p:nvSpPr>
          <p:spPr>
            <a:xfrm>
              <a:off x="543585" y="3526326"/>
              <a:ext cx="2722129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9B0000"/>
                  </a:solidFill>
                  <a:latin typeface="+mn-ea"/>
                </a:rPr>
                <a:t>3D</a:t>
              </a:r>
              <a:r>
                <a:rPr lang="zh-CN" altLang="en-US" sz="2200" dirty="0">
                  <a:solidFill>
                    <a:srgbClr val="9B0000"/>
                  </a:solidFill>
                  <a:latin typeface="+mn-ea"/>
                </a:rPr>
                <a:t>打印与自</a:t>
              </a:r>
              <a:r>
                <a:rPr lang="zh-CN" altLang="en-US" sz="2200" dirty="0" smtClean="0">
                  <a:solidFill>
                    <a:srgbClr val="9B0000"/>
                  </a:solidFill>
                  <a:latin typeface="+mn-ea"/>
                </a:rPr>
                <a:t>优化</a:t>
              </a:r>
              <a:endParaRPr lang="en-US" altLang="zh-CN" dirty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latin typeface="+mn-ea"/>
                </a:rPr>
                <a:t>多材料协同打印，打印过程实时在线检测并即时反馈，动态调整打印</a:t>
              </a:r>
              <a:r>
                <a:rPr lang="zh-CN" altLang="en-US" sz="1400" dirty="0" smtClean="0">
                  <a:latin typeface="+mn-ea"/>
                </a:rPr>
                <a:t>参数</a:t>
              </a:r>
              <a:endParaRPr lang="en-US" altLang="zh-CN" sz="1400" dirty="0" smtClean="0">
                <a:latin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9B0000"/>
                  </a:solidFill>
                  <a:latin typeface="+mn-ea"/>
                </a:rPr>
                <a:t>工具</a:t>
              </a:r>
              <a:r>
                <a:rPr lang="en-US" altLang="zh-CN" sz="1600" dirty="0">
                  <a:solidFill>
                    <a:srgbClr val="9B0000"/>
                  </a:solidFill>
                  <a:latin typeface="+mn-ea"/>
                </a:rPr>
                <a:t>/</a:t>
              </a:r>
              <a:r>
                <a:rPr lang="zh-CN" altLang="en-US" sz="1600" dirty="0">
                  <a:solidFill>
                    <a:srgbClr val="9B0000"/>
                  </a:solidFill>
                  <a:latin typeface="+mn-ea"/>
                </a:rPr>
                <a:t>平台</a:t>
              </a:r>
              <a:endParaRPr lang="en-US" altLang="zh-CN" sz="1600" dirty="0">
                <a:solidFill>
                  <a:srgbClr val="9B0000"/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Octoprint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+mn-ea"/>
                </a:rPr>
                <a:t>y</a:t>
              </a:r>
              <a:r>
                <a:rPr lang="en-US" altLang="zh-CN" sz="1400" dirty="0" smtClean="0">
                  <a:latin typeface="+mn-ea"/>
                </a:rPr>
                <a:t>olo v8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smtClean="0">
                  <a:latin typeface="+mn-ea"/>
                </a:rPr>
                <a:t>O</a:t>
              </a:r>
              <a:r>
                <a:rPr lang="en-US" altLang="zh-CN" sz="1400" dirty="0" smtClean="0">
                  <a:latin typeface="+mn-ea"/>
                </a:rPr>
                <a:t>penCV</a:t>
              </a:r>
              <a:endParaRPr lang="zh-CN" altLang="en-US" sz="1400" dirty="0">
                <a:latin typeface="+mn-ea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84FCFB5D-7FC7-5B81-9B78-7DFBF9B583CF}"/>
              </a:ext>
            </a:extLst>
          </p:cNvPr>
          <p:cNvSpPr txBox="1"/>
          <p:nvPr/>
        </p:nvSpPr>
        <p:spPr>
          <a:xfrm>
            <a:off x="3105589" y="6297422"/>
            <a:ext cx="62112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+mn-ea"/>
              </a:rPr>
              <a:t>让</a:t>
            </a:r>
            <a:r>
              <a:rPr lang="en-US" altLang="zh-CN" sz="2200" b="1" dirty="0">
                <a:latin typeface="+mn-ea"/>
              </a:rPr>
              <a:t>3D</a:t>
            </a:r>
            <a:r>
              <a:rPr lang="zh-CN" altLang="en-US" sz="2200" b="1" dirty="0" smtClean="0">
                <a:latin typeface="+mn-ea"/>
              </a:rPr>
              <a:t>打印从</a:t>
            </a:r>
            <a:r>
              <a:rPr lang="zh-CN" altLang="en-US" sz="2200" b="1" dirty="0">
                <a:latin typeface="+mn-ea"/>
              </a:rPr>
              <a:t>数字化迈向新一代智能化增材制造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xmlns="" id="{B96CBA6C-FA60-4D38-AB6C-F985CF103D0A}"/>
              </a:ext>
            </a:extLst>
          </p:cNvPr>
          <p:cNvSpPr txBox="1">
            <a:spLocks/>
          </p:cNvSpPr>
          <p:nvPr/>
        </p:nvSpPr>
        <p:spPr>
          <a:xfrm>
            <a:off x="453300" y="159322"/>
            <a:ext cx="7923258" cy="61751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baseline="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500" dirty="0">
                <a:solidFill>
                  <a:srgbClr val="9B0000"/>
                </a:solidFill>
                <a:latin typeface="+mn-ea"/>
                <a:ea typeface="+mn-ea"/>
              </a:rPr>
              <a:t>物质创制</a:t>
            </a:r>
            <a:r>
              <a:rPr lang="en-US" altLang="zh-CN" sz="3500" dirty="0">
                <a:solidFill>
                  <a:srgbClr val="9B0000"/>
                </a:solidFill>
                <a:latin typeface="+mn-ea"/>
                <a:ea typeface="+mn-ea"/>
              </a:rPr>
              <a:t>——</a:t>
            </a:r>
            <a:r>
              <a:rPr lang="zh-CN" altLang="en-US" sz="3500" dirty="0">
                <a:solidFill>
                  <a:srgbClr val="9B0000"/>
                </a:solidFill>
                <a:latin typeface="+mn-ea"/>
                <a:ea typeface="+mn-ea"/>
              </a:rPr>
              <a:t>自然语言驱动的智能化增材制造</a:t>
            </a:r>
            <a:endParaRPr kumimoji="0" lang="zh-CN" altLang="en-US" sz="3500" b="1" i="0" u="none" strike="noStrike" kern="1200" cap="none" spc="0" normalizeH="0" baseline="0" noProof="0" dirty="0">
              <a:ln>
                <a:noFill/>
              </a:ln>
              <a:solidFill>
                <a:srgbClr val="9B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9CAD719E-FA23-CAEF-18AE-3DF059F36730}"/>
              </a:ext>
            </a:extLst>
          </p:cNvPr>
          <p:cNvSpPr txBox="1"/>
          <p:nvPr/>
        </p:nvSpPr>
        <p:spPr>
          <a:xfrm>
            <a:off x="453300" y="834519"/>
            <a:ext cx="108253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9B0000"/>
                </a:solidFill>
                <a:latin typeface="+mn-ea"/>
              </a:rPr>
              <a:t>核心理念：</a:t>
            </a:r>
            <a:r>
              <a:rPr lang="zh-CN" altLang="en-US" sz="2200" dirty="0">
                <a:latin typeface="+mn-ea"/>
              </a:rPr>
              <a:t>跳出“设计</a:t>
            </a:r>
            <a:r>
              <a:rPr lang="en-US" altLang="zh-CN" sz="2200" dirty="0">
                <a:latin typeface="+mn-ea"/>
              </a:rPr>
              <a:t>→</a:t>
            </a:r>
            <a:r>
              <a:rPr lang="zh-CN" altLang="en-US" sz="2200" dirty="0">
                <a:latin typeface="+mn-ea"/>
              </a:rPr>
              <a:t>导入</a:t>
            </a:r>
            <a:r>
              <a:rPr lang="en-US" altLang="zh-CN" sz="2200" dirty="0">
                <a:latin typeface="+mn-ea"/>
              </a:rPr>
              <a:t>→</a:t>
            </a:r>
            <a:r>
              <a:rPr lang="zh-CN" altLang="en-US" sz="2200" dirty="0">
                <a:latin typeface="+mn-ea"/>
              </a:rPr>
              <a:t>切片→打印”传统框架，构建“语音输入→</a:t>
            </a:r>
            <a:r>
              <a:rPr lang="en-US" altLang="zh-CN" sz="2200" dirty="0">
                <a:latin typeface="+mn-ea"/>
              </a:rPr>
              <a:t>AI</a:t>
            </a:r>
            <a:r>
              <a:rPr lang="zh-CN" altLang="en-US" sz="2200" dirty="0">
                <a:latin typeface="+mn-ea"/>
              </a:rPr>
              <a:t>生成模型→自动切片→直接打印→检测优化”的新范式，</a:t>
            </a:r>
            <a:r>
              <a:rPr lang="zh-CN" altLang="en-US" sz="2200" dirty="0">
                <a:solidFill>
                  <a:srgbClr val="9B0000"/>
                </a:solidFill>
                <a:latin typeface="+mn-ea"/>
              </a:rPr>
              <a:t>所想即所得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18" y="2121253"/>
            <a:ext cx="2011561" cy="134104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298" y="2181542"/>
            <a:ext cx="1756349" cy="11708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664" y="2168458"/>
            <a:ext cx="1856453" cy="1237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79" y="2150070"/>
            <a:ext cx="1803557" cy="1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4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3YzIzYjMxZmNiZDQ3NTI2MzkzYTRiOWU0MWRkNjUifQ=="/>
  <p:tag name="KSO_WPP_MARK_KEY" val="dd6fde2e-078f-40d1-8e5e-9879c35cfcce"/>
</p:tagLst>
</file>

<file path=ppt/theme/theme1.xml><?xml version="1.0" encoding="utf-8"?>
<a:theme xmlns:a="http://schemas.openxmlformats.org/drawingml/2006/main" name="2_Office 主题​​">
  <a:themeElements>
    <a:clrScheme name="北京大学1">
      <a:dk1>
        <a:sysClr val="windowText" lastClr="000000"/>
      </a:dk1>
      <a:lt1>
        <a:sysClr val="window" lastClr="FFFFFF"/>
      </a:lt1>
      <a:dk2>
        <a:srgbClr val="B5B5B6"/>
      </a:dk2>
      <a:lt2>
        <a:srgbClr val="FFFFFF"/>
      </a:lt2>
      <a:accent1>
        <a:srgbClr val="9B0000"/>
      </a:accent1>
      <a:accent2>
        <a:srgbClr val="003670"/>
      </a:accent2>
      <a:accent3>
        <a:srgbClr val="4A4945"/>
      </a:accent3>
      <a:accent4>
        <a:srgbClr val="ED6C00"/>
      </a:accent4>
      <a:accent5>
        <a:srgbClr val="9B6F4A"/>
      </a:accent5>
      <a:accent6>
        <a:srgbClr val="51512F"/>
      </a:accent6>
      <a:hlink>
        <a:srgbClr val="C5CA00"/>
      </a:hlink>
      <a:folHlink>
        <a:srgbClr val="C6AA88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000" dirty="0" smtClean="0">
            <a:latin typeface="Arial" panose="020B0604020202020204" pitchFamily="34" charset="0"/>
            <a:ea typeface="微软雅黑" panose="020B0503020204020204" pitchFamily="34" charset="-122"/>
            <a:cs typeface="+mn-ea"/>
            <a:sym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15646</TotalTime>
  <Words>179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等线</vt:lpstr>
      <vt:lpstr>方正兰亭粗黑_GBK</vt:lpstr>
      <vt:lpstr>经典圆体简</vt:lpstr>
      <vt:lpstr>楷体</vt:lpstr>
      <vt:lpstr>宋体</vt:lpstr>
      <vt:lpstr>Microsoft YaHei</vt:lpstr>
      <vt:lpstr>Microsoft YaHei</vt:lpstr>
      <vt:lpstr>Arial</vt:lpstr>
      <vt:lpstr>Calibri</vt:lpstr>
      <vt:lpstr>2_Office 主题​​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北京大学南昌创新研究院</dc:title>
  <dc:creator>Shao Jinyan</dc:creator>
  <cp:lastModifiedBy>Admin</cp:lastModifiedBy>
  <cp:revision>2370</cp:revision>
  <dcterms:created xsi:type="dcterms:W3CDTF">2021-12-25T12:49:00Z</dcterms:created>
  <dcterms:modified xsi:type="dcterms:W3CDTF">2026-07-22T10:30:20Z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E9169F6A1F8C4115A90E31A93B7047DE_13</vt:lpwstr>
  </property>
  <property fmtid="{D5CDD505-2E9C-101B-9397-08002B2CF9AE}" pid="3" name="KSOProductBuildVer">
    <vt:lpwstr>2052-11.1.0.14309</vt:lpwstr>
  </property>
  <property fmtid="{D5CDD505-2E9C-101B-9397-08002B2CF9AE}" pid="4" name="KSORubyTemplateID">
    <vt:lpwstr>2</vt:lpwstr>
  </property>
</Properties>
</file>